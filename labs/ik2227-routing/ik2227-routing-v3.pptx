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86" r:id="rId2"/>
  </p:sldMasterIdLst>
  <p:notesMasterIdLst>
    <p:notesMasterId r:id="rId50"/>
  </p:notesMasterIdLst>
  <p:handoutMasterIdLst>
    <p:handoutMasterId r:id="rId51"/>
  </p:handoutMasterIdLst>
  <p:sldIdLst>
    <p:sldId id="300" r:id="rId3"/>
    <p:sldId id="276" r:id="rId4"/>
    <p:sldId id="303" r:id="rId5"/>
    <p:sldId id="449" r:id="rId6"/>
    <p:sldId id="356" r:id="rId7"/>
    <p:sldId id="304" r:id="rId8"/>
    <p:sldId id="354" r:id="rId9"/>
    <p:sldId id="306" r:id="rId10"/>
    <p:sldId id="307" r:id="rId11"/>
    <p:sldId id="322" r:id="rId12"/>
    <p:sldId id="335" r:id="rId13"/>
    <p:sldId id="428" r:id="rId14"/>
    <p:sldId id="309" r:id="rId15"/>
    <p:sldId id="325" r:id="rId16"/>
    <p:sldId id="326" r:id="rId17"/>
    <p:sldId id="328" r:id="rId18"/>
    <p:sldId id="327" r:id="rId19"/>
    <p:sldId id="329" r:id="rId20"/>
    <p:sldId id="345" r:id="rId21"/>
    <p:sldId id="414" r:id="rId22"/>
    <p:sldId id="416" r:id="rId23"/>
    <p:sldId id="450" r:id="rId24"/>
    <p:sldId id="451" r:id="rId25"/>
    <p:sldId id="441" r:id="rId26"/>
    <p:sldId id="440" r:id="rId27"/>
    <p:sldId id="432" r:id="rId28"/>
    <p:sldId id="418" r:id="rId29"/>
    <p:sldId id="420" r:id="rId30"/>
    <p:sldId id="421" r:id="rId31"/>
    <p:sldId id="443" r:id="rId32"/>
    <p:sldId id="444" r:id="rId33"/>
    <p:sldId id="452" r:id="rId34"/>
    <p:sldId id="466" r:id="rId35"/>
    <p:sldId id="446" r:id="rId36"/>
    <p:sldId id="454" r:id="rId37"/>
    <p:sldId id="457" r:id="rId38"/>
    <p:sldId id="453" r:id="rId39"/>
    <p:sldId id="456" r:id="rId40"/>
    <p:sldId id="458" r:id="rId41"/>
    <p:sldId id="455" r:id="rId42"/>
    <p:sldId id="459" r:id="rId43"/>
    <p:sldId id="462" r:id="rId44"/>
    <p:sldId id="461" r:id="rId45"/>
    <p:sldId id="463" r:id="rId46"/>
    <p:sldId id="464" r:id="rId47"/>
    <p:sldId id="465" r:id="rId48"/>
    <p:sldId id="448" r:id="rId49"/>
  </p:sldIdLst>
  <p:sldSz cx="12192000" cy="6858000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4" pos="7310" userDrawn="1">
          <p15:clr>
            <a:srgbClr val="A4A3A4"/>
          </p15:clr>
        </p15:guide>
        <p15:guide id="5" orient="horz" pos="1003" userDrawn="1">
          <p15:clr>
            <a:srgbClr val="A4A3A4"/>
          </p15:clr>
        </p15:guide>
        <p15:guide id="6" pos="384" userDrawn="1">
          <p15:clr>
            <a:srgbClr val="A4A3A4"/>
          </p15:clr>
        </p15:guide>
        <p15:guide id="7" orient="horz" pos="39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5F5F"/>
    <a:srgbClr val="0732EF"/>
    <a:srgbClr val="0066FF"/>
    <a:srgbClr val="663300"/>
    <a:srgbClr val="996600"/>
    <a:srgbClr val="CCCC00"/>
    <a:srgbClr val="FF9900"/>
    <a:srgbClr val="FFCCCC"/>
    <a:srgbClr val="996633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3F3D91-7DEB-4E82-ABDD-6D7DB7EBE192}" v="266" dt="2022-12-21T22:15:25.381"/>
    <p1510:client id="{B7086759-65AE-4857-8EC6-9EB847B97786}" v="1187" dt="2022-12-21T10:53:26.158"/>
    <p1510:client id="{E3E75DDE-9678-B74F-A860-46CD1ABEB370}" v="2907" dt="2022-12-22T06:45:20.8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28"/>
    <p:restoredTop sz="94694"/>
  </p:normalViewPr>
  <p:slideViewPr>
    <p:cSldViewPr snapToGrid="0" showGuides="1">
      <p:cViewPr varScale="1">
        <p:scale>
          <a:sx n="121" d="100"/>
          <a:sy n="121" d="100"/>
        </p:scale>
        <p:origin x="1296" y="176"/>
      </p:cViewPr>
      <p:guideLst>
        <p:guide orient="horz" pos="2160"/>
        <p:guide pos="3840"/>
        <p:guide pos="7310"/>
        <p:guide orient="horz" pos="1003"/>
        <p:guide pos="384"/>
        <p:guide orient="horz" pos="390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microsoft.com/office/2015/10/relationships/revisionInfo" Target="revisionInfo.xml"/><Relationship Id="rId8" Type="http://schemas.openxmlformats.org/officeDocument/2006/relationships/slide" Target="slides/slide6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C65CC615-A48C-B213-4338-677C794A041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397000" y="533400"/>
            <a:ext cx="447040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0"/>
              </a:spcBef>
              <a:defRPr sz="1700"/>
            </a:lvl1pPr>
          </a:lstStyle>
          <a:p>
            <a:r>
              <a:rPr lang="en-US" altLang="it-IT"/>
              <a:t>039-dht-06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58F471BD-BF47-4E30-2D57-B7C69E853F2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0"/>
              </a:spcBef>
              <a:defRPr sz="1300"/>
            </a:lvl1pPr>
          </a:lstStyle>
          <a:p>
            <a:fld id="{3F9CF192-ADC7-4FC1-B19F-17EF1AAC6161}" type="datetimeFigureOut">
              <a:rPr lang="en-US" altLang="it-IT"/>
              <a:pPr/>
              <a:t>2/22/25</a:t>
            </a:fld>
            <a:endParaRPr lang="en-US" altLang="it-IT"/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BCEBAD64-17E7-7B8B-7226-EC5F8DBBA7C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0"/>
              </a:spcBef>
              <a:defRPr sz="1300"/>
            </a:lvl1pPr>
          </a:lstStyle>
          <a:p>
            <a:endParaRPr lang="en-US" altLang="it-IT"/>
          </a:p>
        </p:txBody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B9BAEF20-81C0-0DD7-A8B5-277EAFA669D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44638" y="8640763"/>
            <a:ext cx="4549775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0"/>
              </a:spcBef>
              <a:defRPr sz="1700"/>
            </a:lvl1pPr>
          </a:lstStyle>
          <a:p>
            <a:fld id="{E3D32A34-E545-444B-97D2-A903681B9323}" type="slidenum">
              <a:rPr lang="en-US" altLang="it-IT"/>
              <a:pPr/>
              <a:t>‹#›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106F36B-539B-517C-2053-4D063C5BF55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0"/>
              </a:spcBef>
              <a:defRPr sz="1300"/>
            </a:lvl1pPr>
          </a:lstStyle>
          <a:p>
            <a:r>
              <a:rPr lang="en-US" altLang="it-IT"/>
              <a:t>039-dht-06537-dht-03.ppt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EF1A8C8-CF7F-6555-FD74-6F6734ECEC3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0"/>
              </a:spcBef>
              <a:defRPr sz="1300"/>
            </a:lvl1pPr>
          </a:lstStyle>
          <a:p>
            <a:fld id="{06979D8C-C40B-4750-9CD4-4E61283F77CC}" type="datetimeFigureOut">
              <a:rPr lang="en-US" altLang="it-IT"/>
              <a:pPr/>
              <a:t>2/22/25</a:t>
            </a:fld>
            <a:endParaRPr lang="en-US" altLang="it-IT"/>
          </a:p>
        </p:txBody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A6ACAAA5-E535-4F23-92B1-160167FE828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77472CD-F18E-CA2F-EC6C-F83EDD0C570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601FB2FD-B94C-7FDE-FD3C-53D746D7B00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0"/>
              </a:spcBef>
              <a:defRPr sz="1300"/>
            </a:lvl1pPr>
          </a:lstStyle>
          <a:p>
            <a:endParaRPr lang="en-US" altLang="it-IT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06AE1444-BF4A-158F-7306-4BD3950909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0"/>
              </a:spcBef>
              <a:defRPr sz="1300"/>
            </a:lvl1pPr>
          </a:lstStyle>
          <a:p>
            <a:fld id="{D83145EB-FB6E-4963-8A81-34F86828D003}" type="slidenum">
              <a:rPr lang="en-US" altLang="it-IT"/>
              <a:pPr/>
              <a:t>‹#›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9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8997383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26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61480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D480A-A447-0F3B-8CBE-196257B50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38D08E-64C9-6F95-A4C1-61AC76AFF0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09157E-1C4E-F1AD-7A89-4255D2CA4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4FCA177-A732-E11F-0F78-1A2DCDA1DAD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274D77-DE50-2229-2235-E0C8086621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30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970915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59F6E-8357-B114-9151-239847920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2840FC-9D8D-2467-6677-62201A7A7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4237A1-DA99-452C-78AB-9B279B729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47E07DD-8141-6EC1-DFF2-3786188949B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F9A2-5B96-5973-93B1-0A951793A2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31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121241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53EE8-E4C1-864F-11E2-0FED0DD34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0191DC-1E79-94D0-0A8B-6CE68E741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12623F-895F-2ECA-3D6A-B64E199DB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A1EBF0C-9DFA-3E3B-B71D-D19FEB4ABF6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51B7F5-84E4-8363-1C94-BB57E2B7E3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32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774509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E45A7-EDBD-9727-AF36-3DF56774E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646A2F-5630-571A-2933-B481CBB31F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EF155D-610F-F513-B085-BD62F50EA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BC0F072-ACB9-39E6-7CF1-B7CA5B774FF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C63454-B716-C180-D0FB-283AC595B2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33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2426503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60E04-BEF3-82A0-BD09-3FD288284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6C571C-EEBF-83D0-C7A2-EF42B2FB2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2C63DE-EBA9-19F7-0992-9C027EF46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8866BD9-FF3C-5E39-17A3-84FD2D89058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F90798-34F5-28BA-A072-84B4E8CE23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34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2495611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87ABC-5DB2-9F41-2595-83C5B9F5C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9DB40D-F9EB-2AC1-D8C3-09C22E697F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EC8CF0-5EBF-A333-FFD8-C0EB18C28B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3B426EA-5179-F09C-5647-C6A72627186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20F927-0D2C-F55C-3801-059615125D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35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9594110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4C047-9DDE-BBDD-D2F6-71CDEDF9D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E5EB0A-D7D5-830A-D2DD-8624A3C43E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985D5-2024-D950-770D-E48AC84696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FAABE9D-0AC3-4E97-55E8-015A8B5E48D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1FBD35-3371-5EA4-DF4D-4BB7E5120B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36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8385365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0885E-18A9-0CE6-EDD4-559313857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542BF-9FA0-01E0-1970-D18AC1FD6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B97882-9710-0BE4-C6CF-78FCBECCE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110502CC-1908-8F6F-52B8-5214BBDAE4C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E9E6EC-A66C-38A4-29BB-578C26E080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37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4071703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AD4C8-5DE7-C1B7-46FA-6A1E6FE67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701AFB-CBFF-CFC4-9AAB-6957364D3E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426287-C28E-CBC7-793B-75499034E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D20380D-4DF7-3C87-35BF-CBE6F5F29DB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A0AA0C-0388-1A57-AF32-EA66D1A946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38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9657537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F9942-767D-5879-FA3B-E7B3764E6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00C907-951D-BF04-8206-1A94AF6B64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A7E467-3C76-3360-4A3E-E285B6440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8F6B409-487F-8E77-DF99-42C61D7CBC8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7C6A86-89A0-6B27-A3E2-58BA1025C6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39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0630345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3572D-A23C-1D94-AD34-C24B26F65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D32811-97E4-1B52-5512-043B5EC2D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79CB19-5AA2-AD9C-B1C9-6ECBF7BDD2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4E4F7B6-1A14-E60F-B0A7-D639B39B7D6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0290D-2E3F-6AF8-C2B3-DE6C0D4C85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40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664277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3DBD0-8F26-2F81-F767-BF8671820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F96AC6-8D66-42AE-ECB1-90E04F4FE2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19D02B-3366-B167-FB74-4E60618175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B56B9DA-AF96-9526-A6E7-8435F16EEA7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727AED-F62B-7B58-F573-FCE6FDD553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41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1956064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EAD1C-D0AF-520A-8B4C-2F5277DB4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72D167-88FD-7C2C-0CDF-8A0B909A62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0771E0-ECDB-EDDC-6678-99A046946A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F77F287-F687-4DEC-C0BC-76C8F7EF5C1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AF58B4-6659-DEDF-4F22-5FCCBCE665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42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9529928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2CA41-2079-947C-6A81-FB5916A3E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488787-33B0-E393-AA4F-7953983CB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2E0ED9-5A2D-6AEF-A09F-4CE0A7342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329A4B2-C086-368D-E0DF-C1B7B061C36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F710C5-98A7-C244-D259-867CB42B04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43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7390809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4C289-6753-3F1D-5900-E194F4B0C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93DC2D-7009-DC29-C31D-C0A479EAEE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5D937F-B60C-9AA6-1B1A-BBBB8EC683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70C473A-7AFA-2044-3034-52EF6DCA114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D3A750-BA50-6A72-757A-E1FD1EC8C4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44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4971718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BDEB7-E885-4C11-BD1C-59838A0C7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0D9E49-5B57-567A-8B3D-F88B9C03D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F56963-9A34-9BC2-4C1D-8E78D9E80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CCAE52C-AC5A-8CFE-D5AE-401A74C524D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4A3265-8FED-FBCE-9603-38D4AE7654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45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6858570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5F19A-3CA1-4B59-9437-FDF5F1216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3809C1-E80F-CA73-B9C1-1A86597631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C36740-3F8D-60E8-D4C3-FCFB5FA1B3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716FA45-96EC-779A-3B87-E6677AA7547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B9C76A-770B-B6CE-0E81-89DA617E69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46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6145146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7715C-2E21-AF5B-F85B-70091D589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4EFFBD-D6FB-8EA0-D281-5114FB12F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3133A-72F0-06AA-6555-E1D3D2836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288DBEB-377E-BA7E-7440-4329A857339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altLang="it-IT"/>
              <a:t>039-dht-06537-dht-03.ppt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CDB81-B829-AE24-03D0-FA1255AEA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145EB-FB6E-4963-8A81-34F86828D003}" type="slidenum">
              <a:rPr lang="en-US" altLang="it-IT" smtClean="0"/>
              <a:pPr/>
              <a:t>47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926070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 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9F79B3-FA6A-4D4C-8B22-54EE57D9F4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576" y="322974"/>
            <a:ext cx="2376264" cy="1219692"/>
          </a:xfrm>
          <a:prstGeom prst="rect">
            <a:avLst/>
          </a:prstGeom>
        </p:spPr>
      </p:pic>
      <p:sp>
        <p:nvSpPr>
          <p:cNvPr id="5" name="Text Box 5">
            <a:extLst>
              <a:ext uri="{FF2B5EF4-FFF2-40B4-BE49-F238E27FC236}">
                <a16:creationId xmlns:a16="http://schemas.microsoft.com/office/drawing/2014/main" id="{F48521B5-EF4B-4AA9-A186-D237E00EB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3872" y="332656"/>
            <a:ext cx="512140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it-IT" sz="2400" err="1">
                <a:latin typeface="Tahoma" panose="020B0604030504040204" pitchFamily="34" charset="0"/>
              </a:rPr>
              <a:t>Università</a:t>
            </a:r>
            <a:r>
              <a:rPr lang="en-US" altLang="it-IT" sz="2400">
                <a:latin typeface="Tahoma" panose="020B0604030504040204" pitchFamily="34" charset="0"/>
              </a:rPr>
              <a:t> </a:t>
            </a:r>
            <a:r>
              <a:rPr lang="en-US" altLang="it-IT" sz="2400" err="1">
                <a:latin typeface="Tahoma" panose="020B0604030504040204" pitchFamily="34" charset="0"/>
              </a:rPr>
              <a:t>degli</a:t>
            </a:r>
            <a:r>
              <a:rPr lang="en-US" altLang="it-IT" sz="2400">
                <a:latin typeface="Tahoma" panose="020B0604030504040204" pitchFamily="34" charset="0"/>
              </a:rPr>
              <a:t> </a:t>
            </a:r>
            <a:r>
              <a:rPr lang="en-US" altLang="it-IT" sz="2400" err="1">
                <a:latin typeface="Tahoma" panose="020B0604030504040204" pitchFamily="34" charset="0"/>
              </a:rPr>
              <a:t>Studi</a:t>
            </a:r>
            <a:r>
              <a:rPr lang="en-US" altLang="it-IT" sz="2400">
                <a:latin typeface="Tahoma" panose="020B0604030504040204" pitchFamily="34" charset="0"/>
              </a:rPr>
              <a:t> Roma Tre</a:t>
            </a:r>
          </a:p>
          <a:p>
            <a:pPr eaLnBrk="1" hangingPunct="1"/>
            <a:r>
              <a:rPr lang="en-US" altLang="it-IT" sz="2400" err="1">
                <a:latin typeface="Tahoma" panose="020B0604030504040204" pitchFamily="34" charset="0"/>
              </a:rPr>
              <a:t>Dipartimento</a:t>
            </a:r>
            <a:r>
              <a:rPr lang="en-US" altLang="it-IT" sz="2400">
                <a:latin typeface="Tahoma" panose="020B0604030504040204" pitchFamily="34" charset="0"/>
              </a:rPr>
              <a:t> di </a:t>
            </a:r>
            <a:r>
              <a:rPr lang="en-US" altLang="it-IT" sz="2400" err="1">
                <a:latin typeface="Tahoma" panose="020B0604030504040204" pitchFamily="34" charset="0"/>
              </a:rPr>
              <a:t>Ingegneria</a:t>
            </a:r>
            <a:endParaRPr lang="en-US" altLang="it-IT" sz="2400">
              <a:latin typeface="Tahoma" panose="020B0604030504040204" pitchFamily="34" charset="0"/>
            </a:endParaRPr>
          </a:p>
          <a:p>
            <a:pPr eaLnBrk="1" hangingPunct="1"/>
            <a:r>
              <a:rPr lang="en-US" altLang="it-IT" sz="2400">
                <a:latin typeface="Tahoma" panose="020B0604030504040204" pitchFamily="34" charset="0"/>
              </a:rPr>
              <a:t>Computer Networks Research Group</a:t>
            </a:r>
            <a:endParaRPr lang="en-US" altLang="it-IT" sz="2400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3041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988840"/>
            <a:ext cx="10363200" cy="866775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041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2996952"/>
            <a:ext cx="8534400" cy="6953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/>
            </a:lvl1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293013-B607-C3C4-39CB-6F82F1B7A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854604-3C50-BE7A-3DA2-690917929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64174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yrigh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9400-AFF6-4FC9-8E2F-F363C6F66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/>
              <a:t>copyright </a:t>
            </a:r>
            <a:r>
              <a:rPr lang="it-IT" altLang="it-IT" err="1"/>
              <a:t>notice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95E1F6-EE88-4027-874C-C2A60CB40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4B42B5-5FDC-4B42-887A-B68A97D00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9C412A2-966A-4BF2-921A-CFBA729795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</p:spPr>
        <p:txBody>
          <a:bodyPr/>
          <a:lstStyle/>
          <a:p>
            <a:pPr lvl="0" eaLnBrk="1" hangingPunct="1">
              <a:lnSpc>
                <a:spcPct val="80000"/>
              </a:lnSpc>
            </a:pPr>
            <a:r>
              <a:rPr lang="en-US" altLang="it-IT" sz="1800"/>
              <a:t>Click to edit Master text styles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it-IT" sz="1800"/>
              <a:t>Second level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it-IT" sz="1800"/>
              <a:t>Third level</a:t>
            </a:r>
          </a:p>
          <a:p>
            <a:pPr lvl="3" eaLnBrk="1" hangingPunct="1">
              <a:lnSpc>
                <a:spcPct val="80000"/>
              </a:lnSpc>
            </a:pPr>
            <a:r>
              <a:rPr lang="en-US" altLang="it-IT" sz="1800"/>
              <a:t>Fourth level</a:t>
            </a:r>
          </a:p>
          <a:p>
            <a:pPr lvl="4" eaLnBrk="1" hangingPunct="1">
              <a:lnSpc>
                <a:spcPct val="80000"/>
              </a:lnSpc>
            </a:pPr>
            <a:r>
              <a:rPr lang="en-US" altLang="it-IT" sz="1800"/>
              <a:t>Fifth level</a:t>
            </a:r>
            <a:endParaRPr lang="it-IT" altLang="it-IT" sz="1800"/>
          </a:p>
        </p:txBody>
      </p:sp>
    </p:spTree>
    <p:extLst>
      <p:ext uri="{BB962C8B-B14F-4D97-AF65-F5344CB8AC3E}">
        <p14:creationId xmlns:p14="http://schemas.microsoft.com/office/powerpoint/2010/main" val="3719126147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2C402-67A5-4652-B395-80C3CFCC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2A33B8-9C12-4DD4-B7A2-462DBDF9F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054AC4-794D-4989-9E00-3CA5380BB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BE93C49-2746-445A-8FEE-BFD8EDF009A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28800" y="3645024"/>
            <a:ext cx="8534400" cy="6953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9543932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1B5F34A-3762-4DC4-8521-3CCFBDBBB5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D2D072-E423-4081-B786-4B5AABE6E9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496843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9261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89786" y="1600203"/>
            <a:ext cx="539261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D3FD9D-035D-4317-87B9-2E07DC513C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56CC62-4927-46CE-8071-12D4280A82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745710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7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75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694" y="1535113"/>
            <a:ext cx="538870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694" y="2174875"/>
            <a:ext cx="538870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62FD7C9-33FA-4567-92E1-5709B74F7B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B5C0F4D-D9F2-43D0-AB84-9597AD32B0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37464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9E61840-3800-42E1-8104-908EC2290A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BDBC235-FCC8-44F7-AF2D-D19BB003DF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16043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210B621-DDDB-4969-8052-9E481273EF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F427022-EF7C-4DDD-9245-E8A971AB8D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680368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24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7386" y="273053"/>
            <a:ext cx="681501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1" y="1435103"/>
            <a:ext cx="401124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9" indent="0">
              <a:buNone/>
              <a:defRPr sz="900"/>
            </a:lvl7pPr>
            <a:lvl8pPr marL="3200480" indent="0">
              <a:buNone/>
              <a:defRPr sz="900"/>
            </a:lvl8pPr>
            <a:lvl9pPr marL="3657691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B7462A-E94B-4E5C-AF83-8E8FA72FC5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A9AC3-825F-4AAC-8B76-9EC322D8AC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24235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12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9" indent="0">
              <a:buNone/>
              <a:defRPr sz="900"/>
            </a:lvl7pPr>
            <a:lvl8pPr marL="3200480" indent="0">
              <a:buNone/>
              <a:defRPr sz="900"/>
            </a:lvl8pPr>
            <a:lvl9pPr marL="3657691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58AB6D-2A9D-4F16-A910-0B79968AB2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098BE-69C9-4538-89C8-C00B289910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87570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486F16B-0B58-45B6-9061-CA60B6CB76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754CCF-D619-4891-8E0C-E8A44AB624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913316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4203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6ABEC1F-57AF-4AF1-B41E-3F8C581060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C44205-C96E-4D3D-B0E4-CEBDE5B2D6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0295" y="6453191"/>
            <a:ext cx="5951415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413946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 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988840"/>
            <a:ext cx="10363200" cy="866775"/>
          </a:xfrm>
        </p:spPr>
        <p:txBody>
          <a:bodyPr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it-IT" dirty="0"/>
          </a:p>
        </p:txBody>
      </p:sp>
      <p:sp>
        <p:nvSpPr>
          <p:cNvPr id="3041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2996952"/>
            <a:ext cx="8534400" cy="6953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/>
            </a:lvl1pPr>
          </a:lstStyle>
          <a:p>
            <a:r>
              <a:rPr lang="en-GB"/>
              <a:t>Click to edit Master subtitle style</a:t>
            </a:r>
            <a:endParaRPr lang="it-IT" dirty="0"/>
          </a:p>
        </p:txBody>
      </p:sp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B150B1F-FA08-F63A-3429-F7F8A760DB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88" y="150788"/>
            <a:ext cx="4234565" cy="94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85231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yrigh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9400-AFF6-4FC9-8E2F-F363C6F66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 dirty="0"/>
              <a:t>copyright </a:t>
            </a:r>
            <a:r>
              <a:rPr lang="it-IT" altLang="it-IT" dirty="0" err="1"/>
              <a:t>notice</a:t>
            </a:r>
            <a:endParaRPr lang="it-IT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95E1F6-EE88-4027-874C-C2A60CB40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4B42B5-5FDC-4B42-887A-B68A97D00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9C412A2-966A-4BF2-921A-CFBA729795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12876"/>
            <a:ext cx="10972800" cy="4713288"/>
          </a:xfrm>
        </p:spPr>
        <p:txBody>
          <a:bodyPr/>
          <a:lstStyle/>
          <a:p>
            <a:pPr lvl="0" eaLnBrk="1" hangingPunct="1">
              <a:lnSpc>
                <a:spcPct val="80000"/>
              </a:lnSpc>
            </a:pPr>
            <a:r>
              <a:rPr lang="en-GB" altLang="it-IT" sz="1800"/>
              <a:t>Click to edit Master text styles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it-IT" sz="1800"/>
              <a:t>Second level</a:t>
            </a:r>
          </a:p>
          <a:p>
            <a:pPr lvl="2" eaLnBrk="1" hangingPunct="1">
              <a:lnSpc>
                <a:spcPct val="80000"/>
              </a:lnSpc>
            </a:pPr>
            <a:r>
              <a:rPr lang="en-GB" altLang="it-IT" sz="1800"/>
              <a:t>Third level</a:t>
            </a:r>
          </a:p>
          <a:p>
            <a:pPr lvl="3" eaLnBrk="1" hangingPunct="1">
              <a:lnSpc>
                <a:spcPct val="80000"/>
              </a:lnSpc>
            </a:pPr>
            <a:r>
              <a:rPr lang="en-GB" altLang="it-IT" sz="1800"/>
              <a:t>Fourth level</a:t>
            </a:r>
          </a:p>
          <a:p>
            <a:pPr lvl="4" eaLnBrk="1" hangingPunct="1">
              <a:lnSpc>
                <a:spcPct val="80000"/>
              </a:lnSpc>
            </a:pPr>
            <a:r>
              <a:rPr lang="en-GB" altLang="it-IT" sz="1800"/>
              <a:t>Fifth level</a:t>
            </a:r>
            <a:endParaRPr lang="it-IT" altLang="it-IT" sz="1800" dirty="0"/>
          </a:p>
        </p:txBody>
      </p:sp>
    </p:spTree>
    <p:extLst>
      <p:ext uri="{BB962C8B-B14F-4D97-AF65-F5344CB8AC3E}">
        <p14:creationId xmlns:p14="http://schemas.microsoft.com/office/powerpoint/2010/main" val="1402745687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2C402-67A5-4652-B395-80C3CFCC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0"/>
            <a:ext cx="109728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it-IT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2A33B8-9C12-4DD4-B7A2-462DBDF9F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054AC4-794D-4989-9E00-3CA5380BB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BE93C49-2746-445A-8FEE-BFD8EDF009A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28800" y="3645024"/>
            <a:ext cx="8534400" cy="6953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72972885"/>
      </p:ext>
    </p:extLst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1B5F34A-3762-4DC4-8521-3CCFBDBBB5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D2D072-E423-4081-B786-4B5AABE6E9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267407"/>
      </p:ext>
    </p:extLst>
  </p:cSld>
  <p:clrMapOvr>
    <a:masterClrMapping/>
  </p:clrMapOvr>
  <p:hf sldNum="0"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412875"/>
            <a:ext cx="5392615" cy="47132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89786" y="1412875"/>
            <a:ext cx="5392615" cy="47132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D3FD9D-035D-4317-87B9-2E07DC513C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56CC62-4927-46CE-8071-12D4280A82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628284"/>
      </p:ext>
    </p:extLst>
  </p:cSld>
  <p:clrMapOvr>
    <a:masterClrMapping/>
  </p:clrMapOvr>
  <p:hf sldNum="0"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9E61840-3800-42E1-8104-908EC2290A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BDBC235-FCC8-44F7-AF2D-D19BB003DF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535691"/>
      </p:ext>
    </p:extLst>
  </p:cSld>
  <p:clrMapOvr>
    <a:masterClrMapping/>
  </p:clrMapOvr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210B621-DDDB-4969-8052-9E481273EF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F427022-EF7C-4DDD-9245-E8A971AB8D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403699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24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7386" y="273053"/>
            <a:ext cx="681501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1" y="1435103"/>
            <a:ext cx="401124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9" indent="0">
              <a:buNone/>
              <a:defRPr sz="900"/>
            </a:lvl7pPr>
            <a:lvl8pPr marL="3200480" indent="0">
              <a:buNone/>
              <a:defRPr sz="900"/>
            </a:lvl8pPr>
            <a:lvl9pPr marL="3657691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B7462A-E94B-4E5C-AF83-8E8FA72FC5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CA9AC3-825F-4AAC-8B76-9EC322D8AC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837226"/>
      </p:ext>
    </p:extLst>
  </p:cSld>
  <p:clrMapOvr>
    <a:masterClrMapping/>
  </p:clrMapOvr>
  <p:hf sldNum="0"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12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pPr lvl="0"/>
            <a:r>
              <a:rPr lang="en-GB" noProof="0"/>
              <a:t>Click icon to add picture</a:t>
            </a:r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9" indent="0">
              <a:buNone/>
              <a:defRPr sz="900"/>
            </a:lvl7pPr>
            <a:lvl8pPr marL="3200480" indent="0">
              <a:buNone/>
              <a:defRPr sz="900"/>
            </a:lvl8pPr>
            <a:lvl9pPr marL="3657691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58AB6D-2A9D-4F16-A910-0B79968AB2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A098BE-69C9-4538-89C8-C00B289910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149484"/>
      </p:ext>
    </p:extLst>
  </p:cSld>
  <p:clrMapOvr>
    <a:masterClrMapping/>
  </p:clrMapOvr>
  <p:hf sldNum="0"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486F16B-0B58-45B6-9061-CA60B6CB76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754CCF-D619-4891-8E0C-E8A44AB624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1992"/>
      </p:ext>
    </p:extLst>
  </p:cSld>
  <p:clrMapOvr>
    <a:masterClrMapping/>
  </p:clrMapOvr>
  <p:hf sldNum="0"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42031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6ABEC1F-57AF-4AF1-B41E-3F8C581060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C44205-C96E-4D3D-B0E4-CEBDE5B2D6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216997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44DAC59-5E6E-45D0-8524-3E061722C9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F11B519-1465-43CA-9B06-0B1C84B88C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3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303108" name="Rectangle 4">
            <a:extLst>
              <a:ext uri="{FF2B5EF4-FFF2-40B4-BE49-F238E27FC236}">
                <a16:creationId xmlns:a16="http://schemas.microsoft.com/office/drawing/2014/main" id="{9F6A8ACC-B973-483A-9EBB-30DD75AA7EB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265138" y="6453191"/>
            <a:ext cx="2782277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dirty="0">
                <a:latin typeface="+mn-lt"/>
              </a:defRPr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356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5pPr>
      <a:lvl6pPr marL="457212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6pPr>
      <a:lvl7pPr marL="914423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7pPr>
      <a:lvl8pPr marL="1371634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8pPr>
      <a:lvl9pPr marL="1828846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9pPr>
    </p:titleStyle>
    <p:bodyStyle>
      <a:lvl1pPr marL="342908" indent="-34290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69" indent="-28575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28" indent="-228606" algn="l" rtl="0" eaLnBrk="1" fontAlgn="base" hangingPunct="1">
        <a:spcBef>
          <a:spcPct val="20000"/>
        </a:spcBef>
        <a:spcAft>
          <a:spcPct val="0"/>
        </a:spcAft>
        <a:buClr>
          <a:srgbClr val="66CC00"/>
        </a:buClr>
        <a:buSzPct val="7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40" indent="-228606" algn="l" rtl="0" eaLnBrk="1" fontAlgn="base" hangingPunct="1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52" indent="-228606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5pPr>
      <a:lvl6pPr marL="2514663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6pPr>
      <a:lvl7pPr marL="2971874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7pPr>
      <a:lvl8pPr marL="3429086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8pPr>
      <a:lvl9pPr marL="3886297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44DAC59-5E6E-45D0-8524-3E061722C9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16632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/>
              <a:t>Fare clic per modificare lo stile del titolo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F11B519-1465-43CA-9B06-0B1C84B88C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12777"/>
            <a:ext cx="10972800" cy="4713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/>
              <a:t>Fare clic per modificare gli stili del testo dello schema</a:t>
            </a:r>
          </a:p>
          <a:p>
            <a:pPr lvl="1"/>
            <a:r>
              <a:rPr lang="it-IT" altLang="it-IT" dirty="0"/>
              <a:t>Secondo livello</a:t>
            </a:r>
          </a:p>
          <a:p>
            <a:pPr lvl="2"/>
            <a:r>
              <a:rPr lang="it-IT" altLang="it-IT" dirty="0"/>
              <a:t>Terzo livello</a:t>
            </a:r>
          </a:p>
          <a:p>
            <a:pPr lvl="3"/>
            <a:r>
              <a:rPr lang="it-IT" altLang="it-IT" dirty="0"/>
              <a:t>Quarto livello</a:t>
            </a:r>
          </a:p>
          <a:p>
            <a:pPr lvl="4"/>
            <a:r>
              <a:rPr lang="it-IT" altLang="it-IT" dirty="0"/>
              <a:t>Quinto livello</a:t>
            </a:r>
          </a:p>
        </p:txBody>
      </p:sp>
      <p:sp>
        <p:nvSpPr>
          <p:cNvPr id="303108" name="Rectangle 4">
            <a:extLst>
              <a:ext uri="{FF2B5EF4-FFF2-40B4-BE49-F238E27FC236}">
                <a16:creationId xmlns:a16="http://schemas.microsoft.com/office/drawing/2014/main" id="{9F6A8ACC-B973-483A-9EBB-30DD75AA7EB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265138" y="6453191"/>
            <a:ext cx="2782277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dirty="0">
                <a:latin typeface="+mn-lt"/>
              </a:defRPr>
            </a:lvl1pPr>
          </a:lstStyle>
          <a:p>
            <a:fld id="{C764DE79-268F-4C1A-8933-263129D2AF9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303109" name="Rectangle 5">
            <a:extLst>
              <a:ext uri="{FF2B5EF4-FFF2-40B4-BE49-F238E27FC236}">
                <a16:creationId xmlns:a16="http://schemas.microsoft.com/office/drawing/2014/main" id="{6276769E-8AF7-4AB3-B25A-CA8C5C6A001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0295" y="6453191"/>
            <a:ext cx="595141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dirty="0" err="1">
                <a:latin typeface="+mn-lt"/>
              </a:defRPr>
            </a:lvl1pPr>
          </a:lstStyle>
          <a:p>
            <a:pPr>
              <a:defRPr/>
            </a:pPr>
            <a:r>
              <a:rPr lang="it-IT"/>
              <a:t>Footer</a:t>
            </a:r>
            <a:endParaRPr lang="it-IT" dirty="0"/>
          </a:p>
        </p:txBody>
      </p:sp>
      <p:pic>
        <p:nvPicPr>
          <p:cNvPr id="3" name="Picture 2" descr="A group of cubes with different colors&#10;&#10;Description automatically generated">
            <a:extLst>
              <a:ext uri="{FF2B5EF4-FFF2-40B4-BE49-F238E27FC236}">
                <a16:creationId xmlns:a16="http://schemas.microsoft.com/office/drawing/2014/main" id="{04BC26E2-2780-755F-DAB8-E568CC768E7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58" y="200174"/>
            <a:ext cx="1264030" cy="85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106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5pPr>
      <a:lvl6pPr marL="457212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6pPr>
      <a:lvl7pPr marL="914423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7pPr>
      <a:lvl8pPr marL="1371634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8pPr>
      <a:lvl9pPr marL="1828846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9pPr>
    </p:titleStyle>
    <p:bodyStyle>
      <a:lvl1pPr marL="342908" indent="-34290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69" indent="-28575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28" indent="-228606" algn="l" rtl="0" eaLnBrk="1" fontAlgn="base" hangingPunct="1">
        <a:spcBef>
          <a:spcPct val="20000"/>
        </a:spcBef>
        <a:spcAft>
          <a:spcPct val="0"/>
        </a:spcAft>
        <a:buClr>
          <a:srgbClr val="66CC00"/>
        </a:buClr>
        <a:buSzPct val="7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40" indent="-228606" algn="l" rtl="0" eaLnBrk="1" fontAlgn="base" hangingPunct="1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52" indent="-228606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5pPr>
      <a:lvl6pPr marL="2514663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6pPr>
      <a:lvl7pPr marL="2971874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7pPr>
      <a:lvl8pPr marL="3429086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8pPr>
      <a:lvl9pPr marL="3886297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>
            <a:extLst>
              <a:ext uri="{FF2B5EF4-FFF2-40B4-BE49-F238E27FC236}">
                <a16:creationId xmlns:a16="http://schemas.microsoft.com/office/drawing/2014/main" id="{90B38D1E-4B67-FAB1-116F-56C58C1F2B6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1901058"/>
            <a:ext cx="10363200" cy="3055883"/>
          </a:xfrm>
        </p:spPr>
        <p:txBody>
          <a:bodyPr/>
          <a:lstStyle/>
          <a:p>
            <a:pPr eaLnBrk="1" hangingPunct="1"/>
            <a:r>
              <a:rPr lang="it-IT" altLang="it-IT" sz="5400"/>
              <a:t>IK2227 – Lab </a:t>
            </a:r>
            <a:r>
              <a:rPr lang="it-IT" altLang="it-IT" sz="5400" dirty="0"/>
              <a:t>1:</a:t>
            </a:r>
            <a:br>
              <a:rPr lang="it-IT" altLang="it-IT" sz="5400" dirty="0"/>
            </a:br>
            <a:r>
              <a:rPr lang="it-IT" altLang="it-IT" dirty="0"/>
              <a:t>R</a:t>
            </a:r>
            <a:r>
              <a:rPr lang="it-IT" altLang="it-IT" sz="5400" dirty="0"/>
              <a:t>outing</a:t>
            </a:r>
            <a:endParaRPr lang="it-IT" altLang="it-IT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B1A3E8-FF89-BAA8-8FB1-E7D746A3A5F5}"/>
              </a:ext>
            </a:extLst>
          </p:cNvPr>
          <p:cNvSpPr txBox="1"/>
          <p:nvPr/>
        </p:nvSpPr>
        <p:spPr>
          <a:xfrm>
            <a:off x="1984490" y="5570483"/>
            <a:ext cx="82230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Slides by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M.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Scazzariello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Contributions by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L.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Ariemma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T.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Caiazzi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G. Di Battista, M.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Patrignani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>
            <a:extLst>
              <a:ext uri="{FF2B5EF4-FFF2-40B4-BE49-F238E27FC236}">
                <a16:creationId xmlns:a16="http://schemas.microsoft.com/office/drawing/2014/main" id="{F15BC427-0403-8654-702F-B3FAE73AB6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 dirty="0" err="1"/>
              <a:t>Fat</a:t>
            </a:r>
            <a:r>
              <a:rPr lang="it-IT" altLang="it-IT" dirty="0"/>
              <a:t>-Tree data center </a:t>
            </a:r>
            <a:r>
              <a:rPr lang="it-IT" altLang="it-IT" dirty="0" err="1"/>
              <a:t>topology</a:t>
            </a:r>
            <a:endParaRPr lang="en-US" altLang="it-IT" dirty="0"/>
          </a:p>
        </p:txBody>
      </p:sp>
      <p:sp>
        <p:nvSpPr>
          <p:cNvPr id="177155" name="Rectangle 3">
            <a:extLst>
              <a:ext uri="{FF2B5EF4-FFF2-40B4-BE49-F238E27FC236}">
                <a16:creationId xmlns:a16="http://schemas.microsoft.com/office/drawing/2014/main" id="{69FD4376-1C6C-6312-1C86-1F36BC224D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600200"/>
            <a:ext cx="10972800" cy="5410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it-IT" dirty="0"/>
              <a:t>the Fat-Tree is a </a:t>
            </a:r>
            <a:r>
              <a:rPr lang="en-US" altLang="it-IT" u="sng" dirty="0"/>
              <a:t>special case</a:t>
            </a:r>
            <a:r>
              <a:rPr lang="en-US" altLang="it-IT" dirty="0"/>
              <a:t> of a Clos</a:t>
            </a:r>
          </a:p>
          <a:p>
            <a:pPr>
              <a:lnSpc>
                <a:spcPct val="90000"/>
              </a:lnSpc>
            </a:pPr>
            <a:r>
              <a:rPr lang="en-US" altLang="it-IT" dirty="0"/>
              <a:t>typical Fat-Tree architectures today consist of three level of nodes (switches/routers)</a:t>
            </a:r>
          </a:p>
          <a:p>
            <a:pPr>
              <a:lnSpc>
                <a:spcPct val="90000"/>
              </a:lnSpc>
            </a:pPr>
            <a:r>
              <a:rPr lang="en-US" altLang="it-IT" dirty="0"/>
              <a:t>high redundancy</a:t>
            </a:r>
          </a:p>
          <a:p>
            <a:pPr>
              <a:lnSpc>
                <a:spcPct val="90000"/>
              </a:lnSpc>
            </a:pPr>
            <a:r>
              <a:rPr lang="en-US" altLang="it-IT" dirty="0"/>
              <a:t>typically, nodes have the same characteristics</a:t>
            </a:r>
          </a:p>
          <a:p>
            <a:pPr lvl="1">
              <a:lnSpc>
                <a:spcPct val="90000"/>
              </a:lnSpc>
            </a:pPr>
            <a:r>
              <a:rPr lang="en-US" altLang="it-IT" dirty="0"/>
              <a:t>easier to stock spare equipment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0DB0EC34-C73C-1112-5A27-7D4BF2EE15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 dirty="0" err="1"/>
              <a:t>why</a:t>
            </a:r>
            <a:r>
              <a:rPr lang="it-IT" altLang="it-IT" dirty="0"/>
              <a:t> BGP in </a:t>
            </a:r>
            <a:r>
              <a:rPr lang="it-IT" altLang="it-IT" dirty="0" err="1"/>
              <a:t>Fat-Trees</a:t>
            </a:r>
            <a:r>
              <a:rPr lang="it-IT" altLang="it-IT" dirty="0"/>
              <a:t>?</a:t>
            </a:r>
            <a:endParaRPr lang="en-US" altLang="it-IT" dirty="0"/>
          </a:p>
        </p:txBody>
      </p:sp>
      <p:sp>
        <p:nvSpPr>
          <p:cNvPr id="207875" name="Rectangle 3">
            <a:extLst>
              <a:ext uri="{FF2B5EF4-FFF2-40B4-BE49-F238E27FC236}">
                <a16:creationId xmlns:a16="http://schemas.microsoft.com/office/drawing/2014/main" id="{2E2AD4B1-CB89-62D8-8751-74AF787F72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it-IT" dirty="0"/>
              <a:t>BGP has several stable and robust implementations, even open-source</a:t>
            </a:r>
          </a:p>
          <a:p>
            <a:pPr lvl="1"/>
            <a:r>
              <a:rPr lang="it-IT" altLang="it-IT" dirty="0"/>
              <a:t>e.g., </a:t>
            </a:r>
            <a:r>
              <a:rPr lang="it-IT" altLang="it-IT" dirty="0" err="1"/>
              <a:t>FRRouting</a:t>
            </a:r>
            <a:r>
              <a:rPr lang="it-IT" altLang="it-IT" dirty="0"/>
              <a:t>, Quagga</a:t>
            </a:r>
            <a:endParaRPr lang="en-US" altLang="it-IT" dirty="0"/>
          </a:p>
          <a:p>
            <a:r>
              <a:rPr lang="en-US" altLang="it-IT" dirty="0"/>
              <a:t>BGP generates less flooding than common IGPs (IS-IS, OSPF, etc.)</a:t>
            </a:r>
          </a:p>
          <a:p>
            <a:pPr lvl="1"/>
            <a:r>
              <a:rPr lang="en-US" altLang="it-IT" dirty="0"/>
              <a:t>if a received update does not change the best route, a BGP speaker does not propagate the update</a:t>
            </a:r>
          </a:p>
          <a:p>
            <a:r>
              <a:rPr lang="en-US" altLang="it-IT" dirty="0"/>
              <a:t>BGP natively supports ECMP (Equal-Cost Multi-Path)</a:t>
            </a:r>
          </a:p>
          <a:p>
            <a:pPr lvl="1"/>
            <a:r>
              <a:rPr lang="en-US" altLang="it-IT" dirty="0"/>
              <a:t>Fat-Trees have many paths with the same length</a:t>
            </a:r>
          </a:p>
          <a:p>
            <a:pPr lvl="1"/>
            <a:endParaRPr lang="en-US" altLang="it-IT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8D35A-E596-19FA-BF78-023433B02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3D14F93D-AF28-BC59-B7FE-02B62141CD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 dirty="0"/>
              <a:t>(</a:t>
            </a:r>
            <a:r>
              <a:rPr lang="it-IT" altLang="it-IT" dirty="0" err="1"/>
              <a:t>recap</a:t>
            </a:r>
            <a:r>
              <a:rPr lang="it-IT" altLang="it-IT" dirty="0"/>
              <a:t>) the </a:t>
            </a:r>
            <a:r>
              <a:rPr lang="it-IT" altLang="it-IT" dirty="0" err="1"/>
              <a:t>two</a:t>
            </a:r>
            <a:r>
              <a:rPr lang="it-IT" altLang="it-IT" dirty="0"/>
              <a:t> </a:t>
            </a:r>
            <a:r>
              <a:rPr lang="it-IT" altLang="it-IT" dirty="0" err="1"/>
              <a:t>modes</a:t>
            </a:r>
            <a:r>
              <a:rPr lang="it-IT" altLang="it-IT" dirty="0"/>
              <a:t> of BGP </a:t>
            </a:r>
            <a:endParaRPr lang="en-US" altLang="it-IT" dirty="0"/>
          </a:p>
        </p:txBody>
      </p:sp>
      <p:sp>
        <p:nvSpPr>
          <p:cNvPr id="207875" name="Rectangle 3">
            <a:extLst>
              <a:ext uri="{FF2B5EF4-FFF2-40B4-BE49-F238E27FC236}">
                <a16:creationId xmlns:a16="http://schemas.microsoft.com/office/drawing/2014/main" id="{52F5BFA4-A039-8C79-A4E3-36F463809E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it-IT" dirty="0"/>
              <a:t>BGP can work in two modes:</a:t>
            </a:r>
          </a:p>
          <a:p>
            <a:pPr lvl="1"/>
            <a:r>
              <a:rPr lang="en-US" altLang="it-IT" b="1" dirty="0"/>
              <a:t>eBGP (external BGP)</a:t>
            </a:r>
            <a:r>
              <a:rPr lang="en-US" altLang="it-IT" dirty="0"/>
              <a:t>: interconnects networks owned by different administrative domains (i.e., different companies) </a:t>
            </a:r>
          </a:p>
          <a:p>
            <a:pPr lvl="2"/>
            <a:r>
              <a:rPr lang="en-US" altLang="it-IT" dirty="0"/>
              <a:t>identified by different ASNs</a:t>
            </a:r>
          </a:p>
          <a:p>
            <a:pPr lvl="1"/>
            <a:r>
              <a:rPr lang="en-US" altLang="it-IT" b="1" dirty="0"/>
              <a:t>iBGP (internal BGP)</a:t>
            </a:r>
            <a:r>
              <a:rPr lang="en-US" altLang="it-IT" dirty="0"/>
              <a:t>: interconnects border routers within the same AS (i.e., routers of the same company)</a:t>
            </a:r>
          </a:p>
          <a:p>
            <a:pPr lvl="2"/>
            <a:r>
              <a:rPr lang="en-US" altLang="it-IT" dirty="0"/>
              <a:t>they all share the same ASN</a:t>
            </a:r>
          </a:p>
        </p:txBody>
      </p:sp>
    </p:spTree>
    <p:extLst>
      <p:ext uri="{BB962C8B-B14F-4D97-AF65-F5344CB8AC3E}">
        <p14:creationId xmlns:p14="http://schemas.microsoft.com/office/powerpoint/2010/main" val="4136625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0DB0EC34-C73C-1112-5A27-7D4BF2EE15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 err="1"/>
              <a:t>why</a:t>
            </a:r>
            <a:r>
              <a:rPr lang="it-IT" altLang="it-IT"/>
              <a:t> </a:t>
            </a:r>
            <a:r>
              <a:rPr lang="it-IT" altLang="it-IT" err="1"/>
              <a:t>using</a:t>
            </a:r>
            <a:r>
              <a:rPr lang="it-IT" altLang="it-IT"/>
              <a:t> </a:t>
            </a:r>
            <a:r>
              <a:rPr lang="it-IT" altLang="it-IT" err="1"/>
              <a:t>eBGP</a:t>
            </a:r>
            <a:r>
              <a:rPr lang="it-IT" altLang="it-IT"/>
              <a:t>? (and </a:t>
            </a:r>
            <a:r>
              <a:rPr lang="it-IT" altLang="it-IT" err="1"/>
              <a:t>not</a:t>
            </a:r>
            <a:r>
              <a:rPr lang="it-IT" altLang="it-IT"/>
              <a:t> </a:t>
            </a:r>
            <a:r>
              <a:rPr lang="it-IT" altLang="it-IT" err="1"/>
              <a:t>iBGP</a:t>
            </a:r>
            <a:r>
              <a:rPr lang="it-IT" altLang="it-IT"/>
              <a:t>)</a:t>
            </a:r>
            <a:endParaRPr lang="en-US" altLang="it-IT"/>
          </a:p>
        </p:txBody>
      </p:sp>
      <p:sp>
        <p:nvSpPr>
          <p:cNvPr id="207875" name="Rectangle 3">
            <a:extLst>
              <a:ext uri="{FF2B5EF4-FFF2-40B4-BE49-F238E27FC236}">
                <a16:creationId xmlns:a16="http://schemas.microsoft.com/office/drawing/2014/main" id="{2E2AD4B1-CB89-62D8-8751-74AF787F72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it-IT" dirty="0"/>
              <a:t>the most obvious choice would be to use iBGP since the data center network is under the same administration</a:t>
            </a:r>
          </a:p>
          <a:p>
            <a:r>
              <a:rPr lang="en-US" altLang="it-IT" dirty="0"/>
              <a:t>however, eBGP is always used because</a:t>
            </a:r>
          </a:p>
          <a:p>
            <a:pPr lvl="1"/>
            <a:r>
              <a:rPr lang="en-US" altLang="it-IT" dirty="0"/>
              <a:t>eBGP is easier to setup, no need for IGP</a:t>
            </a:r>
          </a:p>
          <a:p>
            <a:pPr lvl="2"/>
            <a:r>
              <a:rPr lang="en-US" altLang="it-IT" dirty="0"/>
              <a:t>with iBGP, the IGP would compute routes</a:t>
            </a:r>
          </a:p>
          <a:p>
            <a:pPr lvl="1"/>
            <a:r>
              <a:rPr lang="en-US" altLang="it-IT" dirty="0"/>
              <a:t>iBGP multipath support has some limitations</a:t>
            </a:r>
          </a:p>
          <a:p>
            <a:pPr lvl="2"/>
            <a:r>
              <a:rPr lang="en-US" altLang="it-IT" dirty="0"/>
              <a:t>can be overcame, but it is complex</a:t>
            </a:r>
          </a:p>
        </p:txBody>
      </p:sp>
    </p:spTree>
    <p:extLst>
      <p:ext uri="{BB962C8B-B14F-4D97-AF65-F5344CB8AC3E}">
        <p14:creationId xmlns:p14="http://schemas.microsoft.com/office/powerpoint/2010/main" val="1163512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>
            <a:extLst>
              <a:ext uri="{FF2B5EF4-FFF2-40B4-BE49-F238E27FC236}">
                <a16:creationId xmlns:a16="http://schemas.microsoft.com/office/drawing/2014/main" id="{79CFBCE9-A405-671E-4482-D1F850A717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/>
              <a:t>inter-domain </a:t>
            </a:r>
            <a:r>
              <a:rPr lang="it-IT" altLang="it-IT" err="1"/>
              <a:t>routing</a:t>
            </a:r>
            <a:r>
              <a:rPr lang="it-IT" altLang="it-IT"/>
              <a:t> VS DC </a:t>
            </a:r>
            <a:r>
              <a:rPr lang="it-IT" altLang="it-IT" err="1"/>
              <a:t>routing</a:t>
            </a:r>
            <a:endParaRPr lang="en-US" altLang="it-IT"/>
          </a:p>
        </p:txBody>
      </p:sp>
      <p:graphicFrame>
        <p:nvGraphicFramePr>
          <p:cNvPr id="208949" name="Group 53">
            <a:extLst>
              <a:ext uri="{FF2B5EF4-FFF2-40B4-BE49-F238E27FC236}">
                <a16:creationId xmlns:a16="http://schemas.microsoft.com/office/drawing/2014/main" id="{E3830026-0864-DACC-39BB-4973D2DA29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659168"/>
              </p:ext>
            </p:extLst>
          </p:nvPr>
        </p:nvGraphicFramePr>
        <p:xfrm>
          <a:off x="1295400" y="1965960"/>
          <a:ext cx="9601200" cy="3596640"/>
        </p:xfrm>
        <a:graphic>
          <a:graphicData uri="http://schemas.openxmlformats.org/drawingml/2006/table">
            <a:tbl>
              <a:tblPr/>
              <a:tblGrid>
                <a:gridCol w="4800600">
                  <a:extLst>
                    <a:ext uri="{9D8B030D-6E8A-4147-A177-3AD203B41FA5}">
                      <a16:colId xmlns:a16="http://schemas.microsoft.com/office/drawing/2014/main" val="3217889110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280702708"/>
                    </a:ext>
                  </a:extLst>
                </a:gridCol>
              </a:tblGrid>
              <a:tr h="561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800">
                          <a:solidFill>
                            <a:srgbClr val="0000CC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>
                          <a:solidFill>
                            <a:srgbClr val="0066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990033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it-IT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inter-domain routing</a:t>
                      </a:r>
                      <a:endParaRPr kumimoji="0" lang="en-US" altLang="it-IT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800">
                          <a:solidFill>
                            <a:srgbClr val="0000CC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>
                          <a:solidFill>
                            <a:srgbClr val="0066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990033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it-IT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data centers’ routing </a:t>
                      </a:r>
                      <a:endParaRPr kumimoji="0" lang="en-US" altLang="it-IT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5311599"/>
                  </a:ext>
                </a:extLst>
              </a:tr>
              <a:tr h="101155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800">
                          <a:solidFill>
                            <a:srgbClr val="0000CC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>
                          <a:solidFill>
                            <a:srgbClr val="0066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990033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the internet has relatively sparse connectivity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800">
                          <a:solidFill>
                            <a:srgbClr val="0000CC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>
                          <a:solidFill>
                            <a:srgbClr val="0066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990033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data centers’ networks have very dense connectivity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4491210"/>
                  </a:ext>
                </a:extLst>
              </a:tr>
              <a:tr h="101155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800">
                          <a:solidFill>
                            <a:srgbClr val="0000CC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>
                          <a:solidFill>
                            <a:srgbClr val="0066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990033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it-IT" sz="24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stability is preferred over quick convergence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800">
                          <a:solidFill>
                            <a:srgbClr val="0000CC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>
                          <a:solidFill>
                            <a:srgbClr val="0066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990033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quick convergence is preferred over stability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6183304"/>
                  </a:ext>
                </a:extLst>
              </a:tr>
              <a:tr h="101155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800">
                          <a:solidFill>
                            <a:srgbClr val="0000CC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>
                          <a:solidFill>
                            <a:srgbClr val="0066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990033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the aim is computing a single best path for each destination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800">
                          <a:solidFill>
                            <a:srgbClr val="0000CC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>
                          <a:solidFill>
                            <a:srgbClr val="0066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990033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the aim is computing multiple paths to each destination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5961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CD9A8-D139-B47D-9172-171D4801D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BGP in the data </a:t>
            </a:r>
            <a:r>
              <a:rPr lang="en-GB" err="1"/>
              <a:t>center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8315C-2356-D6C7-BEF9-0761DFDE9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it-IT" dirty="0"/>
              <a:t>BGP was primarily devised for inter-domain routing</a:t>
            </a:r>
          </a:p>
          <a:p>
            <a:pPr lvl="1">
              <a:lnSpc>
                <a:spcPct val="80000"/>
              </a:lnSpc>
            </a:pPr>
            <a:r>
              <a:rPr lang="en-US" altLang="it-IT" dirty="0"/>
              <a:t>default configurations are not suitable in a data center</a:t>
            </a:r>
          </a:p>
          <a:p>
            <a:pPr marL="457212" lvl="1" indent="0">
              <a:lnSpc>
                <a:spcPct val="80000"/>
              </a:lnSpc>
              <a:buNone/>
            </a:pPr>
            <a:endParaRPr lang="en-US" altLang="it-IT" dirty="0"/>
          </a:p>
          <a:p>
            <a:pPr>
              <a:lnSpc>
                <a:spcPct val="80000"/>
              </a:lnSpc>
            </a:pPr>
            <a:r>
              <a:rPr lang="en-US" altLang="it-IT" dirty="0"/>
              <a:t>needs some tweaks described in RFC 7938</a:t>
            </a:r>
          </a:p>
          <a:p>
            <a:pPr lvl="1">
              <a:lnSpc>
                <a:spcPct val="80000"/>
              </a:lnSpc>
            </a:pPr>
            <a:r>
              <a:rPr lang="en-US" altLang="it-IT" dirty="0"/>
              <a:t>AS numbers assignment</a:t>
            </a:r>
          </a:p>
          <a:p>
            <a:pPr lvl="1">
              <a:lnSpc>
                <a:spcPct val="80000"/>
              </a:lnSpc>
            </a:pPr>
            <a:r>
              <a:rPr lang="en-US" altLang="it-IT" dirty="0"/>
              <a:t>ECMP </a:t>
            </a:r>
            <a:r>
              <a:rPr lang="en-US" altLang="it-IT" i="1" dirty="0"/>
              <a:t>policy</a:t>
            </a:r>
            <a:r>
              <a:rPr lang="en-US" altLang="it-IT" dirty="0"/>
              <a:t> </a:t>
            </a:r>
            <a:r>
              <a:rPr lang="en-US" altLang="it-IT" i="1" dirty="0"/>
              <a:t>relax</a:t>
            </a:r>
          </a:p>
          <a:p>
            <a:pPr lvl="1">
              <a:lnSpc>
                <a:spcPct val="80000"/>
              </a:lnSpc>
            </a:pPr>
            <a:r>
              <a:rPr lang="en-US" altLang="it-IT" dirty="0"/>
              <a:t>timer adjustment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606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>
            <a:extLst>
              <a:ext uri="{FF2B5EF4-FFF2-40B4-BE49-F238E27FC236}">
                <a16:creationId xmlns:a16="http://schemas.microsoft.com/office/drawing/2014/main" id="{718A05A9-B51E-5C9F-6F9D-DD91193F12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/>
              <a:t>AS </a:t>
            </a:r>
            <a:r>
              <a:rPr lang="it-IT" altLang="it-IT" err="1"/>
              <a:t>numbers</a:t>
            </a:r>
            <a:r>
              <a:rPr lang="it-IT" altLang="it-IT"/>
              <a:t> </a:t>
            </a:r>
            <a:r>
              <a:rPr lang="it-IT" altLang="it-IT" err="1"/>
              <a:t>assignment</a:t>
            </a:r>
            <a:endParaRPr lang="en-US" altLang="it-IT"/>
          </a:p>
        </p:txBody>
      </p:sp>
      <p:sp>
        <p:nvSpPr>
          <p:cNvPr id="210947" name="Rectangle 3">
            <a:extLst>
              <a:ext uri="{FF2B5EF4-FFF2-40B4-BE49-F238E27FC236}">
                <a16:creationId xmlns:a16="http://schemas.microsoft.com/office/drawing/2014/main" id="{6FBC05E8-1396-901E-5547-9C391EBA66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it-IT" altLang="it-IT" dirty="0"/>
              <a:t>global </a:t>
            </a:r>
            <a:r>
              <a:rPr lang="it-IT" altLang="it-IT" dirty="0" err="1"/>
              <a:t>ASNs</a:t>
            </a:r>
            <a:r>
              <a:rPr lang="it-IT" altLang="it-IT" dirty="0"/>
              <a:t> are </a:t>
            </a:r>
            <a:r>
              <a:rPr lang="it-IT" altLang="it-IT" dirty="0" err="1"/>
              <a:t>not</a:t>
            </a:r>
            <a:r>
              <a:rPr lang="it-IT" altLang="it-IT" dirty="0"/>
              <a:t> </a:t>
            </a:r>
            <a:r>
              <a:rPr lang="it-IT" altLang="it-IT" dirty="0" err="1"/>
              <a:t>used</a:t>
            </a:r>
            <a:r>
              <a:rPr lang="it-IT" altLang="it-IT" dirty="0"/>
              <a:t> in the data center</a:t>
            </a:r>
          </a:p>
          <a:p>
            <a:pPr lvl="1"/>
            <a:r>
              <a:rPr lang="it-IT" altLang="it-IT" dirty="0" err="1"/>
              <a:t>they</a:t>
            </a:r>
            <a:r>
              <a:rPr lang="it-IT" altLang="it-IT" dirty="0"/>
              <a:t> can be </a:t>
            </a:r>
            <a:r>
              <a:rPr lang="it-IT" altLang="it-IT" dirty="0" err="1"/>
              <a:t>misleading</a:t>
            </a:r>
            <a:endParaRPr lang="it-IT" altLang="it-IT" dirty="0"/>
          </a:p>
          <a:p>
            <a:pPr lvl="2"/>
            <a:r>
              <a:rPr lang="it-IT" altLang="it-IT" dirty="0" err="1"/>
              <a:t>because</a:t>
            </a:r>
            <a:r>
              <a:rPr lang="it-IT" altLang="it-IT" dirty="0"/>
              <a:t> </a:t>
            </a:r>
            <a:r>
              <a:rPr lang="it-IT" altLang="it-IT" dirty="0" err="1"/>
              <a:t>operators</a:t>
            </a:r>
            <a:r>
              <a:rPr lang="it-IT" altLang="it-IT" dirty="0"/>
              <a:t> associate </a:t>
            </a:r>
            <a:r>
              <a:rPr lang="it-IT" altLang="it-IT" dirty="0" err="1"/>
              <a:t>them</a:t>
            </a:r>
            <a:r>
              <a:rPr lang="it-IT" altLang="it-IT" dirty="0"/>
              <a:t> with names</a:t>
            </a:r>
          </a:p>
          <a:p>
            <a:pPr lvl="1"/>
            <a:r>
              <a:rPr lang="en-US" altLang="it-IT" dirty="0"/>
              <a:t>they are dangerous</a:t>
            </a:r>
          </a:p>
          <a:p>
            <a:pPr lvl="2"/>
            <a:r>
              <a:rPr lang="en-US" altLang="it-IT" dirty="0"/>
              <a:t>an accidental leakage of the internal BGP notifications to the Internet may be disruptive</a:t>
            </a:r>
            <a:endParaRPr lang="it-IT" altLang="it-IT" dirty="0"/>
          </a:p>
          <a:p>
            <a:r>
              <a:rPr lang="it-IT" altLang="it-IT" dirty="0"/>
              <a:t>private </a:t>
            </a:r>
            <a:r>
              <a:rPr lang="it-IT" altLang="it-IT" dirty="0" err="1"/>
              <a:t>ASNs</a:t>
            </a:r>
            <a:r>
              <a:rPr lang="it-IT" altLang="it-IT" dirty="0"/>
              <a:t> are </a:t>
            </a:r>
            <a:r>
              <a:rPr lang="it-IT" altLang="it-IT" dirty="0" err="1"/>
              <a:t>generally</a:t>
            </a:r>
            <a:r>
              <a:rPr lang="it-IT" altLang="it-IT" dirty="0"/>
              <a:t> </a:t>
            </a:r>
            <a:r>
              <a:rPr lang="it-IT" altLang="it-IT" dirty="0" err="1"/>
              <a:t>used</a:t>
            </a:r>
            <a:endParaRPr lang="it-IT" altLang="it-IT" dirty="0"/>
          </a:p>
          <a:p>
            <a:pPr lvl="1"/>
            <a:r>
              <a:rPr lang="en-US" altLang="it-IT" dirty="0"/>
              <a:t>the 2-byte ASNs allow only 1,023 private </a:t>
            </a:r>
            <a:r>
              <a:rPr lang="en-US" altLang="it-IT" dirty="0" err="1"/>
              <a:t>ASes</a:t>
            </a:r>
            <a:r>
              <a:rPr lang="en-US" altLang="it-IT" dirty="0"/>
              <a:t> in the range 64512–65534</a:t>
            </a:r>
          </a:p>
          <a:p>
            <a:pPr lvl="1"/>
            <a:r>
              <a:rPr lang="en-US" altLang="it-IT" dirty="0"/>
              <a:t>the 4-byte ASNs support almost 95 million private </a:t>
            </a:r>
            <a:r>
              <a:rPr lang="en-US" altLang="it-IT" dirty="0" err="1"/>
              <a:t>ASes</a:t>
            </a:r>
            <a:endParaRPr lang="en-US" altLang="it-IT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>
            <a:extLst>
              <a:ext uri="{FF2B5EF4-FFF2-40B4-BE49-F238E27FC236}">
                <a16:creationId xmlns:a16="http://schemas.microsoft.com/office/drawing/2014/main" id="{EDFD10A7-4F6B-B00A-C376-DC850B6EF2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/>
              <a:t>ASes and routers</a:t>
            </a:r>
            <a:endParaRPr lang="en-US" altLang="it-IT"/>
          </a:p>
        </p:txBody>
      </p:sp>
      <p:sp>
        <p:nvSpPr>
          <p:cNvPr id="211971" name="Rectangle 3">
            <a:extLst>
              <a:ext uri="{FF2B5EF4-FFF2-40B4-BE49-F238E27FC236}">
                <a16:creationId xmlns:a16="http://schemas.microsoft.com/office/drawing/2014/main" id="{E6C5F209-CFC4-C2D1-4E01-9488BDE811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it-IT" dirty="0"/>
              <a:t>the most obvious choice would be assigning a different ASN to each node</a:t>
            </a:r>
          </a:p>
          <a:p>
            <a:pPr>
              <a:lnSpc>
                <a:spcPct val="80000"/>
              </a:lnSpc>
            </a:pPr>
            <a:r>
              <a:rPr lang="en-US" altLang="it-IT" dirty="0"/>
              <a:t>however, this approach would lead to BGP </a:t>
            </a:r>
            <a:r>
              <a:rPr lang="en-US" altLang="it-IT" i="1" dirty="0"/>
              <a:t>path exploration</a:t>
            </a:r>
            <a:r>
              <a:rPr lang="en-US" altLang="it-IT" dirty="0"/>
              <a:t> issues</a:t>
            </a:r>
          </a:p>
          <a:p>
            <a:pPr lvl="1">
              <a:lnSpc>
                <a:spcPct val="80000"/>
              </a:lnSpc>
            </a:pPr>
            <a:endParaRPr lang="it-IT" altLang="it-IT" sz="2400" dirty="0"/>
          </a:p>
        </p:txBody>
      </p:sp>
      <p:sp>
        <p:nvSpPr>
          <p:cNvPr id="212087" name="AutoShape 119">
            <a:extLst>
              <a:ext uri="{FF2B5EF4-FFF2-40B4-BE49-F238E27FC236}">
                <a16:creationId xmlns:a16="http://schemas.microsoft.com/office/drawing/2014/main" id="{E0BBB869-324D-6677-0015-50BA8A4E6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0808" y="3276600"/>
            <a:ext cx="532800" cy="540000"/>
          </a:xfrm>
          <a:prstGeom prst="roundRect">
            <a:avLst>
              <a:gd name="adj" fmla="val 31509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212086" name="AutoShape 118">
            <a:extLst>
              <a:ext uri="{FF2B5EF4-FFF2-40B4-BE49-F238E27FC236}">
                <a16:creationId xmlns:a16="http://schemas.microsoft.com/office/drawing/2014/main" id="{F5EB29AD-0873-C1A4-ADF2-F86F73E2E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2595" y="3276599"/>
            <a:ext cx="533400" cy="540000"/>
          </a:xfrm>
          <a:prstGeom prst="roundRect">
            <a:avLst>
              <a:gd name="adj" fmla="val 31509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212083" name="AutoShape 115">
            <a:extLst>
              <a:ext uri="{FF2B5EF4-FFF2-40B4-BE49-F238E27FC236}">
                <a16:creationId xmlns:a16="http://schemas.microsoft.com/office/drawing/2014/main" id="{731DCB86-A81B-6D34-B093-35CC68CDB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0581" y="4523987"/>
            <a:ext cx="533400" cy="540000"/>
          </a:xfrm>
          <a:prstGeom prst="roundRect">
            <a:avLst>
              <a:gd name="adj" fmla="val 31509"/>
            </a:avLst>
          </a:prstGeom>
          <a:solidFill>
            <a:srgbClr val="CCFFFF">
              <a:alpha val="20000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212082" name="AutoShape 114">
            <a:extLst>
              <a:ext uri="{FF2B5EF4-FFF2-40B4-BE49-F238E27FC236}">
                <a16:creationId xmlns:a16="http://schemas.microsoft.com/office/drawing/2014/main" id="{10B2BFF4-DCB2-D9F7-E9E4-A169D109D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9381" y="4519045"/>
            <a:ext cx="533400" cy="540000"/>
          </a:xfrm>
          <a:prstGeom prst="roundRect">
            <a:avLst>
              <a:gd name="adj" fmla="val 31509"/>
            </a:avLst>
          </a:prstGeom>
          <a:solidFill>
            <a:srgbClr val="CCFF99">
              <a:alpha val="20000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211976" name="AutoShape 8">
            <a:extLst>
              <a:ext uri="{FF2B5EF4-FFF2-40B4-BE49-F238E27FC236}">
                <a16:creationId xmlns:a16="http://schemas.microsoft.com/office/drawing/2014/main" id="{6D2AF608-9008-FB6C-5120-48A4EB9F9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0581" y="5413056"/>
            <a:ext cx="533400" cy="540000"/>
          </a:xfrm>
          <a:prstGeom prst="roundRect">
            <a:avLst>
              <a:gd name="adj" fmla="val 31509"/>
            </a:avLst>
          </a:prstGeom>
          <a:solidFill>
            <a:srgbClr val="000066">
              <a:alpha val="25000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211977" name="AutoShape 9">
            <a:extLst>
              <a:ext uri="{FF2B5EF4-FFF2-40B4-BE49-F238E27FC236}">
                <a16:creationId xmlns:a16="http://schemas.microsoft.com/office/drawing/2014/main" id="{1582B6F1-F50A-C060-8BD3-F23A65BF3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981" y="5413056"/>
            <a:ext cx="533400" cy="540000"/>
          </a:xfrm>
          <a:prstGeom prst="roundRect">
            <a:avLst>
              <a:gd name="adj" fmla="val 31509"/>
            </a:avLst>
          </a:prstGeom>
          <a:solidFill>
            <a:srgbClr val="000066">
              <a:alpha val="50000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211978" name="AutoShape 10">
            <a:extLst>
              <a:ext uri="{FF2B5EF4-FFF2-40B4-BE49-F238E27FC236}">
                <a16:creationId xmlns:a16="http://schemas.microsoft.com/office/drawing/2014/main" id="{C5E1587E-D290-97FF-A177-AE1E20428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9381" y="5413056"/>
            <a:ext cx="533400" cy="540000"/>
          </a:xfrm>
          <a:prstGeom prst="roundRect">
            <a:avLst>
              <a:gd name="adj" fmla="val 31509"/>
            </a:avLst>
          </a:prstGeom>
          <a:solidFill>
            <a:srgbClr val="006600">
              <a:alpha val="25000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211979" name="AutoShape 11">
            <a:extLst>
              <a:ext uri="{FF2B5EF4-FFF2-40B4-BE49-F238E27FC236}">
                <a16:creationId xmlns:a16="http://schemas.microsoft.com/office/drawing/2014/main" id="{E26278FF-CF4B-6789-E0F2-220E0F9BA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8781" y="5413056"/>
            <a:ext cx="533400" cy="540000"/>
          </a:xfrm>
          <a:prstGeom prst="roundRect">
            <a:avLst>
              <a:gd name="adj" fmla="val 31509"/>
            </a:avLst>
          </a:prstGeom>
          <a:solidFill>
            <a:srgbClr val="006600">
              <a:alpha val="50000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211982" name="AutoShape 14">
            <a:extLst>
              <a:ext uri="{FF2B5EF4-FFF2-40B4-BE49-F238E27FC236}">
                <a16:creationId xmlns:a16="http://schemas.microsoft.com/office/drawing/2014/main" id="{C3E0D4E0-AAE8-6A1D-2189-7AEA194D7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5876" y="4519045"/>
            <a:ext cx="533400" cy="540000"/>
          </a:xfrm>
          <a:prstGeom prst="roundRect">
            <a:avLst>
              <a:gd name="adj" fmla="val 31509"/>
            </a:avLst>
          </a:prstGeom>
          <a:solidFill>
            <a:srgbClr val="CCFF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211983" name="AutoShape 15">
            <a:extLst>
              <a:ext uri="{FF2B5EF4-FFF2-40B4-BE49-F238E27FC236}">
                <a16:creationId xmlns:a16="http://schemas.microsoft.com/office/drawing/2014/main" id="{780CCAEA-ABE4-6608-5175-FFD71207F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8781" y="4530157"/>
            <a:ext cx="533400" cy="540000"/>
          </a:xfrm>
          <a:prstGeom prst="roundRect">
            <a:avLst>
              <a:gd name="adj" fmla="val 31509"/>
            </a:avLst>
          </a:prstGeom>
          <a:solidFill>
            <a:srgbClr val="CCFF99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211990" name="Oval 22">
            <a:extLst>
              <a:ext uri="{FF2B5EF4-FFF2-40B4-BE49-F238E27FC236}">
                <a16:creationId xmlns:a16="http://schemas.microsoft.com/office/drawing/2014/main" id="{05F9F26B-E04F-AEF0-181C-D4F464DE0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1495" y="3346148"/>
            <a:ext cx="381000" cy="381000"/>
          </a:xfrm>
          <a:prstGeom prst="ellipse">
            <a:avLst/>
          </a:prstGeom>
          <a:solidFill>
            <a:srgbClr val="99CC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it-IT" altLang="it-IT"/>
          </a:p>
        </p:txBody>
      </p:sp>
      <p:sp>
        <p:nvSpPr>
          <p:cNvPr id="211992" name="Oval 24">
            <a:extLst>
              <a:ext uri="{FF2B5EF4-FFF2-40B4-BE49-F238E27FC236}">
                <a16:creationId xmlns:a16="http://schemas.microsoft.com/office/drawing/2014/main" id="{EE795993-463A-0407-C5DB-61028B15E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5581" y="4586288"/>
            <a:ext cx="381000" cy="381000"/>
          </a:xfrm>
          <a:prstGeom prst="ellipse">
            <a:avLst/>
          </a:prstGeom>
          <a:solidFill>
            <a:srgbClr val="99CC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it-IT" altLang="it-IT"/>
          </a:p>
        </p:txBody>
      </p:sp>
      <p:sp>
        <p:nvSpPr>
          <p:cNvPr id="211993" name="Oval 25">
            <a:extLst>
              <a:ext uri="{FF2B5EF4-FFF2-40B4-BE49-F238E27FC236}">
                <a16:creationId xmlns:a16="http://schemas.microsoft.com/office/drawing/2014/main" id="{C35758EB-F786-DE0D-C904-CF4FD1448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6181" y="4586288"/>
            <a:ext cx="381000" cy="381000"/>
          </a:xfrm>
          <a:prstGeom prst="ellipse">
            <a:avLst/>
          </a:prstGeom>
          <a:solidFill>
            <a:srgbClr val="99CC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it-IT" altLang="it-IT"/>
          </a:p>
        </p:txBody>
      </p:sp>
      <p:sp>
        <p:nvSpPr>
          <p:cNvPr id="211994" name="Oval 26">
            <a:extLst>
              <a:ext uri="{FF2B5EF4-FFF2-40B4-BE49-F238E27FC236}">
                <a16:creationId xmlns:a16="http://schemas.microsoft.com/office/drawing/2014/main" id="{16B91A2A-A5C3-6CFC-32FC-C880D7A07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6781" y="4586288"/>
            <a:ext cx="381000" cy="381000"/>
          </a:xfrm>
          <a:prstGeom prst="ellipse">
            <a:avLst/>
          </a:prstGeom>
          <a:solidFill>
            <a:srgbClr val="99CC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it-IT" altLang="it-IT"/>
          </a:p>
        </p:txBody>
      </p:sp>
      <p:cxnSp>
        <p:nvCxnSpPr>
          <p:cNvPr id="211998" name="AutoShape 30">
            <a:extLst>
              <a:ext uri="{FF2B5EF4-FFF2-40B4-BE49-F238E27FC236}">
                <a16:creationId xmlns:a16="http://schemas.microsoft.com/office/drawing/2014/main" id="{6E047DE1-0462-7D16-248B-9933E42918D5}"/>
              </a:ext>
            </a:extLst>
          </p:cNvPr>
          <p:cNvCxnSpPr>
            <a:cxnSpLocks noChangeShapeType="1"/>
            <a:stCxn id="211990" idx="4"/>
            <a:endCxn id="211993" idx="0"/>
          </p:cNvCxnSpPr>
          <p:nvPr/>
        </p:nvCxnSpPr>
        <p:spPr bwMode="auto">
          <a:xfrm>
            <a:off x="5621995" y="3727148"/>
            <a:ext cx="974686" cy="85914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2000" name="AutoShape 32">
            <a:extLst>
              <a:ext uri="{FF2B5EF4-FFF2-40B4-BE49-F238E27FC236}">
                <a16:creationId xmlns:a16="http://schemas.microsoft.com/office/drawing/2014/main" id="{5B45DC2D-BC70-3330-512E-D699A033179A}"/>
              </a:ext>
            </a:extLst>
          </p:cNvPr>
          <p:cNvCxnSpPr>
            <a:cxnSpLocks noChangeShapeType="1"/>
            <a:stCxn id="211990" idx="4"/>
            <a:endCxn id="211994" idx="0"/>
          </p:cNvCxnSpPr>
          <p:nvPr/>
        </p:nvCxnSpPr>
        <p:spPr bwMode="auto">
          <a:xfrm>
            <a:off x="5621995" y="3727148"/>
            <a:ext cx="1965286" cy="85914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2001" name="AutoShape 33">
            <a:extLst>
              <a:ext uri="{FF2B5EF4-FFF2-40B4-BE49-F238E27FC236}">
                <a16:creationId xmlns:a16="http://schemas.microsoft.com/office/drawing/2014/main" id="{5F6E87DA-9DFD-C6BA-90D1-36B87FF89EA7}"/>
              </a:ext>
            </a:extLst>
          </p:cNvPr>
          <p:cNvCxnSpPr>
            <a:cxnSpLocks noChangeShapeType="1"/>
            <a:stCxn id="212059" idx="4"/>
            <a:endCxn id="211992" idx="0"/>
          </p:cNvCxnSpPr>
          <p:nvPr/>
        </p:nvCxnSpPr>
        <p:spPr bwMode="auto">
          <a:xfrm flipH="1">
            <a:off x="5606081" y="3727148"/>
            <a:ext cx="949364" cy="85914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2006" name="Oval 38">
            <a:extLst>
              <a:ext uri="{FF2B5EF4-FFF2-40B4-BE49-F238E27FC236}">
                <a16:creationId xmlns:a16="http://schemas.microsoft.com/office/drawing/2014/main" id="{D6A26C30-9C9C-5521-179A-F69E62B4E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4981" y="4586288"/>
            <a:ext cx="381000" cy="381000"/>
          </a:xfrm>
          <a:prstGeom prst="ellipse">
            <a:avLst/>
          </a:prstGeom>
          <a:solidFill>
            <a:srgbClr val="99CC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it-IT" altLang="it-IT"/>
          </a:p>
        </p:txBody>
      </p:sp>
      <p:cxnSp>
        <p:nvCxnSpPr>
          <p:cNvPr id="212008" name="AutoShape 40">
            <a:extLst>
              <a:ext uri="{FF2B5EF4-FFF2-40B4-BE49-F238E27FC236}">
                <a16:creationId xmlns:a16="http://schemas.microsoft.com/office/drawing/2014/main" id="{6A9BA643-5DF2-E7A1-4209-39018DFD72D8}"/>
              </a:ext>
            </a:extLst>
          </p:cNvPr>
          <p:cNvCxnSpPr>
            <a:cxnSpLocks noChangeShapeType="1"/>
            <a:stCxn id="211990" idx="4"/>
            <a:endCxn id="212006" idx="0"/>
          </p:cNvCxnSpPr>
          <p:nvPr/>
        </p:nvCxnSpPr>
        <p:spPr bwMode="auto">
          <a:xfrm flipH="1">
            <a:off x="4615481" y="3727148"/>
            <a:ext cx="1006514" cy="85914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2011" name="Oval 43">
            <a:extLst>
              <a:ext uri="{FF2B5EF4-FFF2-40B4-BE49-F238E27FC236}">
                <a16:creationId xmlns:a16="http://schemas.microsoft.com/office/drawing/2014/main" id="{9DE8F28D-9CE9-6E11-9CCE-85583E1BD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5581" y="5500688"/>
            <a:ext cx="381000" cy="381000"/>
          </a:xfrm>
          <a:prstGeom prst="ellipse">
            <a:avLst/>
          </a:prstGeom>
          <a:solidFill>
            <a:srgbClr val="99CC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it-IT" altLang="it-IT"/>
          </a:p>
        </p:txBody>
      </p:sp>
      <p:sp>
        <p:nvSpPr>
          <p:cNvPr id="212012" name="Oval 44">
            <a:extLst>
              <a:ext uri="{FF2B5EF4-FFF2-40B4-BE49-F238E27FC236}">
                <a16:creationId xmlns:a16="http://schemas.microsoft.com/office/drawing/2014/main" id="{8368FEEB-BC2E-E3E1-46CA-A308353E5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6181" y="5500688"/>
            <a:ext cx="381000" cy="381000"/>
          </a:xfrm>
          <a:prstGeom prst="ellipse">
            <a:avLst/>
          </a:prstGeom>
          <a:solidFill>
            <a:srgbClr val="99CC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it-IT" altLang="it-IT"/>
          </a:p>
        </p:txBody>
      </p:sp>
      <p:sp>
        <p:nvSpPr>
          <p:cNvPr id="212013" name="Oval 45">
            <a:extLst>
              <a:ext uri="{FF2B5EF4-FFF2-40B4-BE49-F238E27FC236}">
                <a16:creationId xmlns:a16="http://schemas.microsoft.com/office/drawing/2014/main" id="{9F755683-C95E-4544-CBAD-9C7219C6D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6781" y="5500688"/>
            <a:ext cx="381000" cy="381000"/>
          </a:xfrm>
          <a:prstGeom prst="ellipse">
            <a:avLst/>
          </a:prstGeom>
          <a:solidFill>
            <a:srgbClr val="99CC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it-IT" altLang="it-IT"/>
          </a:p>
        </p:txBody>
      </p:sp>
      <p:sp>
        <p:nvSpPr>
          <p:cNvPr id="212017" name="Oval 49">
            <a:extLst>
              <a:ext uri="{FF2B5EF4-FFF2-40B4-BE49-F238E27FC236}">
                <a16:creationId xmlns:a16="http://schemas.microsoft.com/office/drawing/2014/main" id="{F7A647D3-9D5F-CB43-E266-BD8D158ED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4981" y="5500688"/>
            <a:ext cx="381000" cy="381000"/>
          </a:xfrm>
          <a:prstGeom prst="ellipse">
            <a:avLst/>
          </a:prstGeom>
          <a:solidFill>
            <a:srgbClr val="99CC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it-IT" altLang="it-IT"/>
          </a:p>
        </p:txBody>
      </p:sp>
      <p:cxnSp>
        <p:nvCxnSpPr>
          <p:cNvPr id="212019" name="AutoShape 51">
            <a:extLst>
              <a:ext uri="{FF2B5EF4-FFF2-40B4-BE49-F238E27FC236}">
                <a16:creationId xmlns:a16="http://schemas.microsoft.com/office/drawing/2014/main" id="{55D03833-E5B4-ED38-0E35-9F42961AC740}"/>
              </a:ext>
            </a:extLst>
          </p:cNvPr>
          <p:cNvCxnSpPr>
            <a:cxnSpLocks noChangeShapeType="1"/>
            <a:stCxn id="212011" idx="0"/>
            <a:endCxn id="212006" idx="4"/>
          </p:cNvCxnSpPr>
          <p:nvPr/>
        </p:nvCxnSpPr>
        <p:spPr bwMode="auto">
          <a:xfrm flipH="1" flipV="1">
            <a:off x="4615481" y="4967288"/>
            <a:ext cx="9906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2020" name="AutoShape 52">
            <a:extLst>
              <a:ext uri="{FF2B5EF4-FFF2-40B4-BE49-F238E27FC236}">
                <a16:creationId xmlns:a16="http://schemas.microsoft.com/office/drawing/2014/main" id="{09DC0B8F-A2FB-8472-A6DE-9F79433D9513}"/>
              </a:ext>
            </a:extLst>
          </p:cNvPr>
          <p:cNvCxnSpPr>
            <a:cxnSpLocks noChangeShapeType="1"/>
            <a:stCxn id="212011" idx="0"/>
            <a:endCxn id="211992" idx="4"/>
          </p:cNvCxnSpPr>
          <p:nvPr/>
        </p:nvCxnSpPr>
        <p:spPr bwMode="auto">
          <a:xfrm flipV="1">
            <a:off x="5606081" y="4967288"/>
            <a:ext cx="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2021" name="AutoShape 53">
            <a:extLst>
              <a:ext uri="{FF2B5EF4-FFF2-40B4-BE49-F238E27FC236}">
                <a16:creationId xmlns:a16="http://schemas.microsoft.com/office/drawing/2014/main" id="{60C44FAF-3903-78CE-4E6C-5E46C3672EDA}"/>
              </a:ext>
            </a:extLst>
          </p:cNvPr>
          <p:cNvCxnSpPr>
            <a:cxnSpLocks noChangeShapeType="1"/>
            <a:stCxn id="212017" idx="0"/>
            <a:endCxn id="212006" idx="4"/>
          </p:cNvCxnSpPr>
          <p:nvPr/>
        </p:nvCxnSpPr>
        <p:spPr bwMode="auto">
          <a:xfrm flipV="1">
            <a:off x="4615481" y="4967288"/>
            <a:ext cx="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2022" name="AutoShape 54">
            <a:extLst>
              <a:ext uri="{FF2B5EF4-FFF2-40B4-BE49-F238E27FC236}">
                <a16:creationId xmlns:a16="http://schemas.microsoft.com/office/drawing/2014/main" id="{8A24BD4F-36A7-2E45-A42C-3384AE3E65E5}"/>
              </a:ext>
            </a:extLst>
          </p:cNvPr>
          <p:cNvCxnSpPr>
            <a:cxnSpLocks noChangeShapeType="1"/>
            <a:stCxn id="212017" idx="0"/>
            <a:endCxn id="211992" idx="4"/>
          </p:cNvCxnSpPr>
          <p:nvPr/>
        </p:nvCxnSpPr>
        <p:spPr bwMode="auto">
          <a:xfrm flipV="1">
            <a:off x="4615481" y="4967288"/>
            <a:ext cx="9906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2023" name="AutoShape 55">
            <a:extLst>
              <a:ext uri="{FF2B5EF4-FFF2-40B4-BE49-F238E27FC236}">
                <a16:creationId xmlns:a16="http://schemas.microsoft.com/office/drawing/2014/main" id="{2B0E4F50-4ACA-8586-5E4A-D42D7B1C2680}"/>
              </a:ext>
            </a:extLst>
          </p:cNvPr>
          <p:cNvCxnSpPr>
            <a:cxnSpLocks noChangeShapeType="1"/>
            <a:stCxn id="212013" idx="0"/>
            <a:endCxn id="211993" idx="4"/>
          </p:cNvCxnSpPr>
          <p:nvPr/>
        </p:nvCxnSpPr>
        <p:spPr bwMode="auto">
          <a:xfrm flipH="1" flipV="1">
            <a:off x="6596681" y="4967288"/>
            <a:ext cx="9906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2024" name="AutoShape 56">
            <a:extLst>
              <a:ext uri="{FF2B5EF4-FFF2-40B4-BE49-F238E27FC236}">
                <a16:creationId xmlns:a16="http://schemas.microsoft.com/office/drawing/2014/main" id="{5EAFE953-906A-A0EB-DEE7-297321FFE5F7}"/>
              </a:ext>
            </a:extLst>
          </p:cNvPr>
          <p:cNvCxnSpPr>
            <a:cxnSpLocks noChangeShapeType="1"/>
            <a:stCxn id="212013" idx="0"/>
            <a:endCxn id="211994" idx="4"/>
          </p:cNvCxnSpPr>
          <p:nvPr/>
        </p:nvCxnSpPr>
        <p:spPr bwMode="auto">
          <a:xfrm flipV="1">
            <a:off x="7587281" y="4967288"/>
            <a:ext cx="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2025" name="AutoShape 57">
            <a:extLst>
              <a:ext uri="{FF2B5EF4-FFF2-40B4-BE49-F238E27FC236}">
                <a16:creationId xmlns:a16="http://schemas.microsoft.com/office/drawing/2014/main" id="{DC72A6C0-54F1-080E-232C-1C2350AD6E5D}"/>
              </a:ext>
            </a:extLst>
          </p:cNvPr>
          <p:cNvCxnSpPr>
            <a:cxnSpLocks noChangeShapeType="1"/>
            <a:stCxn id="212012" idx="0"/>
            <a:endCxn id="211993" idx="4"/>
          </p:cNvCxnSpPr>
          <p:nvPr/>
        </p:nvCxnSpPr>
        <p:spPr bwMode="auto">
          <a:xfrm flipV="1">
            <a:off x="6596681" y="4967288"/>
            <a:ext cx="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2026" name="AutoShape 58">
            <a:extLst>
              <a:ext uri="{FF2B5EF4-FFF2-40B4-BE49-F238E27FC236}">
                <a16:creationId xmlns:a16="http://schemas.microsoft.com/office/drawing/2014/main" id="{DB1E2795-F114-BEF8-387D-B533AC6ACB77}"/>
              </a:ext>
            </a:extLst>
          </p:cNvPr>
          <p:cNvCxnSpPr>
            <a:cxnSpLocks noChangeShapeType="1"/>
            <a:stCxn id="212012" idx="0"/>
            <a:endCxn id="211994" idx="4"/>
          </p:cNvCxnSpPr>
          <p:nvPr/>
        </p:nvCxnSpPr>
        <p:spPr bwMode="auto">
          <a:xfrm flipV="1">
            <a:off x="6596681" y="4967288"/>
            <a:ext cx="9906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2039" name="Line 71">
            <a:extLst>
              <a:ext uri="{FF2B5EF4-FFF2-40B4-BE49-F238E27FC236}">
                <a16:creationId xmlns:a16="http://schemas.microsoft.com/office/drawing/2014/main" id="{38837675-391E-C80D-F0B6-D3334AB82BF5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4567856" y="59055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212040" name="Line 72">
            <a:extLst>
              <a:ext uri="{FF2B5EF4-FFF2-40B4-BE49-F238E27FC236}">
                <a16:creationId xmlns:a16="http://schemas.microsoft.com/office/drawing/2014/main" id="{83B4ED8B-C391-E449-9566-0440729E7D5D}"/>
              </a:ext>
            </a:extLst>
          </p:cNvPr>
          <p:cNvSpPr>
            <a:spLocks noChangeShapeType="1"/>
          </p:cNvSpPr>
          <p:nvPr/>
        </p:nvSpPr>
        <p:spPr bwMode="auto">
          <a:xfrm rot="-5400000" flipH="1" flipV="1">
            <a:off x="4415456" y="59055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212041" name="Line 73">
            <a:extLst>
              <a:ext uri="{FF2B5EF4-FFF2-40B4-BE49-F238E27FC236}">
                <a16:creationId xmlns:a16="http://schemas.microsoft.com/office/drawing/2014/main" id="{BA633EA2-F0CD-E313-213D-A3CD4A571ECE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5558456" y="59055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212042" name="Line 74">
            <a:extLst>
              <a:ext uri="{FF2B5EF4-FFF2-40B4-BE49-F238E27FC236}">
                <a16:creationId xmlns:a16="http://schemas.microsoft.com/office/drawing/2014/main" id="{C9E8446C-763B-FFCC-7539-241841DC4EF4}"/>
              </a:ext>
            </a:extLst>
          </p:cNvPr>
          <p:cNvSpPr>
            <a:spLocks noChangeShapeType="1"/>
          </p:cNvSpPr>
          <p:nvPr/>
        </p:nvSpPr>
        <p:spPr bwMode="auto">
          <a:xfrm rot="-5400000" flipH="1" flipV="1">
            <a:off x="5406056" y="59055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212043" name="Line 75">
            <a:extLst>
              <a:ext uri="{FF2B5EF4-FFF2-40B4-BE49-F238E27FC236}">
                <a16:creationId xmlns:a16="http://schemas.microsoft.com/office/drawing/2014/main" id="{9FFE48F0-D362-C623-1974-DFF8CFAB655E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6549056" y="59055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212044" name="Line 76">
            <a:extLst>
              <a:ext uri="{FF2B5EF4-FFF2-40B4-BE49-F238E27FC236}">
                <a16:creationId xmlns:a16="http://schemas.microsoft.com/office/drawing/2014/main" id="{BFCCC9EB-8733-289C-C2EA-A417BCC787A8}"/>
              </a:ext>
            </a:extLst>
          </p:cNvPr>
          <p:cNvSpPr>
            <a:spLocks noChangeShapeType="1"/>
          </p:cNvSpPr>
          <p:nvPr/>
        </p:nvSpPr>
        <p:spPr bwMode="auto">
          <a:xfrm rot="-5400000" flipH="1" flipV="1">
            <a:off x="6396656" y="59055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212045" name="Line 77">
            <a:extLst>
              <a:ext uri="{FF2B5EF4-FFF2-40B4-BE49-F238E27FC236}">
                <a16:creationId xmlns:a16="http://schemas.microsoft.com/office/drawing/2014/main" id="{462A0DF7-9449-49EF-773C-E3E0B953F254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7539656" y="59055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212046" name="Line 78">
            <a:extLst>
              <a:ext uri="{FF2B5EF4-FFF2-40B4-BE49-F238E27FC236}">
                <a16:creationId xmlns:a16="http://schemas.microsoft.com/office/drawing/2014/main" id="{65FC7361-0503-3CE9-7963-321A6B277D0A}"/>
              </a:ext>
            </a:extLst>
          </p:cNvPr>
          <p:cNvSpPr>
            <a:spLocks noChangeShapeType="1"/>
          </p:cNvSpPr>
          <p:nvPr/>
        </p:nvSpPr>
        <p:spPr bwMode="auto">
          <a:xfrm rot="-5400000" flipH="1" flipV="1">
            <a:off x="7387256" y="59055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212059" name="Oval 91">
            <a:extLst>
              <a:ext uri="{FF2B5EF4-FFF2-40B4-BE49-F238E27FC236}">
                <a16:creationId xmlns:a16="http://schemas.microsoft.com/office/drawing/2014/main" id="{7E4A44F5-C331-8F81-3072-55500B582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4945" y="3346148"/>
            <a:ext cx="381000" cy="381000"/>
          </a:xfrm>
          <a:prstGeom prst="ellipse">
            <a:avLst/>
          </a:prstGeom>
          <a:solidFill>
            <a:srgbClr val="99CC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it-IT" altLang="it-IT"/>
          </a:p>
        </p:txBody>
      </p:sp>
      <p:cxnSp>
        <p:nvCxnSpPr>
          <p:cNvPr id="212061" name="AutoShape 93">
            <a:extLst>
              <a:ext uri="{FF2B5EF4-FFF2-40B4-BE49-F238E27FC236}">
                <a16:creationId xmlns:a16="http://schemas.microsoft.com/office/drawing/2014/main" id="{3D6A79CA-CE9F-B6A7-9823-17B0938FC6D0}"/>
              </a:ext>
            </a:extLst>
          </p:cNvPr>
          <p:cNvCxnSpPr>
            <a:cxnSpLocks noChangeShapeType="1"/>
            <a:stCxn id="212059" idx="4"/>
            <a:endCxn id="211993" idx="0"/>
          </p:cNvCxnSpPr>
          <p:nvPr/>
        </p:nvCxnSpPr>
        <p:spPr bwMode="auto">
          <a:xfrm>
            <a:off x="6555445" y="3727148"/>
            <a:ext cx="41236" cy="85914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2062" name="AutoShape 94">
            <a:extLst>
              <a:ext uri="{FF2B5EF4-FFF2-40B4-BE49-F238E27FC236}">
                <a16:creationId xmlns:a16="http://schemas.microsoft.com/office/drawing/2014/main" id="{2B8A4078-F89E-0D21-8F07-D9773F10E2D6}"/>
              </a:ext>
            </a:extLst>
          </p:cNvPr>
          <p:cNvCxnSpPr>
            <a:cxnSpLocks noChangeShapeType="1"/>
            <a:stCxn id="212059" idx="4"/>
            <a:endCxn id="211994" idx="0"/>
          </p:cNvCxnSpPr>
          <p:nvPr/>
        </p:nvCxnSpPr>
        <p:spPr bwMode="auto">
          <a:xfrm>
            <a:off x="6555445" y="3727148"/>
            <a:ext cx="1031836" cy="85914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2063" name="AutoShape 95">
            <a:extLst>
              <a:ext uri="{FF2B5EF4-FFF2-40B4-BE49-F238E27FC236}">
                <a16:creationId xmlns:a16="http://schemas.microsoft.com/office/drawing/2014/main" id="{1B3A9C9A-51D3-C16A-E74D-B24DEF94B059}"/>
              </a:ext>
            </a:extLst>
          </p:cNvPr>
          <p:cNvCxnSpPr>
            <a:cxnSpLocks noChangeShapeType="1"/>
            <a:stCxn id="211990" idx="4"/>
            <a:endCxn id="211992" idx="0"/>
          </p:cNvCxnSpPr>
          <p:nvPr/>
        </p:nvCxnSpPr>
        <p:spPr bwMode="auto">
          <a:xfrm flipH="1">
            <a:off x="5606081" y="3727148"/>
            <a:ext cx="15914" cy="85914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2070" name="AutoShape 102">
            <a:extLst>
              <a:ext uri="{FF2B5EF4-FFF2-40B4-BE49-F238E27FC236}">
                <a16:creationId xmlns:a16="http://schemas.microsoft.com/office/drawing/2014/main" id="{ED673625-DA72-4C1B-7DCA-8D47CBE4C238}"/>
              </a:ext>
            </a:extLst>
          </p:cNvPr>
          <p:cNvCxnSpPr>
            <a:cxnSpLocks noChangeShapeType="1"/>
            <a:stCxn id="212059" idx="4"/>
            <a:endCxn id="212006" idx="0"/>
          </p:cNvCxnSpPr>
          <p:nvPr/>
        </p:nvCxnSpPr>
        <p:spPr bwMode="auto">
          <a:xfrm flipH="1">
            <a:off x="4615481" y="3727148"/>
            <a:ext cx="1939964" cy="85914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16A58C1-10EF-A1B3-FAE3-65EC43434D8C}"/>
              </a:ext>
            </a:extLst>
          </p:cNvPr>
          <p:cNvSpPr/>
          <p:nvPr/>
        </p:nvSpPr>
        <p:spPr>
          <a:xfrm>
            <a:off x="4266231" y="4460206"/>
            <a:ext cx="1720850" cy="1573881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C2A6AA1E-E3C5-DC86-475C-EC0583DF30FA}"/>
              </a:ext>
            </a:extLst>
          </p:cNvPr>
          <p:cNvSpPr/>
          <p:nvPr/>
        </p:nvSpPr>
        <p:spPr>
          <a:xfrm>
            <a:off x="6212506" y="4465060"/>
            <a:ext cx="1720850" cy="1573881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3204FD70-B1DE-EAD6-316D-6FE68BE1728B}"/>
              </a:ext>
            </a:extLst>
          </p:cNvPr>
          <p:cNvSpPr/>
          <p:nvPr/>
        </p:nvSpPr>
        <p:spPr>
          <a:xfrm>
            <a:off x="5218731" y="3219297"/>
            <a:ext cx="1720850" cy="666903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>
            <a:extLst>
              <a:ext uri="{FF2B5EF4-FFF2-40B4-BE49-F238E27FC236}">
                <a16:creationId xmlns:a16="http://schemas.microsoft.com/office/drawing/2014/main" id="{FEFF1A5C-2601-56E1-6E63-C41E9CDA03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/>
              <a:t>BGP path exploration</a:t>
            </a:r>
            <a:endParaRPr lang="en-US" altLang="it-IT"/>
          </a:p>
        </p:txBody>
      </p:sp>
      <p:sp>
        <p:nvSpPr>
          <p:cNvPr id="227331" name="Rectangle 3">
            <a:extLst>
              <a:ext uri="{FF2B5EF4-FFF2-40B4-BE49-F238E27FC236}">
                <a16:creationId xmlns:a16="http://schemas.microsoft.com/office/drawing/2014/main" id="{5B02F784-ADC1-E70C-C0FC-7DE1601A17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it-IT" dirty="0"/>
              <a:t>immediately after a fault there is a transient period when inconsistent AS-paths are propagated in the network </a:t>
            </a:r>
          </a:p>
          <a:p>
            <a:pPr lvl="1"/>
            <a:r>
              <a:rPr lang="en-GB" altLang="it-IT" dirty="0"/>
              <a:t>routers have plenty of alternatives and jump from one to another before all alternatives are withdrawn</a:t>
            </a:r>
          </a:p>
          <a:p>
            <a:pPr lvl="1"/>
            <a:r>
              <a:rPr lang="en-GB" altLang="it-IT" dirty="0"/>
              <a:t>each best route change is propagated again by the routers</a:t>
            </a:r>
          </a:p>
          <a:p>
            <a:pPr lvl="1"/>
            <a:r>
              <a:rPr lang="en-GB" altLang="it-IT" dirty="0"/>
              <a:t>lots of useless BGP updates are transmitted</a:t>
            </a:r>
          </a:p>
          <a:p>
            <a:r>
              <a:rPr lang="en-GB" altLang="it-IT" dirty="0"/>
              <a:t>since data </a:t>
            </a:r>
            <a:r>
              <a:rPr lang="en-GB" altLang="it-IT" dirty="0" err="1"/>
              <a:t>centers’</a:t>
            </a:r>
            <a:r>
              <a:rPr lang="en-GB" altLang="it-IT" dirty="0"/>
              <a:t> topologies are dense and hence have a lot of cycles this problem must be addressed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>
            <a:extLst>
              <a:ext uri="{FF2B5EF4-FFF2-40B4-BE49-F238E27FC236}">
                <a16:creationId xmlns:a16="http://schemas.microsoft.com/office/drawing/2014/main" id="{EDFD10A7-4F6B-B00A-C376-DC850B6EF2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 dirty="0"/>
              <a:t>the </a:t>
            </a:r>
            <a:r>
              <a:rPr lang="it-IT" altLang="it-IT" dirty="0" err="1"/>
              <a:t>RFC’s</a:t>
            </a:r>
            <a:r>
              <a:rPr lang="it-IT" altLang="it-IT" dirty="0"/>
              <a:t> AS </a:t>
            </a:r>
            <a:r>
              <a:rPr lang="it-IT" altLang="it-IT" dirty="0" err="1"/>
              <a:t>scheme</a:t>
            </a:r>
            <a:endParaRPr lang="en-US" altLang="it-IT" dirty="0"/>
          </a:p>
        </p:txBody>
      </p:sp>
      <p:sp>
        <p:nvSpPr>
          <p:cNvPr id="211971" name="Rectangle 3">
            <a:extLst>
              <a:ext uri="{FF2B5EF4-FFF2-40B4-BE49-F238E27FC236}">
                <a16:creationId xmlns:a16="http://schemas.microsoft.com/office/drawing/2014/main" id="{E6C5F209-CFC4-C2D1-4E01-9488BDE811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295399"/>
            <a:ext cx="10972800" cy="1729967"/>
          </a:xfrm>
        </p:spPr>
        <p:txBody>
          <a:bodyPr/>
          <a:lstStyle/>
          <a:p>
            <a:r>
              <a:rPr lang="it-IT" altLang="it-IT" dirty="0" err="1"/>
              <a:t>each</a:t>
            </a:r>
            <a:r>
              <a:rPr lang="it-IT" altLang="it-IT" dirty="0"/>
              <a:t> </a:t>
            </a:r>
            <a:r>
              <a:rPr lang="it-IT" altLang="it-IT" dirty="0" err="1"/>
              <a:t>Leaf</a:t>
            </a:r>
            <a:r>
              <a:rPr lang="it-IT" altLang="it-IT" dirty="0"/>
              <a:t> </a:t>
            </a:r>
            <a:r>
              <a:rPr lang="it-IT" altLang="it-IT" dirty="0" err="1"/>
              <a:t>is</a:t>
            </a:r>
            <a:r>
              <a:rPr lang="it-IT" altLang="it-IT" dirty="0"/>
              <a:t> a </a:t>
            </a:r>
            <a:r>
              <a:rPr lang="it-IT" altLang="it-IT" dirty="0" err="1"/>
              <a:t>different</a:t>
            </a:r>
            <a:r>
              <a:rPr lang="it-IT" altLang="it-IT" dirty="0"/>
              <a:t> AS</a:t>
            </a:r>
          </a:p>
          <a:p>
            <a:r>
              <a:rPr lang="it-IT" altLang="it-IT" dirty="0"/>
              <a:t>the Spine </a:t>
            </a:r>
            <a:r>
              <a:rPr lang="it-IT" altLang="it-IT" dirty="0" err="1"/>
              <a:t>nodes</a:t>
            </a:r>
            <a:r>
              <a:rPr lang="it-IT" altLang="it-IT" dirty="0"/>
              <a:t> of </a:t>
            </a:r>
            <a:r>
              <a:rPr lang="it-IT" altLang="it-IT" dirty="0" err="1"/>
              <a:t>each</a:t>
            </a:r>
            <a:r>
              <a:rPr lang="it-IT" altLang="it-IT" dirty="0"/>
              <a:t> </a:t>
            </a:r>
            <a:r>
              <a:rPr lang="it-IT" altLang="it-IT" dirty="0" err="1"/>
              <a:t>PoD</a:t>
            </a:r>
            <a:r>
              <a:rPr lang="it-IT" altLang="it-IT" dirty="0"/>
              <a:t> </a:t>
            </a:r>
            <a:r>
              <a:rPr lang="it-IT" altLang="it-IT" dirty="0" err="1"/>
              <a:t>belong</a:t>
            </a:r>
            <a:r>
              <a:rPr lang="it-IT" altLang="it-IT" dirty="0"/>
              <a:t> to the </a:t>
            </a:r>
            <a:r>
              <a:rPr lang="it-IT" altLang="it-IT" dirty="0" err="1"/>
              <a:t>same</a:t>
            </a:r>
            <a:r>
              <a:rPr lang="it-IT" altLang="it-IT" dirty="0"/>
              <a:t> AS</a:t>
            </a:r>
          </a:p>
          <a:p>
            <a:r>
              <a:rPr lang="it-IT" altLang="it-IT" dirty="0"/>
              <a:t>the Core </a:t>
            </a:r>
            <a:r>
              <a:rPr lang="it-IT" altLang="it-IT" dirty="0" err="1"/>
              <a:t>nodes</a:t>
            </a:r>
            <a:r>
              <a:rPr lang="it-IT" altLang="it-IT" dirty="0"/>
              <a:t> of the </a:t>
            </a:r>
            <a:r>
              <a:rPr lang="it-IT" altLang="it-IT" dirty="0" err="1"/>
              <a:t>same</a:t>
            </a:r>
            <a:r>
              <a:rPr lang="it-IT" altLang="it-IT" dirty="0"/>
              <a:t> </a:t>
            </a:r>
            <a:r>
              <a:rPr lang="it-IT" altLang="it-IT" dirty="0" err="1"/>
              <a:t>plane</a:t>
            </a:r>
            <a:r>
              <a:rPr lang="it-IT" altLang="it-IT" dirty="0"/>
              <a:t> </a:t>
            </a:r>
            <a:r>
              <a:rPr lang="it-IT" altLang="it-IT" dirty="0" err="1"/>
              <a:t>belong</a:t>
            </a:r>
            <a:r>
              <a:rPr lang="it-IT" altLang="it-IT" dirty="0"/>
              <a:t> to the </a:t>
            </a:r>
            <a:r>
              <a:rPr lang="it-IT" altLang="it-IT" dirty="0" err="1"/>
              <a:t>same</a:t>
            </a:r>
            <a:r>
              <a:rPr lang="it-IT" altLang="it-IT" dirty="0"/>
              <a:t> AS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756B439-3C3F-8901-CF29-4B236B635A0D}"/>
              </a:ext>
            </a:extLst>
          </p:cNvPr>
          <p:cNvGrpSpPr/>
          <p:nvPr/>
        </p:nvGrpSpPr>
        <p:grpSpPr>
          <a:xfrm>
            <a:off x="4292600" y="3330499"/>
            <a:ext cx="3667125" cy="2952903"/>
            <a:chOff x="4292600" y="3330499"/>
            <a:chExt cx="3667125" cy="2952903"/>
          </a:xfrm>
        </p:grpSpPr>
        <p:sp>
          <p:nvSpPr>
            <p:cNvPr id="212086" name="AutoShape 118">
              <a:extLst>
                <a:ext uri="{FF2B5EF4-FFF2-40B4-BE49-F238E27FC236}">
                  <a16:creationId xmlns:a16="http://schemas.microsoft.com/office/drawing/2014/main" id="{F5EB29AD-0873-C1A4-ADF2-F86F73E2E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3381149"/>
              <a:ext cx="1508126" cy="540000"/>
            </a:xfrm>
            <a:prstGeom prst="roundRect">
              <a:avLst>
                <a:gd name="adj" fmla="val 31509"/>
              </a:avLst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/>
            </a:p>
          </p:txBody>
        </p:sp>
        <p:sp>
          <p:nvSpPr>
            <p:cNvPr id="211976" name="AutoShape 8">
              <a:extLst>
                <a:ext uri="{FF2B5EF4-FFF2-40B4-BE49-F238E27FC236}">
                  <a16:creationId xmlns:a16="http://schemas.microsoft.com/office/drawing/2014/main" id="{6D2AF608-9008-FB6C-5120-48A4EB9F9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46950" y="5600458"/>
              <a:ext cx="533400" cy="540000"/>
            </a:xfrm>
            <a:prstGeom prst="roundRect">
              <a:avLst>
                <a:gd name="adj" fmla="val 31509"/>
              </a:avLst>
            </a:prstGeom>
            <a:solidFill>
              <a:srgbClr val="000066">
                <a:alpha val="25000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GB"/>
            </a:p>
          </p:txBody>
        </p:sp>
        <p:sp>
          <p:nvSpPr>
            <p:cNvPr id="211977" name="AutoShape 9">
              <a:extLst>
                <a:ext uri="{FF2B5EF4-FFF2-40B4-BE49-F238E27FC236}">
                  <a16:creationId xmlns:a16="http://schemas.microsoft.com/office/drawing/2014/main" id="{1582B6F1-F50A-C060-8BD3-F23A65BF30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6350" y="5600458"/>
              <a:ext cx="533400" cy="540000"/>
            </a:xfrm>
            <a:prstGeom prst="roundRect">
              <a:avLst>
                <a:gd name="adj" fmla="val 31509"/>
              </a:avLst>
            </a:prstGeom>
            <a:solidFill>
              <a:srgbClr val="000066">
                <a:alpha val="50000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GB"/>
            </a:p>
          </p:txBody>
        </p:sp>
        <p:sp>
          <p:nvSpPr>
            <p:cNvPr id="211978" name="AutoShape 10">
              <a:extLst>
                <a:ext uri="{FF2B5EF4-FFF2-40B4-BE49-F238E27FC236}">
                  <a16:creationId xmlns:a16="http://schemas.microsoft.com/office/drawing/2014/main" id="{C5E1587E-D290-97FF-A177-AE1E204288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5750" y="5600458"/>
              <a:ext cx="533400" cy="540000"/>
            </a:xfrm>
            <a:prstGeom prst="roundRect">
              <a:avLst>
                <a:gd name="adj" fmla="val 31509"/>
              </a:avLst>
            </a:prstGeom>
            <a:solidFill>
              <a:srgbClr val="006600">
                <a:alpha val="25000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GB"/>
            </a:p>
          </p:txBody>
        </p:sp>
        <p:sp>
          <p:nvSpPr>
            <p:cNvPr id="211979" name="AutoShape 11">
              <a:extLst>
                <a:ext uri="{FF2B5EF4-FFF2-40B4-BE49-F238E27FC236}">
                  <a16:creationId xmlns:a16="http://schemas.microsoft.com/office/drawing/2014/main" id="{E26278FF-CF4B-6789-E0F2-220E0F9BAF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5150" y="5600458"/>
              <a:ext cx="533400" cy="540000"/>
            </a:xfrm>
            <a:prstGeom prst="roundRect">
              <a:avLst>
                <a:gd name="adj" fmla="val 31509"/>
              </a:avLst>
            </a:prstGeom>
            <a:solidFill>
              <a:srgbClr val="006600">
                <a:alpha val="50000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GB"/>
            </a:p>
          </p:txBody>
        </p:sp>
        <p:sp>
          <p:nvSpPr>
            <p:cNvPr id="211982" name="AutoShape 14">
              <a:extLst>
                <a:ext uri="{FF2B5EF4-FFF2-40B4-BE49-F238E27FC236}">
                  <a16:creationId xmlns:a16="http://schemas.microsoft.com/office/drawing/2014/main" id="{C3E0D4E0-AAE8-6A1D-2189-7AEA194D72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0475" y="4707630"/>
              <a:ext cx="1517650" cy="540000"/>
            </a:xfrm>
            <a:prstGeom prst="roundRect">
              <a:avLst>
                <a:gd name="adj" fmla="val 31509"/>
              </a:avLst>
            </a:prstGeom>
            <a:solidFill>
              <a:srgbClr val="CCFF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/>
            </a:p>
          </p:txBody>
        </p:sp>
        <p:sp>
          <p:nvSpPr>
            <p:cNvPr id="211983" name="AutoShape 15">
              <a:extLst>
                <a:ext uri="{FF2B5EF4-FFF2-40B4-BE49-F238E27FC236}">
                  <a16:creationId xmlns:a16="http://schemas.microsoft.com/office/drawing/2014/main" id="{780CCAEA-ABE4-6608-5175-FFD71207F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8682" y="4694190"/>
              <a:ext cx="1517651" cy="540000"/>
            </a:xfrm>
            <a:prstGeom prst="roundRect">
              <a:avLst>
                <a:gd name="adj" fmla="val 31509"/>
              </a:avLst>
            </a:prstGeom>
            <a:solidFill>
              <a:srgbClr val="CCFF99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/>
            </a:p>
          </p:txBody>
        </p:sp>
        <p:sp>
          <p:nvSpPr>
            <p:cNvPr id="211990" name="Oval 22">
              <a:extLst>
                <a:ext uri="{FF2B5EF4-FFF2-40B4-BE49-F238E27FC236}">
                  <a16:creationId xmlns:a16="http://schemas.microsoft.com/office/drawing/2014/main" id="{05F9F26B-E04F-AEF0-181C-D4F464DE07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9100" y="3457350"/>
              <a:ext cx="381000" cy="381000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sp>
          <p:nvSpPr>
            <p:cNvPr id="211992" name="Oval 24">
              <a:extLst>
                <a:ext uri="{FF2B5EF4-FFF2-40B4-BE49-F238E27FC236}">
                  <a16:creationId xmlns:a16="http://schemas.microsoft.com/office/drawing/2014/main" id="{EE795993-463A-0407-C5DB-61028B15E8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1950" y="4773690"/>
              <a:ext cx="381000" cy="381000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sp>
          <p:nvSpPr>
            <p:cNvPr id="211993" name="Oval 25">
              <a:extLst>
                <a:ext uri="{FF2B5EF4-FFF2-40B4-BE49-F238E27FC236}">
                  <a16:creationId xmlns:a16="http://schemas.microsoft.com/office/drawing/2014/main" id="{C35758EB-F786-DE0D-C904-CF4FD14483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2550" y="4773690"/>
              <a:ext cx="381000" cy="381000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sp>
          <p:nvSpPr>
            <p:cNvPr id="211994" name="Oval 26">
              <a:extLst>
                <a:ext uri="{FF2B5EF4-FFF2-40B4-BE49-F238E27FC236}">
                  <a16:creationId xmlns:a16="http://schemas.microsoft.com/office/drawing/2014/main" id="{16B91A2A-A5C3-6CFC-32FC-C880D7A07D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3150" y="4773690"/>
              <a:ext cx="381000" cy="381000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cxnSp>
          <p:nvCxnSpPr>
            <p:cNvPr id="211998" name="AutoShape 30">
              <a:extLst>
                <a:ext uri="{FF2B5EF4-FFF2-40B4-BE49-F238E27FC236}">
                  <a16:creationId xmlns:a16="http://schemas.microsoft.com/office/drawing/2014/main" id="{6E047DE1-0462-7D16-248B-9933E42918D5}"/>
                </a:ext>
              </a:extLst>
            </p:cNvPr>
            <p:cNvCxnSpPr>
              <a:cxnSpLocks noChangeShapeType="1"/>
              <a:stCxn id="211990" idx="4"/>
              <a:endCxn id="211993" idx="0"/>
            </p:cNvCxnSpPr>
            <p:nvPr/>
          </p:nvCxnSpPr>
          <p:spPr bwMode="auto">
            <a:xfrm>
              <a:off x="5689600" y="3838350"/>
              <a:ext cx="933450" cy="9353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2000" name="AutoShape 32">
              <a:extLst>
                <a:ext uri="{FF2B5EF4-FFF2-40B4-BE49-F238E27FC236}">
                  <a16:creationId xmlns:a16="http://schemas.microsoft.com/office/drawing/2014/main" id="{5B45DC2D-BC70-3330-512E-D699A033179A}"/>
                </a:ext>
              </a:extLst>
            </p:cNvPr>
            <p:cNvCxnSpPr>
              <a:cxnSpLocks noChangeShapeType="1"/>
              <a:stCxn id="211990" idx="4"/>
              <a:endCxn id="211992" idx="0"/>
            </p:cNvCxnSpPr>
            <p:nvPr/>
          </p:nvCxnSpPr>
          <p:spPr bwMode="auto">
            <a:xfrm flipH="1">
              <a:off x="5632450" y="3838350"/>
              <a:ext cx="57150" cy="9353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2001" name="AutoShape 33">
              <a:extLst>
                <a:ext uri="{FF2B5EF4-FFF2-40B4-BE49-F238E27FC236}">
                  <a16:creationId xmlns:a16="http://schemas.microsoft.com/office/drawing/2014/main" id="{5F6E87DA-9DFD-C6BA-90D1-36B87FF89EA7}"/>
                </a:ext>
              </a:extLst>
            </p:cNvPr>
            <p:cNvCxnSpPr>
              <a:cxnSpLocks noChangeShapeType="1"/>
              <a:stCxn id="211990" idx="4"/>
              <a:endCxn id="211994" idx="0"/>
            </p:cNvCxnSpPr>
            <p:nvPr/>
          </p:nvCxnSpPr>
          <p:spPr bwMode="auto">
            <a:xfrm>
              <a:off x="5689600" y="3838350"/>
              <a:ext cx="1924050" cy="9353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2006" name="Oval 38">
              <a:extLst>
                <a:ext uri="{FF2B5EF4-FFF2-40B4-BE49-F238E27FC236}">
                  <a16:creationId xmlns:a16="http://schemas.microsoft.com/office/drawing/2014/main" id="{D6A26C30-9C9C-5521-179A-F69E62B4ED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1350" y="4773690"/>
              <a:ext cx="381000" cy="381000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cxnSp>
          <p:nvCxnSpPr>
            <p:cNvPr id="212008" name="AutoShape 40">
              <a:extLst>
                <a:ext uri="{FF2B5EF4-FFF2-40B4-BE49-F238E27FC236}">
                  <a16:creationId xmlns:a16="http://schemas.microsoft.com/office/drawing/2014/main" id="{6A9BA643-5DF2-E7A1-4209-39018DFD72D8}"/>
                </a:ext>
              </a:extLst>
            </p:cNvPr>
            <p:cNvCxnSpPr>
              <a:cxnSpLocks noChangeShapeType="1"/>
              <a:stCxn id="211990" idx="4"/>
              <a:endCxn id="212006" idx="0"/>
            </p:cNvCxnSpPr>
            <p:nvPr/>
          </p:nvCxnSpPr>
          <p:spPr bwMode="auto">
            <a:xfrm flipH="1">
              <a:off x="4641850" y="3838350"/>
              <a:ext cx="1047750" cy="9353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2011" name="Oval 43">
              <a:extLst>
                <a:ext uri="{FF2B5EF4-FFF2-40B4-BE49-F238E27FC236}">
                  <a16:creationId xmlns:a16="http://schemas.microsoft.com/office/drawing/2014/main" id="{9DE8F28D-9CE9-6E11-9CCE-85583E1BD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1950" y="5688090"/>
              <a:ext cx="381000" cy="381000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sp>
          <p:nvSpPr>
            <p:cNvPr id="212012" name="Oval 44">
              <a:extLst>
                <a:ext uri="{FF2B5EF4-FFF2-40B4-BE49-F238E27FC236}">
                  <a16:creationId xmlns:a16="http://schemas.microsoft.com/office/drawing/2014/main" id="{8368FEEB-BC2E-E3E1-46CA-A308353E56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2550" y="5688090"/>
              <a:ext cx="381000" cy="381000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sp>
          <p:nvSpPr>
            <p:cNvPr id="212013" name="Oval 45">
              <a:extLst>
                <a:ext uri="{FF2B5EF4-FFF2-40B4-BE49-F238E27FC236}">
                  <a16:creationId xmlns:a16="http://schemas.microsoft.com/office/drawing/2014/main" id="{9F755683-C95E-4544-CBAD-9C7219C6D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3150" y="5688090"/>
              <a:ext cx="381000" cy="381000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sp>
          <p:nvSpPr>
            <p:cNvPr id="212017" name="Oval 49">
              <a:extLst>
                <a:ext uri="{FF2B5EF4-FFF2-40B4-BE49-F238E27FC236}">
                  <a16:creationId xmlns:a16="http://schemas.microsoft.com/office/drawing/2014/main" id="{F7A647D3-9D5F-CB43-E266-BD8D158ED4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1350" y="5688090"/>
              <a:ext cx="381000" cy="381000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cxnSp>
          <p:nvCxnSpPr>
            <p:cNvPr id="212019" name="AutoShape 51">
              <a:extLst>
                <a:ext uri="{FF2B5EF4-FFF2-40B4-BE49-F238E27FC236}">
                  <a16:creationId xmlns:a16="http://schemas.microsoft.com/office/drawing/2014/main" id="{55D03833-E5B4-ED38-0E35-9F42961AC740}"/>
                </a:ext>
              </a:extLst>
            </p:cNvPr>
            <p:cNvCxnSpPr>
              <a:cxnSpLocks noChangeShapeType="1"/>
              <a:stCxn id="212011" idx="0"/>
              <a:endCxn id="212006" idx="4"/>
            </p:cNvCxnSpPr>
            <p:nvPr/>
          </p:nvCxnSpPr>
          <p:spPr bwMode="auto">
            <a:xfrm flipH="1" flipV="1">
              <a:off x="4641850" y="5154690"/>
              <a:ext cx="990600" cy="533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2020" name="AutoShape 52">
              <a:extLst>
                <a:ext uri="{FF2B5EF4-FFF2-40B4-BE49-F238E27FC236}">
                  <a16:creationId xmlns:a16="http://schemas.microsoft.com/office/drawing/2014/main" id="{09DC0B8F-A2FB-8472-A6DE-9F79433D9513}"/>
                </a:ext>
              </a:extLst>
            </p:cNvPr>
            <p:cNvCxnSpPr>
              <a:cxnSpLocks noChangeShapeType="1"/>
              <a:stCxn id="212011" idx="0"/>
              <a:endCxn id="211992" idx="4"/>
            </p:cNvCxnSpPr>
            <p:nvPr/>
          </p:nvCxnSpPr>
          <p:spPr bwMode="auto">
            <a:xfrm flipV="1">
              <a:off x="5632450" y="5154690"/>
              <a:ext cx="0" cy="533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2021" name="AutoShape 53">
              <a:extLst>
                <a:ext uri="{FF2B5EF4-FFF2-40B4-BE49-F238E27FC236}">
                  <a16:creationId xmlns:a16="http://schemas.microsoft.com/office/drawing/2014/main" id="{60C44FAF-3903-78CE-4E6C-5E46C3672EDA}"/>
                </a:ext>
              </a:extLst>
            </p:cNvPr>
            <p:cNvCxnSpPr>
              <a:cxnSpLocks noChangeShapeType="1"/>
              <a:stCxn id="212017" idx="0"/>
              <a:endCxn id="212006" idx="4"/>
            </p:cNvCxnSpPr>
            <p:nvPr/>
          </p:nvCxnSpPr>
          <p:spPr bwMode="auto">
            <a:xfrm flipV="1">
              <a:off x="4641850" y="5154690"/>
              <a:ext cx="0" cy="533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2022" name="AutoShape 54">
              <a:extLst>
                <a:ext uri="{FF2B5EF4-FFF2-40B4-BE49-F238E27FC236}">
                  <a16:creationId xmlns:a16="http://schemas.microsoft.com/office/drawing/2014/main" id="{8A24BD4F-36A7-2E45-A42C-3384AE3E65E5}"/>
                </a:ext>
              </a:extLst>
            </p:cNvPr>
            <p:cNvCxnSpPr>
              <a:cxnSpLocks noChangeShapeType="1"/>
              <a:stCxn id="212017" idx="0"/>
              <a:endCxn id="211992" idx="4"/>
            </p:cNvCxnSpPr>
            <p:nvPr/>
          </p:nvCxnSpPr>
          <p:spPr bwMode="auto">
            <a:xfrm flipV="1">
              <a:off x="4641850" y="5154690"/>
              <a:ext cx="990600" cy="533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2023" name="AutoShape 55">
              <a:extLst>
                <a:ext uri="{FF2B5EF4-FFF2-40B4-BE49-F238E27FC236}">
                  <a16:creationId xmlns:a16="http://schemas.microsoft.com/office/drawing/2014/main" id="{2B0E4F50-4ACA-8586-5E4A-D42D7B1C2680}"/>
                </a:ext>
              </a:extLst>
            </p:cNvPr>
            <p:cNvCxnSpPr>
              <a:cxnSpLocks noChangeShapeType="1"/>
              <a:stCxn id="212013" idx="0"/>
              <a:endCxn id="211993" idx="4"/>
            </p:cNvCxnSpPr>
            <p:nvPr/>
          </p:nvCxnSpPr>
          <p:spPr bwMode="auto">
            <a:xfrm flipH="1" flipV="1">
              <a:off x="6623050" y="5154690"/>
              <a:ext cx="990600" cy="533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2024" name="AutoShape 56">
              <a:extLst>
                <a:ext uri="{FF2B5EF4-FFF2-40B4-BE49-F238E27FC236}">
                  <a16:creationId xmlns:a16="http://schemas.microsoft.com/office/drawing/2014/main" id="{5EAFE953-906A-A0EB-DEE7-297321FFE5F7}"/>
                </a:ext>
              </a:extLst>
            </p:cNvPr>
            <p:cNvCxnSpPr>
              <a:cxnSpLocks noChangeShapeType="1"/>
              <a:stCxn id="212013" idx="0"/>
              <a:endCxn id="211994" idx="4"/>
            </p:cNvCxnSpPr>
            <p:nvPr/>
          </p:nvCxnSpPr>
          <p:spPr bwMode="auto">
            <a:xfrm flipV="1">
              <a:off x="7613650" y="5154690"/>
              <a:ext cx="0" cy="533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2025" name="AutoShape 57">
              <a:extLst>
                <a:ext uri="{FF2B5EF4-FFF2-40B4-BE49-F238E27FC236}">
                  <a16:creationId xmlns:a16="http://schemas.microsoft.com/office/drawing/2014/main" id="{DC72A6C0-54F1-080E-232C-1C2350AD6E5D}"/>
                </a:ext>
              </a:extLst>
            </p:cNvPr>
            <p:cNvCxnSpPr>
              <a:cxnSpLocks noChangeShapeType="1"/>
              <a:stCxn id="212012" idx="0"/>
              <a:endCxn id="211993" idx="4"/>
            </p:cNvCxnSpPr>
            <p:nvPr/>
          </p:nvCxnSpPr>
          <p:spPr bwMode="auto">
            <a:xfrm flipV="1">
              <a:off x="6623050" y="5154690"/>
              <a:ext cx="0" cy="533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2026" name="AutoShape 58">
              <a:extLst>
                <a:ext uri="{FF2B5EF4-FFF2-40B4-BE49-F238E27FC236}">
                  <a16:creationId xmlns:a16="http://schemas.microsoft.com/office/drawing/2014/main" id="{DB1E2795-F114-BEF8-387D-B533AC6ACB77}"/>
                </a:ext>
              </a:extLst>
            </p:cNvPr>
            <p:cNvCxnSpPr>
              <a:cxnSpLocks noChangeShapeType="1"/>
              <a:stCxn id="212012" idx="0"/>
              <a:endCxn id="211994" idx="4"/>
            </p:cNvCxnSpPr>
            <p:nvPr/>
          </p:nvCxnSpPr>
          <p:spPr bwMode="auto">
            <a:xfrm flipV="1">
              <a:off x="6623050" y="5154690"/>
              <a:ext cx="990600" cy="533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2039" name="Line 71">
              <a:extLst>
                <a:ext uri="{FF2B5EF4-FFF2-40B4-BE49-F238E27FC236}">
                  <a16:creationId xmlns:a16="http://schemas.microsoft.com/office/drawing/2014/main" id="{38837675-391E-C80D-F0B6-D3334AB82BF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4594225" y="6092902"/>
              <a:ext cx="2286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212040" name="Line 72">
              <a:extLst>
                <a:ext uri="{FF2B5EF4-FFF2-40B4-BE49-F238E27FC236}">
                  <a16:creationId xmlns:a16="http://schemas.microsoft.com/office/drawing/2014/main" id="{83B4ED8B-C391-E449-9566-0440729E7D5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 flipH="1" flipV="1">
              <a:off x="4441825" y="6092902"/>
              <a:ext cx="2286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212041" name="Line 73">
              <a:extLst>
                <a:ext uri="{FF2B5EF4-FFF2-40B4-BE49-F238E27FC236}">
                  <a16:creationId xmlns:a16="http://schemas.microsoft.com/office/drawing/2014/main" id="{BA633EA2-F0CD-E313-213D-A3CD4A571EC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5584825" y="6092902"/>
              <a:ext cx="2286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212042" name="Line 74">
              <a:extLst>
                <a:ext uri="{FF2B5EF4-FFF2-40B4-BE49-F238E27FC236}">
                  <a16:creationId xmlns:a16="http://schemas.microsoft.com/office/drawing/2014/main" id="{C9E8446C-763B-FFCC-7539-241841DC4EF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 flipH="1" flipV="1">
              <a:off x="5432425" y="6092902"/>
              <a:ext cx="2286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212043" name="Line 75">
              <a:extLst>
                <a:ext uri="{FF2B5EF4-FFF2-40B4-BE49-F238E27FC236}">
                  <a16:creationId xmlns:a16="http://schemas.microsoft.com/office/drawing/2014/main" id="{9FFE48F0-D362-C623-1974-DFF8CFAB655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6575425" y="6092902"/>
              <a:ext cx="2286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212044" name="Line 76">
              <a:extLst>
                <a:ext uri="{FF2B5EF4-FFF2-40B4-BE49-F238E27FC236}">
                  <a16:creationId xmlns:a16="http://schemas.microsoft.com/office/drawing/2014/main" id="{BFCCC9EB-8733-289C-C2EA-A417BCC787A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 flipH="1" flipV="1">
              <a:off x="6423025" y="6092902"/>
              <a:ext cx="2286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212045" name="Line 77">
              <a:extLst>
                <a:ext uri="{FF2B5EF4-FFF2-40B4-BE49-F238E27FC236}">
                  <a16:creationId xmlns:a16="http://schemas.microsoft.com/office/drawing/2014/main" id="{462A0DF7-9449-49EF-773C-E3E0B953F25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7566025" y="6092902"/>
              <a:ext cx="2286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212046" name="Line 78">
              <a:extLst>
                <a:ext uri="{FF2B5EF4-FFF2-40B4-BE49-F238E27FC236}">
                  <a16:creationId xmlns:a16="http://schemas.microsoft.com/office/drawing/2014/main" id="{65FC7361-0503-3CE9-7963-321A6B277D0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 flipH="1" flipV="1">
              <a:off x="7413625" y="6092902"/>
              <a:ext cx="2286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212059" name="Oval 91">
              <a:extLst>
                <a:ext uri="{FF2B5EF4-FFF2-40B4-BE49-F238E27FC236}">
                  <a16:creationId xmlns:a16="http://schemas.microsoft.com/office/drawing/2014/main" id="{7E4A44F5-C331-8F81-3072-55500B582B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2550" y="3457350"/>
              <a:ext cx="381000" cy="381000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cxnSp>
          <p:nvCxnSpPr>
            <p:cNvPr id="212061" name="AutoShape 93">
              <a:extLst>
                <a:ext uri="{FF2B5EF4-FFF2-40B4-BE49-F238E27FC236}">
                  <a16:creationId xmlns:a16="http://schemas.microsoft.com/office/drawing/2014/main" id="{3D6A79CA-CE9F-B6A7-9823-17B0938FC6D0}"/>
                </a:ext>
              </a:extLst>
            </p:cNvPr>
            <p:cNvCxnSpPr>
              <a:cxnSpLocks noChangeShapeType="1"/>
              <a:stCxn id="212059" idx="4"/>
              <a:endCxn id="211993" idx="0"/>
            </p:cNvCxnSpPr>
            <p:nvPr/>
          </p:nvCxnSpPr>
          <p:spPr bwMode="auto">
            <a:xfrm>
              <a:off x="6623050" y="3838350"/>
              <a:ext cx="0" cy="9353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2062" name="AutoShape 94">
              <a:extLst>
                <a:ext uri="{FF2B5EF4-FFF2-40B4-BE49-F238E27FC236}">
                  <a16:creationId xmlns:a16="http://schemas.microsoft.com/office/drawing/2014/main" id="{2B8A4078-F89E-0D21-8F07-D9773F10E2D6}"/>
                </a:ext>
              </a:extLst>
            </p:cNvPr>
            <p:cNvCxnSpPr>
              <a:cxnSpLocks noChangeShapeType="1"/>
              <a:stCxn id="212059" idx="4"/>
              <a:endCxn id="211992" idx="0"/>
            </p:cNvCxnSpPr>
            <p:nvPr/>
          </p:nvCxnSpPr>
          <p:spPr bwMode="auto">
            <a:xfrm flipH="1">
              <a:off x="5632450" y="3838350"/>
              <a:ext cx="990600" cy="9353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2063" name="AutoShape 95">
              <a:extLst>
                <a:ext uri="{FF2B5EF4-FFF2-40B4-BE49-F238E27FC236}">
                  <a16:creationId xmlns:a16="http://schemas.microsoft.com/office/drawing/2014/main" id="{1B3A9C9A-51D3-C16A-E74D-B24DEF94B059}"/>
                </a:ext>
              </a:extLst>
            </p:cNvPr>
            <p:cNvCxnSpPr>
              <a:cxnSpLocks noChangeShapeType="1"/>
              <a:stCxn id="212059" idx="4"/>
              <a:endCxn id="211994" idx="0"/>
            </p:cNvCxnSpPr>
            <p:nvPr/>
          </p:nvCxnSpPr>
          <p:spPr bwMode="auto">
            <a:xfrm>
              <a:off x="6623050" y="3838350"/>
              <a:ext cx="990600" cy="9353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2070" name="AutoShape 102">
              <a:extLst>
                <a:ext uri="{FF2B5EF4-FFF2-40B4-BE49-F238E27FC236}">
                  <a16:creationId xmlns:a16="http://schemas.microsoft.com/office/drawing/2014/main" id="{ED673625-DA72-4C1B-7DCA-8D47CBE4C238}"/>
                </a:ext>
              </a:extLst>
            </p:cNvPr>
            <p:cNvCxnSpPr>
              <a:cxnSpLocks noChangeShapeType="1"/>
              <a:stCxn id="212059" idx="4"/>
              <a:endCxn id="212006" idx="0"/>
            </p:cNvCxnSpPr>
            <p:nvPr/>
          </p:nvCxnSpPr>
          <p:spPr bwMode="auto">
            <a:xfrm flipH="1">
              <a:off x="4641850" y="3838350"/>
              <a:ext cx="1981200" cy="9353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616A58C1-10EF-A1B3-FAE3-65EC43434D8C}"/>
                </a:ext>
              </a:extLst>
            </p:cNvPr>
            <p:cNvSpPr/>
            <p:nvPr/>
          </p:nvSpPr>
          <p:spPr>
            <a:xfrm>
              <a:off x="4292600" y="4647608"/>
              <a:ext cx="1720850" cy="1573881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C2A6AA1E-E3C5-DC86-475C-EC0583DF30FA}"/>
                </a:ext>
              </a:extLst>
            </p:cNvPr>
            <p:cNvSpPr/>
            <p:nvPr/>
          </p:nvSpPr>
          <p:spPr>
            <a:xfrm>
              <a:off x="6238875" y="4652462"/>
              <a:ext cx="1720850" cy="1573881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3204FD70-B1DE-EAD6-316D-6FE68BE1728B}"/>
                </a:ext>
              </a:extLst>
            </p:cNvPr>
            <p:cNvSpPr/>
            <p:nvPr/>
          </p:nvSpPr>
          <p:spPr>
            <a:xfrm>
              <a:off x="5286335" y="3330499"/>
              <a:ext cx="1755815" cy="666903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78801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15">
            <a:extLst>
              <a:ext uri="{FF2B5EF4-FFF2-40B4-BE49-F238E27FC236}">
                <a16:creationId xmlns:a16="http://schemas.microsoft.com/office/drawing/2014/main" id="{9607FBA4-091F-E186-7A4D-91533E82A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0907" y="2152551"/>
            <a:ext cx="1384689" cy="488617"/>
          </a:xfrm>
          <a:prstGeom prst="roundRect">
            <a:avLst>
              <a:gd name="adj" fmla="val 31509"/>
            </a:avLst>
          </a:prstGeom>
          <a:solidFill>
            <a:schemeClr val="tx2">
              <a:lumMod val="60000"/>
              <a:lumOff val="4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en-GB"/>
          </a:p>
        </p:txBody>
      </p:sp>
      <p:sp>
        <p:nvSpPr>
          <p:cNvPr id="22" name="AutoShape 15">
            <a:extLst>
              <a:ext uri="{FF2B5EF4-FFF2-40B4-BE49-F238E27FC236}">
                <a16:creationId xmlns:a16="http://schemas.microsoft.com/office/drawing/2014/main" id="{47D1EF03-FC47-42EC-41FC-D2603D111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3656" y="2154970"/>
            <a:ext cx="1384689" cy="488617"/>
          </a:xfrm>
          <a:prstGeom prst="roundRect">
            <a:avLst>
              <a:gd name="adj" fmla="val 31509"/>
            </a:avLst>
          </a:prstGeom>
          <a:solidFill>
            <a:schemeClr val="accent1">
              <a:lumMod val="60000"/>
              <a:lumOff val="4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en-GB"/>
          </a:p>
        </p:txBody>
      </p:sp>
      <p:sp>
        <p:nvSpPr>
          <p:cNvPr id="14" name="AutoShape 11">
            <a:extLst>
              <a:ext uri="{FF2B5EF4-FFF2-40B4-BE49-F238E27FC236}">
                <a16:creationId xmlns:a16="http://schemas.microsoft.com/office/drawing/2014/main" id="{CBE6F69B-28D4-EE06-8D85-B0A93DA11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6374" y="4306327"/>
            <a:ext cx="533400" cy="540000"/>
          </a:xfrm>
          <a:prstGeom prst="roundRect">
            <a:avLst>
              <a:gd name="adj" fmla="val 31509"/>
            </a:avLst>
          </a:prstGeom>
          <a:solidFill>
            <a:srgbClr val="0732EF">
              <a:alpha val="50000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5" name="AutoShape 11">
            <a:extLst>
              <a:ext uri="{FF2B5EF4-FFF2-40B4-BE49-F238E27FC236}">
                <a16:creationId xmlns:a16="http://schemas.microsoft.com/office/drawing/2014/main" id="{B534D703-EA1E-B216-AA4F-831EC33B3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7310" y="4295387"/>
            <a:ext cx="533400" cy="540000"/>
          </a:xfrm>
          <a:prstGeom prst="roundRect">
            <a:avLst>
              <a:gd name="adj" fmla="val 31509"/>
            </a:avLst>
          </a:prstGeom>
          <a:solidFill>
            <a:srgbClr val="FFFF00">
              <a:alpha val="50000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6" name="AutoShape 11">
            <a:extLst>
              <a:ext uri="{FF2B5EF4-FFF2-40B4-BE49-F238E27FC236}">
                <a16:creationId xmlns:a16="http://schemas.microsoft.com/office/drawing/2014/main" id="{A7DD9233-15D1-57E5-E8E1-1A0B123F8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9623" y="4272360"/>
            <a:ext cx="533400" cy="540000"/>
          </a:xfrm>
          <a:prstGeom prst="roundRect">
            <a:avLst>
              <a:gd name="adj" fmla="val 31509"/>
            </a:avLst>
          </a:prstGeom>
          <a:solidFill>
            <a:srgbClr val="CCCC00">
              <a:alpha val="50000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7" name="AutoShape 11">
            <a:extLst>
              <a:ext uri="{FF2B5EF4-FFF2-40B4-BE49-F238E27FC236}">
                <a16:creationId xmlns:a16="http://schemas.microsoft.com/office/drawing/2014/main" id="{E76295C5-1240-744C-5E17-9F67C1B9A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5528" y="4287486"/>
            <a:ext cx="533400" cy="540000"/>
          </a:xfrm>
          <a:prstGeom prst="roundRect">
            <a:avLst>
              <a:gd name="adj" fmla="val 31509"/>
            </a:avLst>
          </a:prstGeom>
          <a:solidFill>
            <a:srgbClr val="0066FF">
              <a:alpha val="50000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8" name="AutoShape 11">
            <a:extLst>
              <a:ext uri="{FF2B5EF4-FFF2-40B4-BE49-F238E27FC236}">
                <a16:creationId xmlns:a16="http://schemas.microsoft.com/office/drawing/2014/main" id="{7DEB28DD-5307-526F-74B2-97B5E678B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2061" y="4275227"/>
            <a:ext cx="533400" cy="540000"/>
          </a:xfrm>
          <a:prstGeom prst="roundRect">
            <a:avLst>
              <a:gd name="adj" fmla="val 31509"/>
            </a:avLst>
          </a:prstGeom>
          <a:solidFill>
            <a:schemeClr val="accent4">
              <a:lumMod val="65000"/>
              <a:lumOff val="35000"/>
              <a:alpha val="5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9" name="AutoShape 11">
            <a:extLst>
              <a:ext uri="{FF2B5EF4-FFF2-40B4-BE49-F238E27FC236}">
                <a16:creationId xmlns:a16="http://schemas.microsoft.com/office/drawing/2014/main" id="{D8E1EF61-8787-C520-1E9A-54EFE7604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1158" y="4285994"/>
            <a:ext cx="533400" cy="540000"/>
          </a:xfrm>
          <a:prstGeom prst="roundRect">
            <a:avLst>
              <a:gd name="adj" fmla="val 31509"/>
            </a:avLst>
          </a:prstGeom>
          <a:solidFill>
            <a:schemeClr val="tx2">
              <a:lumMod val="60000"/>
              <a:lumOff val="40000"/>
              <a:alpha val="5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20" name="AutoShape 11">
            <a:extLst>
              <a:ext uri="{FF2B5EF4-FFF2-40B4-BE49-F238E27FC236}">
                <a16:creationId xmlns:a16="http://schemas.microsoft.com/office/drawing/2014/main" id="{A33264AE-11B6-D71C-A24E-7BC1BD9B4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4292652"/>
            <a:ext cx="533400" cy="540000"/>
          </a:xfrm>
          <a:prstGeom prst="roundRect">
            <a:avLst>
              <a:gd name="adj" fmla="val 31509"/>
            </a:avLst>
          </a:prstGeom>
          <a:solidFill>
            <a:srgbClr val="006600">
              <a:alpha val="50000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3" name="AutoShape 11">
            <a:extLst>
              <a:ext uri="{FF2B5EF4-FFF2-40B4-BE49-F238E27FC236}">
                <a16:creationId xmlns:a16="http://schemas.microsoft.com/office/drawing/2014/main" id="{FC088712-BE25-281A-2897-B67BAE856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5765" y="4296959"/>
            <a:ext cx="533400" cy="540000"/>
          </a:xfrm>
          <a:prstGeom prst="roundRect">
            <a:avLst>
              <a:gd name="adj" fmla="val 31509"/>
            </a:avLst>
          </a:prstGeom>
          <a:solidFill>
            <a:srgbClr val="663300">
              <a:alpha val="50000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0" name="AutoShape 15">
            <a:extLst>
              <a:ext uri="{FF2B5EF4-FFF2-40B4-BE49-F238E27FC236}">
                <a16:creationId xmlns:a16="http://schemas.microsoft.com/office/drawing/2014/main" id="{2DFC5D69-703B-28DE-1B33-4881E3BCD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7942" y="3501251"/>
            <a:ext cx="1384689" cy="488617"/>
          </a:xfrm>
          <a:prstGeom prst="roundRect">
            <a:avLst>
              <a:gd name="adj" fmla="val 31509"/>
            </a:avLst>
          </a:prstGeom>
          <a:solidFill>
            <a:srgbClr val="CCCC0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en-GB"/>
          </a:p>
        </p:txBody>
      </p:sp>
      <p:sp>
        <p:nvSpPr>
          <p:cNvPr id="11" name="AutoShape 15">
            <a:extLst>
              <a:ext uri="{FF2B5EF4-FFF2-40B4-BE49-F238E27FC236}">
                <a16:creationId xmlns:a16="http://schemas.microsoft.com/office/drawing/2014/main" id="{841BEB0E-6917-1D4B-B034-BF280E456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7739" y="3500481"/>
            <a:ext cx="1384689" cy="488617"/>
          </a:xfrm>
          <a:prstGeom prst="roundRect">
            <a:avLst>
              <a:gd name="adj" fmla="val 31509"/>
            </a:avLst>
          </a:prstGeom>
          <a:solidFill>
            <a:srgbClr val="FFCCCC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en-GB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30A740E0-0D36-0840-A8F4-0D49F9DC2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4711" y="3492283"/>
            <a:ext cx="1384689" cy="488617"/>
          </a:xfrm>
          <a:prstGeom prst="roundRect">
            <a:avLst>
              <a:gd name="adj" fmla="val 31509"/>
            </a:avLst>
          </a:prstGeom>
          <a:solidFill>
            <a:srgbClr val="FF990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en-GB"/>
          </a:p>
        </p:txBody>
      </p:sp>
      <p:sp>
        <p:nvSpPr>
          <p:cNvPr id="9" name="AutoShape 15">
            <a:extLst>
              <a:ext uri="{FF2B5EF4-FFF2-40B4-BE49-F238E27FC236}">
                <a16:creationId xmlns:a16="http://schemas.microsoft.com/office/drawing/2014/main" id="{716B94F3-3231-C12B-7C95-E60DFA772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6668" y="3496629"/>
            <a:ext cx="1384689" cy="488617"/>
          </a:xfrm>
          <a:prstGeom prst="roundRect">
            <a:avLst>
              <a:gd name="adj" fmla="val 31509"/>
            </a:avLst>
          </a:prstGeom>
          <a:solidFill>
            <a:srgbClr val="CCFF99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585B45-0664-4F56-0127-07A6FDF63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828" y="94674"/>
            <a:ext cx="10972800" cy="1143000"/>
          </a:xfrm>
        </p:spPr>
        <p:txBody>
          <a:bodyPr/>
          <a:lstStyle/>
          <a:p>
            <a:r>
              <a:rPr lang="it-IT" altLang="it-IT" dirty="0"/>
              <a:t>the </a:t>
            </a:r>
            <a:r>
              <a:rPr lang="it-IT" altLang="it-IT" dirty="0" err="1"/>
              <a:t>RFC’s</a:t>
            </a:r>
            <a:r>
              <a:rPr lang="it-IT" altLang="it-IT" dirty="0"/>
              <a:t> </a:t>
            </a:r>
            <a:r>
              <a:rPr lang="it-IT" altLang="it-IT" dirty="0" err="1"/>
              <a:t>ASes</a:t>
            </a:r>
            <a:r>
              <a:rPr lang="it-IT" altLang="it-IT" dirty="0"/>
              <a:t> </a:t>
            </a:r>
            <a:r>
              <a:rPr lang="it-IT" altLang="it-IT" dirty="0" err="1"/>
              <a:t>scheme</a:t>
            </a:r>
            <a:r>
              <a:rPr lang="it-IT" altLang="it-IT" dirty="0"/>
              <a:t> – multi-</a:t>
            </a:r>
            <a:r>
              <a:rPr lang="it-IT" altLang="it-IT" dirty="0" err="1"/>
              <a:t>plane</a:t>
            </a:r>
            <a:endParaRPr lang="en-IT"/>
          </a:p>
        </p:txBody>
      </p:sp>
      <p:sp>
        <p:nvSpPr>
          <p:cNvPr id="209" name="Oval 22">
            <a:extLst>
              <a:ext uri="{FF2B5EF4-FFF2-40B4-BE49-F238E27FC236}">
                <a16:creationId xmlns:a16="http://schemas.microsoft.com/office/drawing/2014/main" id="{A9F022B2-8209-D6CD-B7F4-6FB775149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2221682"/>
            <a:ext cx="310540" cy="350808"/>
          </a:xfrm>
          <a:prstGeom prst="ellipse">
            <a:avLst/>
          </a:prstGeom>
          <a:solidFill>
            <a:srgbClr val="99CC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it-IT" altLang="it-IT"/>
          </a:p>
        </p:txBody>
      </p:sp>
      <p:sp>
        <p:nvSpPr>
          <p:cNvPr id="210" name="Oval 23">
            <a:extLst>
              <a:ext uri="{FF2B5EF4-FFF2-40B4-BE49-F238E27FC236}">
                <a16:creationId xmlns:a16="http://schemas.microsoft.com/office/drawing/2014/main" id="{680CAE78-80F1-D39F-47BF-8E307BDE1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4321" y="2221650"/>
            <a:ext cx="310540" cy="350808"/>
          </a:xfrm>
          <a:prstGeom prst="ellipse">
            <a:avLst/>
          </a:prstGeom>
          <a:solidFill>
            <a:srgbClr val="99CC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it-IT" altLang="it-IT"/>
          </a:p>
        </p:txBody>
      </p:sp>
      <p:cxnSp>
        <p:nvCxnSpPr>
          <p:cNvPr id="211" name="AutoShape 30">
            <a:extLst>
              <a:ext uri="{FF2B5EF4-FFF2-40B4-BE49-F238E27FC236}">
                <a16:creationId xmlns:a16="http://schemas.microsoft.com/office/drawing/2014/main" id="{F76A8C72-78CF-09B4-FC07-950CFFC15690}"/>
              </a:ext>
            </a:extLst>
          </p:cNvPr>
          <p:cNvCxnSpPr>
            <a:cxnSpLocks noChangeShapeType="1"/>
            <a:stCxn id="209" idx="4"/>
          </p:cNvCxnSpPr>
          <p:nvPr/>
        </p:nvCxnSpPr>
        <p:spPr bwMode="auto">
          <a:xfrm>
            <a:off x="4803470" y="2572490"/>
            <a:ext cx="77635" cy="99541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2" name="AutoShape 31">
            <a:extLst>
              <a:ext uri="{FF2B5EF4-FFF2-40B4-BE49-F238E27FC236}">
                <a16:creationId xmlns:a16="http://schemas.microsoft.com/office/drawing/2014/main" id="{5BED37A6-1CDF-4DD2-7AD3-738B20BB7C3C}"/>
              </a:ext>
            </a:extLst>
          </p:cNvPr>
          <p:cNvCxnSpPr>
            <a:cxnSpLocks noChangeShapeType="1"/>
            <a:stCxn id="210" idx="4"/>
            <a:endCxn id="233" idx="0"/>
          </p:cNvCxnSpPr>
          <p:nvPr/>
        </p:nvCxnSpPr>
        <p:spPr bwMode="auto">
          <a:xfrm flipH="1">
            <a:off x="4149607" y="2572458"/>
            <a:ext cx="3219984" cy="98236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3" name="AutoShape 32">
            <a:extLst>
              <a:ext uri="{FF2B5EF4-FFF2-40B4-BE49-F238E27FC236}">
                <a16:creationId xmlns:a16="http://schemas.microsoft.com/office/drawing/2014/main" id="{2428D4A1-EB6E-6A05-EB2C-D3D8F2599B53}"/>
              </a:ext>
            </a:extLst>
          </p:cNvPr>
          <p:cNvCxnSpPr>
            <a:cxnSpLocks noChangeShapeType="1"/>
            <a:stCxn id="209" idx="4"/>
            <a:endCxn id="262" idx="0"/>
          </p:cNvCxnSpPr>
          <p:nvPr/>
        </p:nvCxnSpPr>
        <p:spPr bwMode="auto">
          <a:xfrm>
            <a:off x="4803470" y="2572490"/>
            <a:ext cx="1644000" cy="9807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4" name="AutoShape 33">
            <a:extLst>
              <a:ext uri="{FF2B5EF4-FFF2-40B4-BE49-F238E27FC236}">
                <a16:creationId xmlns:a16="http://schemas.microsoft.com/office/drawing/2014/main" id="{02898E4B-1801-1D8E-4ACF-EA5B07E2F456}"/>
              </a:ext>
            </a:extLst>
          </p:cNvPr>
          <p:cNvCxnSpPr>
            <a:cxnSpLocks noChangeShapeType="1"/>
            <a:stCxn id="209" idx="4"/>
            <a:endCxn id="276" idx="0"/>
          </p:cNvCxnSpPr>
          <p:nvPr/>
        </p:nvCxnSpPr>
        <p:spPr bwMode="auto">
          <a:xfrm>
            <a:off x="4803470" y="2572490"/>
            <a:ext cx="3229383" cy="9807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" name="AutoShape 34">
            <a:extLst>
              <a:ext uri="{FF2B5EF4-FFF2-40B4-BE49-F238E27FC236}">
                <a16:creationId xmlns:a16="http://schemas.microsoft.com/office/drawing/2014/main" id="{68AAEE2C-CCB4-8FED-5BDC-4C4AF7E8A8BB}"/>
              </a:ext>
            </a:extLst>
          </p:cNvPr>
          <p:cNvCxnSpPr>
            <a:cxnSpLocks noChangeShapeType="1"/>
            <a:stCxn id="210" idx="4"/>
          </p:cNvCxnSpPr>
          <p:nvPr/>
        </p:nvCxnSpPr>
        <p:spPr bwMode="auto">
          <a:xfrm>
            <a:off x="7369591" y="2572458"/>
            <a:ext cx="124216" cy="99541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6" name="AutoShape 35">
            <a:extLst>
              <a:ext uri="{FF2B5EF4-FFF2-40B4-BE49-F238E27FC236}">
                <a16:creationId xmlns:a16="http://schemas.microsoft.com/office/drawing/2014/main" id="{9026E585-D2D3-99BE-EE60-DF5A3C156BFB}"/>
              </a:ext>
            </a:extLst>
          </p:cNvPr>
          <p:cNvCxnSpPr>
            <a:cxnSpLocks noChangeShapeType="1"/>
            <a:stCxn id="210" idx="4"/>
          </p:cNvCxnSpPr>
          <p:nvPr/>
        </p:nvCxnSpPr>
        <p:spPr bwMode="auto">
          <a:xfrm flipH="1">
            <a:off x="5879000" y="2572458"/>
            <a:ext cx="1490590" cy="99541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7" name="AutoShape 40">
            <a:extLst>
              <a:ext uri="{FF2B5EF4-FFF2-40B4-BE49-F238E27FC236}">
                <a16:creationId xmlns:a16="http://schemas.microsoft.com/office/drawing/2014/main" id="{339F0FFE-2795-87B6-7377-714A4E09D19F}"/>
              </a:ext>
            </a:extLst>
          </p:cNvPr>
          <p:cNvCxnSpPr>
            <a:cxnSpLocks noChangeShapeType="1"/>
            <a:stCxn id="209" idx="4"/>
          </p:cNvCxnSpPr>
          <p:nvPr/>
        </p:nvCxnSpPr>
        <p:spPr bwMode="auto">
          <a:xfrm flipH="1">
            <a:off x="3266298" y="2572490"/>
            <a:ext cx="1537171" cy="99541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8" name="AutoShape 41">
            <a:extLst>
              <a:ext uri="{FF2B5EF4-FFF2-40B4-BE49-F238E27FC236}">
                <a16:creationId xmlns:a16="http://schemas.microsoft.com/office/drawing/2014/main" id="{3B08269B-38DE-312F-F657-AF1A6A14F7DF}"/>
              </a:ext>
            </a:extLst>
          </p:cNvPr>
          <p:cNvCxnSpPr>
            <a:cxnSpLocks noChangeShapeType="1"/>
            <a:stCxn id="210" idx="4"/>
            <a:endCxn id="275" idx="0"/>
          </p:cNvCxnSpPr>
          <p:nvPr/>
        </p:nvCxnSpPr>
        <p:spPr bwMode="auto">
          <a:xfrm>
            <a:off x="7369591" y="2572458"/>
            <a:ext cx="1523060" cy="98079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9" name="Oval 91">
            <a:extLst>
              <a:ext uri="{FF2B5EF4-FFF2-40B4-BE49-F238E27FC236}">
                <a16:creationId xmlns:a16="http://schemas.microsoft.com/office/drawing/2014/main" id="{18E18C0E-A68F-6C6B-0E88-3E62DBFBB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9022" y="2221682"/>
            <a:ext cx="310540" cy="350808"/>
          </a:xfrm>
          <a:prstGeom prst="ellipse">
            <a:avLst/>
          </a:prstGeom>
          <a:solidFill>
            <a:srgbClr val="99CC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it-IT" altLang="it-IT"/>
          </a:p>
        </p:txBody>
      </p:sp>
      <p:sp>
        <p:nvSpPr>
          <p:cNvPr id="220" name="Oval 92">
            <a:extLst>
              <a:ext uri="{FF2B5EF4-FFF2-40B4-BE49-F238E27FC236}">
                <a16:creationId xmlns:a16="http://schemas.microsoft.com/office/drawing/2014/main" id="{CEC027C2-C6F6-FEC2-BC8D-C55E6D865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9026" y="2221650"/>
            <a:ext cx="310540" cy="350808"/>
          </a:xfrm>
          <a:prstGeom prst="ellipse">
            <a:avLst/>
          </a:prstGeom>
          <a:solidFill>
            <a:srgbClr val="99CC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it-IT" altLang="it-IT"/>
          </a:p>
        </p:txBody>
      </p:sp>
      <p:cxnSp>
        <p:nvCxnSpPr>
          <p:cNvPr id="221" name="AutoShape 93">
            <a:extLst>
              <a:ext uri="{FF2B5EF4-FFF2-40B4-BE49-F238E27FC236}">
                <a16:creationId xmlns:a16="http://schemas.microsoft.com/office/drawing/2014/main" id="{2CAE1325-B794-F121-D6AE-2E6B32C1EC29}"/>
              </a:ext>
            </a:extLst>
          </p:cNvPr>
          <p:cNvCxnSpPr>
            <a:cxnSpLocks noChangeShapeType="1"/>
            <a:stCxn id="219" idx="4"/>
          </p:cNvCxnSpPr>
          <p:nvPr/>
        </p:nvCxnSpPr>
        <p:spPr bwMode="auto">
          <a:xfrm flipH="1">
            <a:off x="4881104" y="2572490"/>
            <a:ext cx="683187" cy="99541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2" name="AutoShape 94">
            <a:extLst>
              <a:ext uri="{FF2B5EF4-FFF2-40B4-BE49-F238E27FC236}">
                <a16:creationId xmlns:a16="http://schemas.microsoft.com/office/drawing/2014/main" id="{FC45785A-F9AE-E58D-9E68-7112E65EF898}"/>
              </a:ext>
            </a:extLst>
          </p:cNvPr>
          <p:cNvCxnSpPr>
            <a:cxnSpLocks noChangeShapeType="1"/>
            <a:stCxn id="219" idx="4"/>
            <a:endCxn id="262" idx="0"/>
          </p:cNvCxnSpPr>
          <p:nvPr/>
        </p:nvCxnSpPr>
        <p:spPr bwMode="auto">
          <a:xfrm>
            <a:off x="5564292" y="2572490"/>
            <a:ext cx="883178" cy="9807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3" name="AutoShape 95">
            <a:extLst>
              <a:ext uri="{FF2B5EF4-FFF2-40B4-BE49-F238E27FC236}">
                <a16:creationId xmlns:a16="http://schemas.microsoft.com/office/drawing/2014/main" id="{A76F7D29-339E-B8A8-5F3A-B7F8A48FD802}"/>
              </a:ext>
            </a:extLst>
          </p:cNvPr>
          <p:cNvCxnSpPr>
            <a:cxnSpLocks noChangeShapeType="1"/>
            <a:stCxn id="219" idx="4"/>
            <a:endCxn id="276" idx="0"/>
          </p:cNvCxnSpPr>
          <p:nvPr/>
        </p:nvCxnSpPr>
        <p:spPr bwMode="auto">
          <a:xfrm>
            <a:off x="5564292" y="2572490"/>
            <a:ext cx="2468561" cy="9807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4" name="AutoShape 96">
            <a:extLst>
              <a:ext uri="{FF2B5EF4-FFF2-40B4-BE49-F238E27FC236}">
                <a16:creationId xmlns:a16="http://schemas.microsoft.com/office/drawing/2014/main" id="{5E9C4C8D-A3FB-3A0D-2B65-7CB131C1FEF2}"/>
              </a:ext>
            </a:extLst>
          </p:cNvPr>
          <p:cNvCxnSpPr>
            <a:cxnSpLocks noChangeShapeType="1"/>
            <a:stCxn id="220" idx="4"/>
            <a:endCxn id="233" idx="0"/>
          </p:cNvCxnSpPr>
          <p:nvPr/>
        </p:nvCxnSpPr>
        <p:spPr bwMode="auto">
          <a:xfrm flipH="1">
            <a:off x="4149607" y="2572458"/>
            <a:ext cx="2474689" cy="98236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" name="AutoShape 97">
            <a:extLst>
              <a:ext uri="{FF2B5EF4-FFF2-40B4-BE49-F238E27FC236}">
                <a16:creationId xmlns:a16="http://schemas.microsoft.com/office/drawing/2014/main" id="{C9C72D53-EDDF-1818-F8A4-27652832C4C5}"/>
              </a:ext>
            </a:extLst>
          </p:cNvPr>
          <p:cNvCxnSpPr>
            <a:cxnSpLocks noChangeShapeType="1"/>
            <a:stCxn id="220" idx="4"/>
          </p:cNvCxnSpPr>
          <p:nvPr/>
        </p:nvCxnSpPr>
        <p:spPr bwMode="auto">
          <a:xfrm flipH="1">
            <a:off x="5879000" y="2572458"/>
            <a:ext cx="745295" cy="99541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6" name="AutoShape 98">
            <a:extLst>
              <a:ext uri="{FF2B5EF4-FFF2-40B4-BE49-F238E27FC236}">
                <a16:creationId xmlns:a16="http://schemas.microsoft.com/office/drawing/2014/main" id="{8B998106-B2C7-77C9-8F25-FB61D805822E}"/>
              </a:ext>
            </a:extLst>
          </p:cNvPr>
          <p:cNvCxnSpPr>
            <a:cxnSpLocks noChangeShapeType="1"/>
            <a:stCxn id="220" idx="4"/>
          </p:cNvCxnSpPr>
          <p:nvPr/>
        </p:nvCxnSpPr>
        <p:spPr bwMode="auto">
          <a:xfrm>
            <a:off x="6624296" y="2572458"/>
            <a:ext cx="869511" cy="99541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7" name="AutoShape 99">
            <a:extLst>
              <a:ext uri="{FF2B5EF4-FFF2-40B4-BE49-F238E27FC236}">
                <a16:creationId xmlns:a16="http://schemas.microsoft.com/office/drawing/2014/main" id="{5F1725C8-A508-5940-2A29-E21BF51A1541}"/>
              </a:ext>
            </a:extLst>
          </p:cNvPr>
          <p:cNvCxnSpPr>
            <a:cxnSpLocks noChangeShapeType="1"/>
            <a:stCxn id="220" idx="4"/>
            <a:endCxn id="275" idx="0"/>
          </p:cNvCxnSpPr>
          <p:nvPr/>
        </p:nvCxnSpPr>
        <p:spPr bwMode="auto">
          <a:xfrm>
            <a:off x="6624296" y="2572458"/>
            <a:ext cx="2268355" cy="98079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8" name="AutoShape 102">
            <a:extLst>
              <a:ext uri="{FF2B5EF4-FFF2-40B4-BE49-F238E27FC236}">
                <a16:creationId xmlns:a16="http://schemas.microsoft.com/office/drawing/2014/main" id="{307B3DE9-37B5-E20B-A071-E06A9E1894A1}"/>
              </a:ext>
            </a:extLst>
          </p:cNvPr>
          <p:cNvCxnSpPr>
            <a:cxnSpLocks noChangeShapeType="1"/>
            <a:stCxn id="219" idx="4"/>
          </p:cNvCxnSpPr>
          <p:nvPr/>
        </p:nvCxnSpPr>
        <p:spPr bwMode="auto">
          <a:xfrm flipH="1">
            <a:off x="3266298" y="2572490"/>
            <a:ext cx="2297993" cy="99541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9" name="Text Box 70">
            <a:extLst>
              <a:ext uri="{FF2B5EF4-FFF2-40B4-BE49-F238E27FC236}">
                <a16:creationId xmlns:a16="http://schemas.microsoft.com/office/drawing/2014/main" id="{BB96ADA4-D4DC-6E13-2952-7031BE37C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1636" y="5071800"/>
            <a:ext cx="6241707" cy="369332"/>
          </a:xfrm>
          <a:prstGeom prst="rect">
            <a:avLst/>
          </a:prstGeom>
          <a:noFill/>
          <a:ln w="9525" algn="ctr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it-IT" altLang="it-IT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Server Farm</a:t>
            </a:r>
            <a:endParaRPr lang="en-US" altLang="it-IT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130E9A8A-EC02-553C-0982-FE4AE9C7F976}"/>
              </a:ext>
            </a:extLst>
          </p:cNvPr>
          <p:cNvGrpSpPr/>
          <p:nvPr/>
        </p:nvGrpSpPr>
        <p:grpSpPr>
          <a:xfrm>
            <a:off x="2986675" y="3439327"/>
            <a:ext cx="1493624" cy="1498457"/>
            <a:chOff x="1072691" y="4311837"/>
            <a:chExt cx="1493624" cy="1498457"/>
          </a:xfrm>
        </p:grpSpPr>
        <p:sp>
          <p:nvSpPr>
            <p:cNvPr id="233" name="Oval 24">
              <a:extLst>
                <a:ext uri="{FF2B5EF4-FFF2-40B4-BE49-F238E27FC236}">
                  <a16:creationId xmlns:a16="http://schemas.microsoft.com/office/drawing/2014/main" id="{DC72F44D-7961-8B36-5C27-72BB54A825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277" y="4427334"/>
              <a:ext cx="330691" cy="349012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sp>
          <p:nvSpPr>
            <p:cNvPr id="234" name="Oval 38">
              <a:extLst>
                <a:ext uri="{FF2B5EF4-FFF2-40B4-BE49-F238E27FC236}">
                  <a16:creationId xmlns:a16="http://schemas.microsoft.com/office/drawing/2014/main" id="{1800679D-CBA7-EF21-1EFF-6FA8ADC76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0479" y="4427334"/>
              <a:ext cx="330691" cy="349012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sp>
          <p:nvSpPr>
            <p:cNvPr id="235" name="Oval 43">
              <a:extLst>
                <a:ext uri="{FF2B5EF4-FFF2-40B4-BE49-F238E27FC236}">
                  <a16:creationId xmlns:a16="http://schemas.microsoft.com/office/drawing/2014/main" id="{4745CCC5-F6E3-7483-A206-20534D360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277" y="5264962"/>
              <a:ext cx="330691" cy="349012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sp>
          <p:nvSpPr>
            <p:cNvPr id="236" name="Oval 49">
              <a:extLst>
                <a:ext uri="{FF2B5EF4-FFF2-40B4-BE49-F238E27FC236}">
                  <a16:creationId xmlns:a16="http://schemas.microsoft.com/office/drawing/2014/main" id="{2B948F27-B466-B799-B0F5-F86EC3D75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0479" y="5264962"/>
              <a:ext cx="330691" cy="349012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cxnSp>
          <p:nvCxnSpPr>
            <p:cNvPr id="237" name="AutoShape 51">
              <a:extLst>
                <a:ext uri="{FF2B5EF4-FFF2-40B4-BE49-F238E27FC236}">
                  <a16:creationId xmlns:a16="http://schemas.microsoft.com/office/drawing/2014/main" id="{A5401A22-76E1-789B-3E0B-FC9FD01728D9}"/>
                </a:ext>
              </a:extLst>
            </p:cNvPr>
            <p:cNvCxnSpPr>
              <a:cxnSpLocks noChangeShapeType="1"/>
              <a:stCxn id="235" idx="0"/>
              <a:endCxn id="234" idx="4"/>
            </p:cNvCxnSpPr>
            <p:nvPr/>
          </p:nvCxnSpPr>
          <p:spPr bwMode="auto">
            <a:xfrm flipH="1" flipV="1">
              <a:off x="1375824" y="4776346"/>
              <a:ext cx="859798" cy="4886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8" name="AutoShape 52">
              <a:extLst>
                <a:ext uri="{FF2B5EF4-FFF2-40B4-BE49-F238E27FC236}">
                  <a16:creationId xmlns:a16="http://schemas.microsoft.com/office/drawing/2014/main" id="{155D2E7F-F67A-2160-538E-992964CB7994}"/>
                </a:ext>
              </a:extLst>
            </p:cNvPr>
            <p:cNvCxnSpPr>
              <a:cxnSpLocks noChangeShapeType="1"/>
              <a:stCxn id="235" idx="0"/>
              <a:endCxn id="233" idx="4"/>
            </p:cNvCxnSpPr>
            <p:nvPr/>
          </p:nvCxnSpPr>
          <p:spPr bwMode="auto">
            <a:xfrm flipV="1">
              <a:off x="2235624" y="4776346"/>
              <a:ext cx="0" cy="4886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9" name="AutoShape 53">
              <a:extLst>
                <a:ext uri="{FF2B5EF4-FFF2-40B4-BE49-F238E27FC236}">
                  <a16:creationId xmlns:a16="http://schemas.microsoft.com/office/drawing/2014/main" id="{D1563E6A-2EC6-A63F-DCE9-8561CDA07C61}"/>
                </a:ext>
              </a:extLst>
            </p:cNvPr>
            <p:cNvCxnSpPr>
              <a:cxnSpLocks noChangeShapeType="1"/>
              <a:stCxn id="236" idx="0"/>
              <a:endCxn id="234" idx="4"/>
            </p:cNvCxnSpPr>
            <p:nvPr/>
          </p:nvCxnSpPr>
          <p:spPr bwMode="auto">
            <a:xfrm flipV="1">
              <a:off x="1375824" y="4776346"/>
              <a:ext cx="0" cy="4886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0" name="AutoShape 54">
              <a:extLst>
                <a:ext uri="{FF2B5EF4-FFF2-40B4-BE49-F238E27FC236}">
                  <a16:creationId xmlns:a16="http://schemas.microsoft.com/office/drawing/2014/main" id="{003BD76B-110B-9AE3-9D0A-BC5F4A365ACD}"/>
                </a:ext>
              </a:extLst>
            </p:cNvPr>
            <p:cNvCxnSpPr>
              <a:cxnSpLocks noChangeShapeType="1"/>
              <a:stCxn id="236" idx="0"/>
              <a:endCxn id="233" idx="4"/>
            </p:cNvCxnSpPr>
            <p:nvPr/>
          </p:nvCxnSpPr>
          <p:spPr bwMode="auto">
            <a:xfrm flipV="1">
              <a:off x="1375824" y="4776346"/>
              <a:ext cx="859798" cy="4886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41" name="Line 71">
              <a:extLst>
                <a:ext uri="{FF2B5EF4-FFF2-40B4-BE49-F238E27FC236}">
                  <a16:creationId xmlns:a16="http://schemas.microsoft.com/office/drawing/2014/main" id="{F5EBC7B9-7236-A778-F8E9-3E81E5D4C0D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1328992" y="5639452"/>
              <a:ext cx="209407" cy="1322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242" name="Line 72">
              <a:extLst>
                <a:ext uri="{FF2B5EF4-FFF2-40B4-BE49-F238E27FC236}">
                  <a16:creationId xmlns:a16="http://schemas.microsoft.com/office/drawing/2014/main" id="{0C29A6FA-3CC8-4A1A-9035-BA5FFC98867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1196716" y="5639452"/>
              <a:ext cx="209407" cy="1322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243" name="Line 73">
              <a:extLst>
                <a:ext uri="{FF2B5EF4-FFF2-40B4-BE49-F238E27FC236}">
                  <a16:creationId xmlns:a16="http://schemas.microsoft.com/office/drawing/2014/main" id="{61195AF1-2B05-7DB7-AD92-26FD7CAB941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2188791" y="5639452"/>
              <a:ext cx="209407" cy="1322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244" name="Line 74">
              <a:extLst>
                <a:ext uri="{FF2B5EF4-FFF2-40B4-BE49-F238E27FC236}">
                  <a16:creationId xmlns:a16="http://schemas.microsoft.com/office/drawing/2014/main" id="{F695615E-2016-390F-8567-2CE3B007CA3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2056514" y="5639452"/>
              <a:ext cx="209407" cy="1322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245" name="Rectangle: Rounded Corners 1">
              <a:extLst>
                <a:ext uri="{FF2B5EF4-FFF2-40B4-BE49-F238E27FC236}">
                  <a16:creationId xmlns:a16="http://schemas.microsoft.com/office/drawing/2014/main" id="{DF53CF75-1329-149D-7524-BF087BB6C4F7}"/>
                </a:ext>
              </a:extLst>
            </p:cNvPr>
            <p:cNvSpPr/>
            <p:nvPr/>
          </p:nvSpPr>
          <p:spPr>
            <a:xfrm>
              <a:off x="1072691" y="4311837"/>
              <a:ext cx="1493624" cy="1441741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79B55227-781E-DB2B-1997-478D1EF6AA27}"/>
              </a:ext>
            </a:extLst>
          </p:cNvPr>
          <p:cNvGrpSpPr/>
          <p:nvPr/>
        </p:nvGrpSpPr>
        <p:grpSpPr>
          <a:xfrm>
            <a:off x="4566627" y="3439327"/>
            <a:ext cx="1493624" cy="1498457"/>
            <a:chOff x="1072691" y="4311837"/>
            <a:chExt cx="1493624" cy="1498457"/>
          </a:xfrm>
        </p:grpSpPr>
        <p:sp>
          <p:nvSpPr>
            <p:cNvPr id="247" name="Oval 24">
              <a:extLst>
                <a:ext uri="{FF2B5EF4-FFF2-40B4-BE49-F238E27FC236}">
                  <a16:creationId xmlns:a16="http://schemas.microsoft.com/office/drawing/2014/main" id="{8CC07E70-2FB5-2643-FE12-053D9B848D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277" y="4427334"/>
              <a:ext cx="330691" cy="349012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sp>
          <p:nvSpPr>
            <p:cNvPr id="248" name="Oval 38">
              <a:extLst>
                <a:ext uri="{FF2B5EF4-FFF2-40B4-BE49-F238E27FC236}">
                  <a16:creationId xmlns:a16="http://schemas.microsoft.com/office/drawing/2014/main" id="{54945E87-63D9-1869-4B6E-D9DD988813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0479" y="4427334"/>
              <a:ext cx="330691" cy="349012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sp>
          <p:nvSpPr>
            <p:cNvPr id="249" name="Oval 43">
              <a:extLst>
                <a:ext uri="{FF2B5EF4-FFF2-40B4-BE49-F238E27FC236}">
                  <a16:creationId xmlns:a16="http://schemas.microsoft.com/office/drawing/2014/main" id="{EC4F6D93-7528-E5B8-43D8-6FBA7F223B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277" y="5264962"/>
              <a:ext cx="330691" cy="349012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sp>
          <p:nvSpPr>
            <p:cNvPr id="250" name="Oval 49">
              <a:extLst>
                <a:ext uri="{FF2B5EF4-FFF2-40B4-BE49-F238E27FC236}">
                  <a16:creationId xmlns:a16="http://schemas.microsoft.com/office/drawing/2014/main" id="{827A72F9-88A5-92AE-B099-543E5C621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0479" y="5264962"/>
              <a:ext cx="330691" cy="349012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cxnSp>
          <p:nvCxnSpPr>
            <p:cNvPr id="251" name="AutoShape 51">
              <a:extLst>
                <a:ext uri="{FF2B5EF4-FFF2-40B4-BE49-F238E27FC236}">
                  <a16:creationId xmlns:a16="http://schemas.microsoft.com/office/drawing/2014/main" id="{F8F0FA26-5EB0-CBE6-AB0B-F08E74A57AE5}"/>
                </a:ext>
              </a:extLst>
            </p:cNvPr>
            <p:cNvCxnSpPr>
              <a:cxnSpLocks noChangeShapeType="1"/>
              <a:stCxn id="249" idx="0"/>
              <a:endCxn id="248" idx="4"/>
            </p:cNvCxnSpPr>
            <p:nvPr/>
          </p:nvCxnSpPr>
          <p:spPr bwMode="auto">
            <a:xfrm flipH="1" flipV="1">
              <a:off x="1375824" y="4776346"/>
              <a:ext cx="859798" cy="4886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2" name="AutoShape 52">
              <a:extLst>
                <a:ext uri="{FF2B5EF4-FFF2-40B4-BE49-F238E27FC236}">
                  <a16:creationId xmlns:a16="http://schemas.microsoft.com/office/drawing/2014/main" id="{1816E19F-510F-41C8-B22A-8ADE2F23E0CF}"/>
                </a:ext>
              </a:extLst>
            </p:cNvPr>
            <p:cNvCxnSpPr>
              <a:cxnSpLocks noChangeShapeType="1"/>
              <a:stCxn id="249" idx="0"/>
              <a:endCxn id="247" idx="4"/>
            </p:cNvCxnSpPr>
            <p:nvPr/>
          </p:nvCxnSpPr>
          <p:spPr bwMode="auto">
            <a:xfrm flipV="1">
              <a:off x="2235624" y="4776346"/>
              <a:ext cx="0" cy="4886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3" name="AutoShape 53">
              <a:extLst>
                <a:ext uri="{FF2B5EF4-FFF2-40B4-BE49-F238E27FC236}">
                  <a16:creationId xmlns:a16="http://schemas.microsoft.com/office/drawing/2014/main" id="{AEBC875C-0D70-A83B-48DC-351F400E4C46}"/>
                </a:ext>
              </a:extLst>
            </p:cNvPr>
            <p:cNvCxnSpPr>
              <a:cxnSpLocks noChangeShapeType="1"/>
              <a:stCxn id="250" idx="0"/>
              <a:endCxn id="248" idx="4"/>
            </p:cNvCxnSpPr>
            <p:nvPr/>
          </p:nvCxnSpPr>
          <p:spPr bwMode="auto">
            <a:xfrm flipV="1">
              <a:off x="1375824" y="4776346"/>
              <a:ext cx="0" cy="4886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4" name="AutoShape 54">
              <a:extLst>
                <a:ext uri="{FF2B5EF4-FFF2-40B4-BE49-F238E27FC236}">
                  <a16:creationId xmlns:a16="http://schemas.microsoft.com/office/drawing/2014/main" id="{4D39B4E1-2D11-8CD2-EB02-8802FE428CF5}"/>
                </a:ext>
              </a:extLst>
            </p:cNvPr>
            <p:cNvCxnSpPr>
              <a:cxnSpLocks noChangeShapeType="1"/>
              <a:stCxn id="250" idx="0"/>
              <a:endCxn id="247" idx="4"/>
            </p:cNvCxnSpPr>
            <p:nvPr/>
          </p:nvCxnSpPr>
          <p:spPr bwMode="auto">
            <a:xfrm flipV="1">
              <a:off x="1375824" y="4776346"/>
              <a:ext cx="859798" cy="4886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55" name="Line 71">
              <a:extLst>
                <a:ext uri="{FF2B5EF4-FFF2-40B4-BE49-F238E27FC236}">
                  <a16:creationId xmlns:a16="http://schemas.microsoft.com/office/drawing/2014/main" id="{72F485FC-156A-9FCC-13BA-2DED82F7709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1328992" y="5639452"/>
              <a:ext cx="209407" cy="1322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256" name="Line 72">
              <a:extLst>
                <a:ext uri="{FF2B5EF4-FFF2-40B4-BE49-F238E27FC236}">
                  <a16:creationId xmlns:a16="http://schemas.microsoft.com/office/drawing/2014/main" id="{A34A72CF-ECCA-96CB-67D8-3C91AFAF22C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1196716" y="5639452"/>
              <a:ext cx="209407" cy="1322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257" name="Line 73">
              <a:extLst>
                <a:ext uri="{FF2B5EF4-FFF2-40B4-BE49-F238E27FC236}">
                  <a16:creationId xmlns:a16="http://schemas.microsoft.com/office/drawing/2014/main" id="{5541B554-145E-8684-6B6F-38AD2D50AE5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2188791" y="5639452"/>
              <a:ext cx="209407" cy="1322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258" name="Line 74">
              <a:extLst>
                <a:ext uri="{FF2B5EF4-FFF2-40B4-BE49-F238E27FC236}">
                  <a16:creationId xmlns:a16="http://schemas.microsoft.com/office/drawing/2014/main" id="{994EAAC0-EBD5-1277-46AB-8AD0BC48F81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2056514" y="5639452"/>
              <a:ext cx="209407" cy="1322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259" name="Rectangle: Rounded Corners 1">
              <a:extLst>
                <a:ext uri="{FF2B5EF4-FFF2-40B4-BE49-F238E27FC236}">
                  <a16:creationId xmlns:a16="http://schemas.microsoft.com/office/drawing/2014/main" id="{86932984-F916-BB4F-E3F4-636735EE6A57}"/>
                </a:ext>
              </a:extLst>
            </p:cNvPr>
            <p:cNvSpPr/>
            <p:nvPr/>
          </p:nvSpPr>
          <p:spPr>
            <a:xfrm>
              <a:off x="1072691" y="4311837"/>
              <a:ext cx="1493624" cy="1441741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92D80C74-0FB5-A7A2-E37E-E619AFACB10C}"/>
              </a:ext>
            </a:extLst>
          </p:cNvPr>
          <p:cNvGrpSpPr/>
          <p:nvPr/>
        </p:nvGrpSpPr>
        <p:grpSpPr>
          <a:xfrm>
            <a:off x="6144336" y="3437756"/>
            <a:ext cx="1493624" cy="1498457"/>
            <a:chOff x="1072691" y="4311837"/>
            <a:chExt cx="1493624" cy="1498457"/>
          </a:xfrm>
        </p:grpSpPr>
        <p:sp>
          <p:nvSpPr>
            <p:cNvPr id="261" name="Oval 24">
              <a:extLst>
                <a:ext uri="{FF2B5EF4-FFF2-40B4-BE49-F238E27FC236}">
                  <a16:creationId xmlns:a16="http://schemas.microsoft.com/office/drawing/2014/main" id="{B4812B90-5012-B257-97A1-CD00B54A81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277" y="4427334"/>
              <a:ext cx="330691" cy="349012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sp>
          <p:nvSpPr>
            <p:cNvPr id="262" name="Oval 38">
              <a:extLst>
                <a:ext uri="{FF2B5EF4-FFF2-40B4-BE49-F238E27FC236}">
                  <a16:creationId xmlns:a16="http://schemas.microsoft.com/office/drawing/2014/main" id="{BA7573FD-5525-F0A9-7F08-9F245935F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0479" y="4427334"/>
              <a:ext cx="330691" cy="349012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sp>
          <p:nvSpPr>
            <p:cNvPr id="263" name="Oval 43">
              <a:extLst>
                <a:ext uri="{FF2B5EF4-FFF2-40B4-BE49-F238E27FC236}">
                  <a16:creationId xmlns:a16="http://schemas.microsoft.com/office/drawing/2014/main" id="{5E4102C0-4CDB-916C-17E8-10A06A082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277" y="5264962"/>
              <a:ext cx="330691" cy="349012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sp>
          <p:nvSpPr>
            <p:cNvPr id="264" name="Oval 49">
              <a:extLst>
                <a:ext uri="{FF2B5EF4-FFF2-40B4-BE49-F238E27FC236}">
                  <a16:creationId xmlns:a16="http://schemas.microsoft.com/office/drawing/2014/main" id="{3F623BC8-BF55-E54B-4B37-46BA8BAB12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0479" y="5264962"/>
              <a:ext cx="330691" cy="349012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cxnSp>
          <p:nvCxnSpPr>
            <p:cNvPr id="265" name="AutoShape 51">
              <a:extLst>
                <a:ext uri="{FF2B5EF4-FFF2-40B4-BE49-F238E27FC236}">
                  <a16:creationId xmlns:a16="http://schemas.microsoft.com/office/drawing/2014/main" id="{EA43D1E7-3714-A6CD-69EC-000D38B23FAB}"/>
                </a:ext>
              </a:extLst>
            </p:cNvPr>
            <p:cNvCxnSpPr>
              <a:cxnSpLocks noChangeShapeType="1"/>
              <a:stCxn id="263" idx="0"/>
              <a:endCxn id="262" idx="4"/>
            </p:cNvCxnSpPr>
            <p:nvPr/>
          </p:nvCxnSpPr>
          <p:spPr bwMode="auto">
            <a:xfrm flipH="1" flipV="1">
              <a:off x="1375824" y="4776346"/>
              <a:ext cx="859798" cy="4886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6" name="AutoShape 52">
              <a:extLst>
                <a:ext uri="{FF2B5EF4-FFF2-40B4-BE49-F238E27FC236}">
                  <a16:creationId xmlns:a16="http://schemas.microsoft.com/office/drawing/2014/main" id="{EBE069D9-63DC-62A9-3522-1B4B613277EE}"/>
                </a:ext>
              </a:extLst>
            </p:cNvPr>
            <p:cNvCxnSpPr>
              <a:cxnSpLocks noChangeShapeType="1"/>
              <a:stCxn id="263" idx="0"/>
              <a:endCxn id="261" idx="4"/>
            </p:cNvCxnSpPr>
            <p:nvPr/>
          </p:nvCxnSpPr>
          <p:spPr bwMode="auto">
            <a:xfrm flipV="1">
              <a:off x="2235624" y="4776346"/>
              <a:ext cx="0" cy="4886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7" name="AutoShape 53">
              <a:extLst>
                <a:ext uri="{FF2B5EF4-FFF2-40B4-BE49-F238E27FC236}">
                  <a16:creationId xmlns:a16="http://schemas.microsoft.com/office/drawing/2014/main" id="{3A097831-3CFA-8250-4F48-5A0BAF020A26}"/>
                </a:ext>
              </a:extLst>
            </p:cNvPr>
            <p:cNvCxnSpPr>
              <a:cxnSpLocks noChangeShapeType="1"/>
              <a:stCxn id="264" idx="0"/>
              <a:endCxn id="262" idx="4"/>
            </p:cNvCxnSpPr>
            <p:nvPr/>
          </p:nvCxnSpPr>
          <p:spPr bwMode="auto">
            <a:xfrm flipV="1">
              <a:off x="1375824" y="4776346"/>
              <a:ext cx="0" cy="4886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8" name="AutoShape 54">
              <a:extLst>
                <a:ext uri="{FF2B5EF4-FFF2-40B4-BE49-F238E27FC236}">
                  <a16:creationId xmlns:a16="http://schemas.microsoft.com/office/drawing/2014/main" id="{EF060F88-127A-91A4-0A8F-8FD676727B34}"/>
                </a:ext>
              </a:extLst>
            </p:cNvPr>
            <p:cNvCxnSpPr>
              <a:cxnSpLocks noChangeShapeType="1"/>
              <a:stCxn id="264" idx="0"/>
              <a:endCxn id="261" idx="4"/>
            </p:cNvCxnSpPr>
            <p:nvPr/>
          </p:nvCxnSpPr>
          <p:spPr bwMode="auto">
            <a:xfrm flipV="1">
              <a:off x="1375824" y="4776346"/>
              <a:ext cx="859798" cy="4886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69" name="Line 71">
              <a:extLst>
                <a:ext uri="{FF2B5EF4-FFF2-40B4-BE49-F238E27FC236}">
                  <a16:creationId xmlns:a16="http://schemas.microsoft.com/office/drawing/2014/main" id="{20900148-D23B-6D50-AC2B-EF2AEFEED5C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1328992" y="5639452"/>
              <a:ext cx="209407" cy="1322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270" name="Line 72">
              <a:extLst>
                <a:ext uri="{FF2B5EF4-FFF2-40B4-BE49-F238E27FC236}">
                  <a16:creationId xmlns:a16="http://schemas.microsoft.com/office/drawing/2014/main" id="{11B95C96-352A-708C-6212-2E220487903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1196716" y="5639452"/>
              <a:ext cx="209407" cy="1322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271" name="Line 73">
              <a:extLst>
                <a:ext uri="{FF2B5EF4-FFF2-40B4-BE49-F238E27FC236}">
                  <a16:creationId xmlns:a16="http://schemas.microsoft.com/office/drawing/2014/main" id="{3B65BB7C-0079-AAD6-88F0-CB968E35DFC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2188791" y="5639452"/>
              <a:ext cx="209407" cy="1322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272" name="Line 74">
              <a:extLst>
                <a:ext uri="{FF2B5EF4-FFF2-40B4-BE49-F238E27FC236}">
                  <a16:creationId xmlns:a16="http://schemas.microsoft.com/office/drawing/2014/main" id="{77464DBA-40CA-7D7D-78C7-B4E79518BD1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2056514" y="5639452"/>
              <a:ext cx="209407" cy="1322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273" name="Rectangle: Rounded Corners 1">
              <a:extLst>
                <a:ext uri="{FF2B5EF4-FFF2-40B4-BE49-F238E27FC236}">
                  <a16:creationId xmlns:a16="http://schemas.microsoft.com/office/drawing/2014/main" id="{6F37F84F-4AC1-0DF2-D8AD-DCE5E2FAFD76}"/>
                </a:ext>
              </a:extLst>
            </p:cNvPr>
            <p:cNvSpPr/>
            <p:nvPr/>
          </p:nvSpPr>
          <p:spPr>
            <a:xfrm>
              <a:off x="1072691" y="4311837"/>
              <a:ext cx="1493624" cy="1441741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63B83402-A89A-4806-EBB9-44B957794305}"/>
              </a:ext>
            </a:extLst>
          </p:cNvPr>
          <p:cNvGrpSpPr/>
          <p:nvPr/>
        </p:nvGrpSpPr>
        <p:grpSpPr>
          <a:xfrm>
            <a:off x="7729719" y="3437756"/>
            <a:ext cx="1493624" cy="1498457"/>
            <a:chOff x="1072691" y="4311837"/>
            <a:chExt cx="1493624" cy="1498457"/>
          </a:xfrm>
        </p:grpSpPr>
        <p:sp>
          <p:nvSpPr>
            <p:cNvPr id="275" name="Oval 24">
              <a:extLst>
                <a:ext uri="{FF2B5EF4-FFF2-40B4-BE49-F238E27FC236}">
                  <a16:creationId xmlns:a16="http://schemas.microsoft.com/office/drawing/2014/main" id="{FC70C99D-98A9-FB93-A882-D196A89F12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277" y="4427334"/>
              <a:ext cx="330691" cy="349012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sp>
          <p:nvSpPr>
            <p:cNvPr id="276" name="Oval 38">
              <a:extLst>
                <a:ext uri="{FF2B5EF4-FFF2-40B4-BE49-F238E27FC236}">
                  <a16:creationId xmlns:a16="http://schemas.microsoft.com/office/drawing/2014/main" id="{1833E972-1E09-71ED-49DF-E17C225C6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0479" y="4427334"/>
              <a:ext cx="330691" cy="349012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sp>
          <p:nvSpPr>
            <p:cNvPr id="277" name="Oval 43">
              <a:extLst>
                <a:ext uri="{FF2B5EF4-FFF2-40B4-BE49-F238E27FC236}">
                  <a16:creationId xmlns:a16="http://schemas.microsoft.com/office/drawing/2014/main" id="{E34D7297-A4E7-71F5-042D-C6FEC708F2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277" y="5264962"/>
              <a:ext cx="330691" cy="349012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sp>
          <p:nvSpPr>
            <p:cNvPr id="278" name="Oval 49">
              <a:extLst>
                <a:ext uri="{FF2B5EF4-FFF2-40B4-BE49-F238E27FC236}">
                  <a16:creationId xmlns:a16="http://schemas.microsoft.com/office/drawing/2014/main" id="{C6375F4B-982D-D214-677B-0A954DB64C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0479" y="5264962"/>
              <a:ext cx="330691" cy="349012"/>
            </a:xfrm>
            <a:prstGeom prst="ellipse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it-IT" altLang="it-IT"/>
            </a:p>
          </p:txBody>
        </p:sp>
        <p:cxnSp>
          <p:nvCxnSpPr>
            <p:cNvPr id="279" name="AutoShape 51">
              <a:extLst>
                <a:ext uri="{FF2B5EF4-FFF2-40B4-BE49-F238E27FC236}">
                  <a16:creationId xmlns:a16="http://schemas.microsoft.com/office/drawing/2014/main" id="{DF8E9F4E-8CD1-849F-E001-CD0EE24F69E3}"/>
                </a:ext>
              </a:extLst>
            </p:cNvPr>
            <p:cNvCxnSpPr>
              <a:cxnSpLocks noChangeShapeType="1"/>
              <a:stCxn id="277" idx="0"/>
              <a:endCxn id="276" idx="4"/>
            </p:cNvCxnSpPr>
            <p:nvPr/>
          </p:nvCxnSpPr>
          <p:spPr bwMode="auto">
            <a:xfrm flipH="1" flipV="1">
              <a:off x="1375824" y="4776346"/>
              <a:ext cx="859798" cy="4886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0" name="AutoShape 52">
              <a:extLst>
                <a:ext uri="{FF2B5EF4-FFF2-40B4-BE49-F238E27FC236}">
                  <a16:creationId xmlns:a16="http://schemas.microsoft.com/office/drawing/2014/main" id="{37AFAF5A-43A1-8B70-2836-B76768346FFA}"/>
                </a:ext>
              </a:extLst>
            </p:cNvPr>
            <p:cNvCxnSpPr>
              <a:cxnSpLocks noChangeShapeType="1"/>
              <a:stCxn id="277" idx="0"/>
              <a:endCxn id="275" idx="4"/>
            </p:cNvCxnSpPr>
            <p:nvPr/>
          </p:nvCxnSpPr>
          <p:spPr bwMode="auto">
            <a:xfrm flipV="1">
              <a:off x="2235624" y="4776346"/>
              <a:ext cx="0" cy="4886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1" name="AutoShape 53">
              <a:extLst>
                <a:ext uri="{FF2B5EF4-FFF2-40B4-BE49-F238E27FC236}">
                  <a16:creationId xmlns:a16="http://schemas.microsoft.com/office/drawing/2014/main" id="{C0307CFB-FC8D-913A-B14F-569388EA72FB}"/>
                </a:ext>
              </a:extLst>
            </p:cNvPr>
            <p:cNvCxnSpPr>
              <a:cxnSpLocks noChangeShapeType="1"/>
              <a:stCxn id="278" idx="0"/>
              <a:endCxn id="276" idx="4"/>
            </p:cNvCxnSpPr>
            <p:nvPr/>
          </p:nvCxnSpPr>
          <p:spPr bwMode="auto">
            <a:xfrm flipV="1">
              <a:off x="1375824" y="4776346"/>
              <a:ext cx="0" cy="4886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2" name="AutoShape 54">
              <a:extLst>
                <a:ext uri="{FF2B5EF4-FFF2-40B4-BE49-F238E27FC236}">
                  <a16:creationId xmlns:a16="http://schemas.microsoft.com/office/drawing/2014/main" id="{552D3EA5-11CF-8A30-CAED-335082F1FB1F}"/>
                </a:ext>
              </a:extLst>
            </p:cNvPr>
            <p:cNvCxnSpPr>
              <a:cxnSpLocks noChangeShapeType="1"/>
              <a:stCxn id="278" idx="0"/>
              <a:endCxn id="275" idx="4"/>
            </p:cNvCxnSpPr>
            <p:nvPr/>
          </p:nvCxnSpPr>
          <p:spPr bwMode="auto">
            <a:xfrm flipV="1">
              <a:off x="1375824" y="4776346"/>
              <a:ext cx="859798" cy="4886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3" name="Line 71">
              <a:extLst>
                <a:ext uri="{FF2B5EF4-FFF2-40B4-BE49-F238E27FC236}">
                  <a16:creationId xmlns:a16="http://schemas.microsoft.com/office/drawing/2014/main" id="{4BF643A6-89EF-7DDF-6892-7DDA3B1DE49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1328992" y="5639452"/>
              <a:ext cx="209407" cy="1322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284" name="Line 72">
              <a:extLst>
                <a:ext uri="{FF2B5EF4-FFF2-40B4-BE49-F238E27FC236}">
                  <a16:creationId xmlns:a16="http://schemas.microsoft.com/office/drawing/2014/main" id="{2AE09E20-2649-C568-771E-33A1578479B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1196716" y="5639452"/>
              <a:ext cx="209407" cy="1322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285" name="Line 73">
              <a:extLst>
                <a:ext uri="{FF2B5EF4-FFF2-40B4-BE49-F238E27FC236}">
                  <a16:creationId xmlns:a16="http://schemas.microsoft.com/office/drawing/2014/main" id="{2FADD5E6-DC36-617A-1052-B6CD41683E8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2188791" y="5639452"/>
              <a:ext cx="209407" cy="1322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286" name="Line 74">
              <a:extLst>
                <a:ext uri="{FF2B5EF4-FFF2-40B4-BE49-F238E27FC236}">
                  <a16:creationId xmlns:a16="http://schemas.microsoft.com/office/drawing/2014/main" id="{8379828E-0C29-7657-71E0-397AEEED09E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2056514" y="5639452"/>
              <a:ext cx="209407" cy="1322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287" name="Rectangle: Rounded Corners 1">
              <a:extLst>
                <a:ext uri="{FF2B5EF4-FFF2-40B4-BE49-F238E27FC236}">
                  <a16:creationId xmlns:a16="http://schemas.microsoft.com/office/drawing/2014/main" id="{ACB17F83-0095-5FF1-DADD-B43BA79FC712}"/>
                </a:ext>
              </a:extLst>
            </p:cNvPr>
            <p:cNvSpPr/>
            <p:nvPr/>
          </p:nvSpPr>
          <p:spPr>
            <a:xfrm>
              <a:off x="1072691" y="4311837"/>
              <a:ext cx="1493624" cy="1441741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90" name="Rectangle: Rounded Corners 1">
            <a:extLst>
              <a:ext uri="{FF2B5EF4-FFF2-40B4-BE49-F238E27FC236}">
                <a16:creationId xmlns:a16="http://schemas.microsoft.com/office/drawing/2014/main" id="{E6C8FF97-94BA-17DC-FDA2-BE9D16A0B4DD}"/>
              </a:ext>
            </a:extLst>
          </p:cNvPr>
          <p:cNvSpPr/>
          <p:nvPr/>
        </p:nvSpPr>
        <p:spPr>
          <a:xfrm>
            <a:off x="4440912" y="2095815"/>
            <a:ext cx="1463594" cy="602542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1" name="Rectangle: Rounded Corners 1">
            <a:extLst>
              <a:ext uri="{FF2B5EF4-FFF2-40B4-BE49-F238E27FC236}">
                <a16:creationId xmlns:a16="http://schemas.microsoft.com/office/drawing/2014/main" id="{B81E71A0-D3A0-309D-F197-7D0E25000FC9}"/>
              </a:ext>
            </a:extLst>
          </p:cNvPr>
          <p:cNvSpPr/>
          <p:nvPr/>
        </p:nvSpPr>
        <p:spPr>
          <a:xfrm>
            <a:off x="6278563" y="2095815"/>
            <a:ext cx="1463594" cy="602542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1E2BD6AE-5E33-BDDD-1F70-7A19CAFBFBB7}"/>
              </a:ext>
            </a:extLst>
          </p:cNvPr>
          <p:cNvSpPr txBox="1"/>
          <p:nvPr/>
        </p:nvSpPr>
        <p:spPr>
          <a:xfrm>
            <a:off x="3446786" y="2212420"/>
            <a:ext cx="979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Plane A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9B3DF7AE-1DC0-BB5F-32B2-5074238C0078}"/>
              </a:ext>
            </a:extLst>
          </p:cNvPr>
          <p:cNvSpPr txBox="1"/>
          <p:nvPr/>
        </p:nvSpPr>
        <p:spPr>
          <a:xfrm>
            <a:off x="7733437" y="2212153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Plane B</a:t>
            </a:r>
          </a:p>
        </p:txBody>
      </p:sp>
    </p:spTree>
    <p:extLst>
      <p:ext uri="{BB962C8B-B14F-4D97-AF65-F5344CB8AC3E}">
        <p14:creationId xmlns:p14="http://schemas.microsoft.com/office/powerpoint/2010/main" val="918093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>
            <a:extLst>
              <a:ext uri="{FF2B5EF4-FFF2-40B4-BE49-F238E27FC236}">
                <a16:creationId xmlns:a16="http://schemas.microsoft.com/office/drawing/2014/main" id="{92FC79ED-FBCD-974B-389E-129745D41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/>
              <a:t>BGP and ECMP</a:t>
            </a:r>
            <a:endParaRPr lang="en-US" altLang="it-IT"/>
          </a:p>
        </p:txBody>
      </p:sp>
      <p:sp>
        <p:nvSpPr>
          <p:cNvPr id="214019" name="Rectangle 3">
            <a:extLst>
              <a:ext uri="{FF2B5EF4-FFF2-40B4-BE49-F238E27FC236}">
                <a16:creationId xmlns:a16="http://schemas.microsoft.com/office/drawing/2014/main" id="{3C542D00-220F-918C-EA61-D12429D115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it-IT" dirty="0"/>
              <a:t>BGP natively supports ECMP</a:t>
            </a:r>
          </a:p>
          <a:p>
            <a:pPr lvl="1">
              <a:lnSpc>
                <a:spcPct val="80000"/>
              </a:lnSpc>
            </a:pPr>
            <a:r>
              <a:rPr lang="en-US" altLang="it-IT" dirty="0"/>
              <a:t>reminder: ECMP is a hash-based load-balancing mechanism! </a:t>
            </a:r>
            <a:r>
              <a:rPr lang="en-US" altLang="it-IT" dirty="0">
                <a:sym typeface="Wingdings" pitchFamily="2" charset="2"/>
              </a:rPr>
              <a:t> </a:t>
            </a:r>
            <a:endParaRPr lang="en-US" altLang="it-IT" dirty="0"/>
          </a:p>
          <a:p>
            <a:pPr>
              <a:lnSpc>
                <a:spcPct val="80000"/>
              </a:lnSpc>
            </a:pPr>
            <a:r>
              <a:rPr lang="en-US" altLang="it-IT" dirty="0"/>
              <a:t>by default, BGP considers two announcement of the same prefix “equal” if they are equal in each best-path selection criterion except for the last one</a:t>
            </a:r>
          </a:p>
          <a:p>
            <a:pPr lvl="1">
              <a:lnSpc>
                <a:spcPct val="80000"/>
              </a:lnSpc>
            </a:pPr>
            <a:r>
              <a:rPr lang="en-US" altLang="it-IT" dirty="0"/>
              <a:t>lowest router-id of the announcing peer</a:t>
            </a:r>
          </a:p>
          <a:p>
            <a:pPr>
              <a:lnSpc>
                <a:spcPct val="80000"/>
              </a:lnSpc>
            </a:pPr>
            <a:r>
              <a:rPr lang="en-US" altLang="it-IT" dirty="0"/>
              <a:t>to enable multi-path, BGP requires that the AS-paths selected for multi-path match exactly</a:t>
            </a:r>
          </a:p>
          <a:p>
            <a:pPr lvl="1">
              <a:lnSpc>
                <a:spcPct val="80000"/>
              </a:lnSpc>
            </a:pPr>
            <a:r>
              <a:rPr lang="en-US" altLang="it-IT" dirty="0"/>
              <a:t>not just they have equal-length but equal AS numbers inside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>
            <a:extLst>
              <a:ext uri="{FF2B5EF4-FFF2-40B4-BE49-F238E27FC236}">
                <a16:creationId xmlns:a16="http://schemas.microsoft.com/office/drawing/2014/main" id="{E5DDA8F8-D487-C755-38F4-DE9B7B7ADA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/>
              <a:t>BGP multi-</a:t>
            </a:r>
            <a:r>
              <a:rPr lang="it-IT" altLang="it-IT" err="1"/>
              <a:t>path</a:t>
            </a:r>
            <a:r>
              <a:rPr lang="it-IT" altLang="it-IT"/>
              <a:t> relax</a:t>
            </a:r>
            <a:endParaRPr lang="en-US" altLang="it-IT"/>
          </a:p>
        </p:txBody>
      </p:sp>
      <p:sp>
        <p:nvSpPr>
          <p:cNvPr id="230403" name="Rectangle 3">
            <a:extLst>
              <a:ext uri="{FF2B5EF4-FFF2-40B4-BE49-F238E27FC236}">
                <a16:creationId xmlns:a16="http://schemas.microsoft.com/office/drawing/2014/main" id="{E464F1DE-9653-4A2B-43A1-AEF7B18FF9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it-IT" dirty="0"/>
              <a:t>when the AS_PATH lengths of different announcements for the same prefix are the same, the best-path algorithm skips checking for exact match of the AS numbers</a:t>
            </a:r>
          </a:p>
          <a:p>
            <a:r>
              <a:rPr lang="en-US" altLang="it-IT" dirty="0"/>
              <a:t>this modification is often called “as-path multipath-relax”</a:t>
            </a:r>
          </a:p>
          <a:p>
            <a:pPr lvl="1"/>
            <a:r>
              <a:rPr lang="en-US" altLang="it-IT" dirty="0"/>
              <a:t>different vendors may use different names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>
            <a:extLst>
              <a:ext uri="{FF2B5EF4-FFF2-40B4-BE49-F238E27FC236}">
                <a16:creationId xmlns:a16="http://schemas.microsoft.com/office/drawing/2014/main" id="{FB51A297-ADF9-92A3-14CC-3E53512EA7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/>
              <a:t>tuning BGP timers</a:t>
            </a:r>
            <a:endParaRPr lang="en-US" altLang="it-IT"/>
          </a:p>
        </p:txBody>
      </p:sp>
      <p:sp>
        <p:nvSpPr>
          <p:cNvPr id="231427" name="Rectangle 3">
            <a:extLst>
              <a:ext uri="{FF2B5EF4-FFF2-40B4-BE49-F238E27FC236}">
                <a16:creationId xmlns:a16="http://schemas.microsoft.com/office/drawing/2014/main" id="{B54F3752-7967-72DF-DCD9-DBD3528F80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it-IT"/>
              <a:t>there are four main timers that are responsible for BGP behaviour</a:t>
            </a:r>
          </a:p>
          <a:p>
            <a:pPr lvl="1"/>
            <a:r>
              <a:rPr lang="en-GB" altLang="it-IT"/>
              <a:t>advertisement interval timer</a:t>
            </a:r>
          </a:p>
          <a:p>
            <a:pPr lvl="1"/>
            <a:r>
              <a:rPr lang="en-GB" altLang="it-IT"/>
              <a:t>keepalive timer</a:t>
            </a:r>
          </a:p>
          <a:p>
            <a:pPr lvl="1"/>
            <a:r>
              <a:rPr lang="en-GB" altLang="it-IT"/>
              <a:t>hold timer</a:t>
            </a:r>
          </a:p>
          <a:p>
            <a:pPr lvl="1"/>
            <a:r>
              <a:rPr lang="en-GB" altLang="it-IT"/>
              <a:t>connect timer</a:t>
            </a:r>
          </a:p>
          <a:p>
            <a:pPr lvl="1"/>
            <a:endParaRPr lang="en-US" altLang="it-IT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>
            <a:extLst>
              <a:ext uri="{FF2B5EF4-FFF2-40B4-BE49-F238E27FC236}">
                <a16:creationId xmlns:a16="http://schemas.microsoft.com/office/drawing/2014/main" id="{089A8651-5497-001B-9716-CC635E2F61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advertisement interval timer</a:t>
            </a:r>
          </a:p>
        </p:txBody>
      </p:sp>
      <p:sp>
        <p:nvSpPr>
          <p:cNvPr id="233475" name="Rectangle 3">
            <a:extLst>
              <a:ext uri="{FF2B5EF4-FFF2-40B4-BE49-F238E27FC236}">
                <a16:creationId xmlns:a16="http://schemas.microsoft.com/office/drawing/2014/main" id="{F9408D0A-1E82-E013-01E9-1F358EC279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it-IT" dirty="0"/>
              <a:t>announcements that need to be sent to a neighbor are “bundled” and sent together only when the interval expires</a:t>
            </a:r>
          </a:p>
          <a:p>
            <a:pPr lvl="1">
              <a:lnSpc>
                <a:spcPct val="90000"/>
              </a:lnSpc>
            </a:pPr>
            <a:r>
              <a:rPr lang="en-US" altLang="it-IT" dirty="0"/>
              <a:t>then the timer is reset for that neighbor</a:t>
            </a:r>
          </a:p>
          <a:p>
            <a:pPr>
              <a:lnSpc>
                <a:spcPct val="90000"/>
              </a:lnSpc>
            </a:pPr>
            <a:r>
              <a:rPr lang="en-US" altLang="it-IT" dirty="0"/>
              <a:t>the default value for eBGP is 30s</a:t>
            </a:r>
          </a:p>
          <a:p>
            <a:pPr lvl="1">
              <a:lnSpc>
                <a:spcPct val="90000"/>
              </a:lnSpc>
            </a:pPr>
            <a:r>
              <a:rPr lang="en-US" altLang="it-IT" dirty="0"/>
              <a:t>in interdomain routing this improves stability and reduces the number of multiple updates for the same prefix</a:t>
            </a:r>
          </a:p>
          <a:p>
            <a:pPr>
              <a:lnSpc>
                <a:spcPct val="90000"/>
              </a:lnSpc>
            </a:pPr>
            <a:r>
              <a:rPr lang="en-US" altLang="it-IT" dirty="0"/>
              <a:t>in data centers is set to 0s</a:t>
            </a:r>
          </a:p>
          <a:p>
            <a:pPr lvl="1">
              <a:lnSpc>
                <a:spcPct val="90000"/>
              </a:lnSpc>
            </a:pPr>
            <a:r>
              <a:rPr lang="en-GB" altLang="it-IT" dirty="0"/>
              <a:t>required for fast convergence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>
            <a:extLst>
              <a:ext uri="{FF2B5EF4-FFF2-40B4-BE49-F238E27FC236}">
                <a16:creationId xmlns:a16="http://schemas.microsoft.com/office/drawing/2014/main" id="{5978B2A8-3735-881F-4B6B-1BB0E51F1E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/>
              <a:t>keepalive and hold timers</a:t>
            </a:r>
            <a:endParaRPr lang="en-US" altLang="it-IT"/>
          </a:p>
        </p:txBody>
      </p:sp>
      <p:sp>
        <p:nvSpPr>
          <p:cNvPr id="232451" name="Rectangle 3">
            <a:extLst>
              <a:ext uri="{FF2B5EF4-FFF2-40B4-BE49-F238E27FC236}">
                <a16:creationId xmlns:a16="http://schemas.microsoft.com/office/drawing/2014/main" id="{A301A27E-79CC-0F0A-B96E-B94609F919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it-IT" dirty="0"/>
              <a:t>each BGP peer sends periodic keepalive messages to its neighbors according to the keepalive timer</a:t>
            </a:r>
          </a:p>
          <a:p>
            <a:pPr>
              <a:lnSpc>
                <a:spcPct val="90000"/>
              </a:lnSpc>
            </a:pPr>
            <a:r>
              <a:rPr lang="en-US" altLang="it-IT" dirty="0"/>
              <a:t>when a peer does not receive a keepalive for a period greater than the hold timer</a:t>
            </a:r>
          </a:p>
          <a:p>
            <a:pPr lvl="1">
              <a:lnSpc>
                <a:spcPct val="90000"/>
              </a:lnSpc>
            </a:pPr>
            <a:r>
              <a:rPr lang="en-US" altLang="it-IT" dirty="0"/>
              <a:t>the connection is dropped</a:t>
            </a:r>
          </a:p>
          <a:p>
            <a:pPr lvl="1">
              <a:lnSpc>
                <a:spcPct val="90000"/>
              </a:lnSpc>
            </a:pPr>
            <a:r>
              <a:rPr lang="en-US" altLang="it-IT" dirty="0"/>
              <a:t>all the announcements received are considered invalid</a:t>
            </a:r>
          </a:p>
          <a:p>
            <a:pPr lvl="1">
              <a:lnSpc>
                <a:spcPct val="90000"/>
              </a:lnSpc>
            </a:pPr>
            <a:r>
              <a:rPr lang="en-US" altLang="it-IT" dirty="0"/>
              <a:t>the peer tries to re-establish the connection</a:t>
            </a:r>
          </a:p>
          <a:p>
            <a:pPr>
              <a:lnSpc>
                <a:spcPct val="90000"/>
              </a:lnSpc>
            </a:pPr>
            <a:r>
              <a:rPr lang="en-US" altLang="it-IT" dirty="0"/>
              <a:t>by default, the keepalive timer is 60s and the hold timer is 180s</a:t>
            </a:r>
          </a:p>
          <a:p>
            <a:pPr>
              <a:lnSpc>
                <a:spcPct val="90000"/>
              </a:lnSpc>
            </a:pPr>
            <a:r>
              <a:rPr lang="it-IT" altLang="it-IT" dirty="0"/>
              <a:t>in data centers timers of 3s and 9s are </a:t>
            </a:r>
            <a:r>
              <a:rPr lang="it-IT" altLang="it-IT" dirty="0" err="1"/>
              <a:t>used</a:t>
            </a:r>
            <a:r>
              <a:rPr lang="it-IT" altLang="it-IT" dirty="0"/>
              <a:t>, </a:t>
            </a:r>
            <a:r>
              <a:rPr lang="it-IT" altLang="it-IT" dirty="0" err="1"/>
              <a:t>respectively</a:t>
            </a:r>
            <a:endParaRPr lang="en-US" altLang="it-IT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>
            <a:extLst>
              <a:ext uri="{FF2B5EF4-FFF2-40B4-BE49-F238E27FC236}">
                <a16:creationId xmlns:a16="http://schemas.microsoft.com/office/drawing/2014/main" id="{BB0D454A-D341-8206-C5B1-5EC12953E1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/>
              <a:t>connect timer</a:t>
            </a:r>
            <a:endParaRPr lang="en-US" altLang="it-IT"/>
          </a:p>
        </p:txBody>
      </p:sp>
      <p:sp>
        <p:nvSpPr>
          <p:cNvPr id="234499" name="Rectangle 3">
            <a:extLst>
              <a:ext uri="{FF2B5EF4-FFF2-40B4-BE49-F238E27FC236}">
                <a16:creationId xmlns:a16="http://schemas.microsoft.com/office/drawing/2014/main" id="{2AE9B4F1-9C73-4D6E-16FA-B5F9D0FFD9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it-IT" dirty="0"/>
              <a:t>when a connection to a peer fails, BGP waits for the connect timer expiration before attempting to reconnect</a:t>
            </a:r>
          </a:p>
          <a:p>
            <a:pPr lvl="1"/>
            <a:r>
              <a:rPr lang="en-US" altLang="it-IT" dirty="0"/>
              <a:t>the connect timer by default is 60s</a:t>
            </a:r>
          </a:p>
          <a:p>
            <a:pPr lvl="1"/>
            <a:r>
              <a:rPr lang="en-US" altLang="it-IT" dirty="0"/>
              <a:t>this can delay session re-establishment when a link recovers from a failure or a node powers up</a:t>
            </a:r>
          </a:p>
          <a:p>
            <a:r>
              <a:rPr lang="it-IT" altLang="it-IT" dirty="0"/>
              <a:t>in data centers, </a:t>
            </a:r>
            <a:r>
              <a:rPr lang="it-IT" altLang="it-IT" dirty="0" err="1"/>
              <a:t>it</a:t>
            </a:r>
            <a:r>
              <a:rPr lang="it-IT" altLang="it-IT" dirty="0"/>
              <a:t> </a:t>
            </a:r>
            <a:r>
              <a:rPr lang="it-IT" altLang="it-IT" dirty="0" err="1"/>
              <a:t>is</a:t>
            </a:r>
            <a:r>
              <a:rPr lang="it-IT" altLang="it-IT" dirty="0"/>
              <a:t> set to 10s</a:t>
            </a:r>
            <a:endParaRPr lang="en-US" altLang="it-IT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5548B-9C04-5F79-700E-D6351D5A9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automati</a:t>
            </a:r>
            <a:r>
              <a:rPr lang="it-IT"/>
              <a:t>n</a:t>
            </a:r>
            <a:r>
              <a:rPr lang="en-IT"/>
              <a:t>g the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5712B-C9FA-C6BC-49E1-32D415257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T" dirty="0"/>
              <a:t>unnumbered interfaces</a:t>
            </a:r>
          </a:p>
          <a:p>
            <a:pPr lvl="1"/>
            <a:r>
              <a:rPr lang="en-GB" dirty="0"/>
              <a:t>used to establish </a:t>
            </a:r>
            <a:r>
              <a:rPr lang="en-GB" dirty="0" err="1"/>
              <a:t>peerings</a:t>
            </a:r>
            <a:r>
              <a:rPr lang="en-GB" dirty="0"/>
              <a:t> specifying the interface name rather than the IP address and the remote AS number</a:t>
            </a:r>
          </a:p>
          <a:p>
            <a:r>
              <a:rPr lang="en-IT" dirty="0"/>
              <a:t>peer groups</a:t>
            </a:r>
          </a:p>
          <a:p>
            <a:pPr lvl="1"/>
            <a:r>
              <a:rPr lang="en-IT" dirty="0"/>
              <a:t>used to specify policies for groups of peers</a:t>
            </a:r>
          </a:p>
        </p:txBody>
      </p:sp>
    </p:spTree>
    <p:extLst>
      <p:ext uri="{BB962C8B-B14F-4D97-AF65-F5344CB8AC3E}">
        <p14:creationId xmlns:p14="http://schemas.microsoft.com/office/powerpoint/2010/main" val="3243450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6E00F21-2EED-F411-6926-86EF252DB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857500"/>
            <a:ext cx="10972800" cy="1143000"/>
          </a:xfrm>
        </p:spPr>
        <p:txBody>
          <a:bodyPr/>
          <a:lstStyle/>
          <a:p>
            <a:r>
              <a:rPr lang="en-GB" dirty="0"/>
              <a:t>lab deep dive</a:t>
            </a:r>
          </a:p>
        </p:txBody>
      </p:sp>
    </p:spTree>
    <p:extLst>
      <p:ext uri="{BB962C8B-B14F-4D97-AF65-F5344CB8AC3E}">
        <p14:creationId xmlns:p14="http://schemas.microsoft.com/office/powerpoint/2010/main" val="1166196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3403A-4EAC-5397-8FC6-BB65E9471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lab pre-conditions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7C83C-FE13-E6B4-D784-AAB7B5F84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Linux and macOS</a:t>
            </a:r>
          </a:p>
          <a:p>
            <a:pPr lvl="1"/>
            <a:r>
              <a:rPr lang="en-GB" dirty="0"/>
              <a:t>no specific requirement</a:t>
            </a:r>
          </a:p>
          <a:p>
            <a:r>
              <a:rPr lang="en-GB" dirty="0"/>
              <a:t>Windows</a:t>
            </a:r>
          </a:p>
          <a:p>
            <a:pPr lvl="1"/>
            <a:r>
              <a:rPr lang="en-GB" dirty="0"/>
              <a:t>currently, the WSL 2 kernel does not have Multi-Path enabled</a:t>
            </a:r>
          </a:p>
          <a:p>
            <a:pPr lvl="1"/>
            <a:r>
              <a:rPr lang="en-GB" dirty="0"/>
              <a:t>need to fallback to Hyper-V Docker backend</a:t>
            </a:r>
          </a:p>
          <a:p>
            <a:pPr lvl="2"/>
            <a:r>
              <a:rPr lang="en-GB" dirty="0"/>
              <a:t>open Docker Desktop and go to Settings (cog in the top-right corner)</a:t>
            </a:r>
          </a:p>
          <a:p>
            <a:pPr lvl="2"/>
            <a:r>
              <a:rPr lang="en-GB" dirty="0"/>
              <a:t>unselect the “Use the WSL 2 based engine” checkbox</a:t>
            </a:r>
          </a:p>
          <a:p>
            <a:pPr lvl="2"/>
            <a:r>
              <a:rPr lang="en-GB" dirty="0"/>
              <a:t>click “Apply &amp; restart” </a:t>
            </a:r>
          </a:p>
          <a:p>
            <a:pPr lvl="1"/>
            <a:r>
              <a:rPr lang="en-GB" dirty="0"/>
              <a:t>Hyper-V is only supported on the Pro version</a:t>
            </a:r>
          </a:p>
          <a:p>
            <a:pPr lvl="2"/>
            <a:r>
              <a:rPr lang="en-GB" dirty="0"/>
              <a:t>if you have the Home version, you can download the VM from Canvas</a:t>
            </a:r>
          </a:p>
        </p:txBody>
      </p:sp>
    </p:spTree>
    <p:extLst>
      <p:ext uri="{BB962C8B-B14F-4D97-AF65-F5344CB8AC3E}">
        <p14:creationId xmlns:p14="http://schemas.microsoft.com/office/powerpoint/2010/main" val="39723057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DE93A-A32C-C701-B158-2B191008A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FF845-A7E4-8823-1390-BCD6EEE24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 primer on IPv6 </a:t>
            </a:r>
            <a:r>
              <a:rPr lang="it-IT" dirty="0" err="1"/>
              <a:t>addresses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AC3E7-61D7-AC2D-D18D-6D4EC9313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IPv6 </a:t>
            </a:r>
            <a:r>
              <a:rPr lang="it-IT" dirty="0" err="1"/>
              <a:t>is</a:t>
            </a:r>
            <a:r>
              <a:rPr lang="it-IT" dirty="0"/>
              <a:t> the successor of IPv4</a:t>
            </a:r>
          </a:p>
          <a:p>
            <a:pPr lvl="1"/>
            <a:r>
              <a:rPr lang="it-IT" dirty="0" err="1"/>
              <a:t>several</a:t>
            </a:r>
            <a:r>
              <a:rPr lang="it-IT" dirty="0"/>
              <a:t> </a:t>
            </a:r>
            <a:r>
              <a:rPr lang="it-IT" dirty="0" err="1"/>
              <a:t>changes</a:t>
            </a:r>
            <a:r>
              <a:rPr lang="it-IT" dirty="0"/>
              <a:t> from </a:t>
            </a:r>
            <a:r>
              <a:rPr lang="it-IT" dirty="0" err="1"/>
              <a:t>its</a:t>
            </a:r>
            <a:r>
              <a:rPr lang="it-IT" dirty="0"/>
              <a:t> </a:t>
            </a:r>
            <a:r>
              <a:rPr lang="it-IT" dirty="0" err="1"/>
              <a:t>predecessor</a:t>
            </a:r>
            <a:endParaRPr lang="it-IT" dirty="0"/>
          </a:p>
          <a:p>
            <a:pPr lvl="1"/>
            <a:r>
              <a:rPr lang="it-IT" dirty="0"/>
              <a:t>one of </a:t>
            </a:r>
            <a:r>
              <a:rPr lang="it-IT" dirty="0" err="1"/>
              <a:t>these</a:t>
            </a:r>
            <a:r>
              <a:rPr lang="it-IT" dirty="0"/>
              <a:t> </a:t>
            </a:r>
            <a:r>
              <a:rPr lang="it-IT" dirty="0" err="1"/>
              <a:t>changes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IP </a:t>
            </a:r>
            <a:r>
              <a:rPr lang="it-IT" dirty="0" err="1"/>
              <a:t>address</a:t>
            </a:r>
            <a:r>
              <a:rPr lang="it-IT" dirty="0"/>
              <a:t> </a:t>
            </a:r>
            <a:r>
              <a:rPr lang="it-IT" dirty="0" err="1"/>
              <a:t>length</a:t>
            </a:r>
            <a:endParaRPr lang="it-IT" dirty="0"/>
          </a:p>
          <a:p>
            <a:pPr lvl="2"/>
            <a:r>
              <a:rPr lang="it-IT" dirty="0"/>
              <a:t>a IPv4 </a:t>
            </a:r>
            <a:r>
              <a:rPr lang="it-IT" dirty="0" err="1"/>
              <a:t>address</a:t>
            </a:r>
            <a:r>
              <a:rPr lang="it-IT" dirty="0"/>
              <a:t> </a:t>
            </a:r>
            <a:r>
              <a:rPr lang="it-IT" dirty="0" err="1"/>
              <a:t>length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32 bits (4 Bytes)</a:t>
            </a:r>
          </a:p>
          <a:p>
            <a:pPr lvl="2"/>
            <a:r>
              <a:rPr lang="it-IT" dirty="0"/>
              <a:t>a IPv6 </a:t>
            </a:r>
            <a:r>
              <a:rPr lang="it-IT" dirty="0" err="1"/>
              <a:t>address</a:t>
            </a:r>
            <a:r>
              <a:rPr lang="it-IT" dirty="0"/>
              <a:t> </a:t>
            </a:r>
            <a:r>
              <a:rPr lang="it-IT" dirty="0" err="1"/>
              <a:t>length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128 bits (16 Bytes)</a:t>
            </a:r>
          </a:p>
          <a:p>
            <a:r>
              <a:rPr lang="it-IT" dirty="0" err="1"/>
              <a:t>important</a:t>
            </a:r>
            <a:r>
              <a:rPr lang="it-IT" dirty="0"/>
              <a:t> </a:t>
            </a:r>
            <a:r>
              <a:rPr lang="it-IT" dirty="0" err="1"/>
              <a:t>difference</a:t>
            </a:r>
            <a:r>
              <a:rPr lang="it-IT" dirty="0"/>
              <a:t>: a single </a:t>
            </a:r>
            <a:r>
              <a:rPr lang="it-IT" dirty="0" err="1"/>
              <a:t>host</a:t>
            </a:r>
            <a:r>
              <a:rPr lang="it-IT" dirty="0"/>
              <a:t> can be </a:t>
            </a:r>
            <a:r>
              <a:rPr lang="it-IT" dirty="0" err="1"/>
              <a:t>identified</a:t>
            </a:r>
            <a:r>
              <a:rPr lang="it-IT" dirty="0"/>
              <a:t> by multiple IPv6 </a:t>
            </a:r>
            <a:r>
              <a:rPr lang="it-IT" dirty="0" err="1"/>
              <a:t>addresses</a:t>
            </a:r>
            <a:r>
              <a:rPr lang="it-IT" dirty="0"/>
              <a:t> (of </a:t>
            </a:r>
            <a:r>
              <a:rPr lang="it-IT" dirty="0" err="1"/>
              <a:t>different</a:t>
            </a:r>
            <a:r>
              <a:rPr lang="it-IT" dirty="0"/>
              <a:t> </a:t>
            </a:r>
            <a:r>
              <a:rPr lang="it-IT" dirty="0" err="1"/>
              <a:t>types</a:t>
            </a:r>
            <a:r>
              <a:rPr lang="it-IT" dirty="0"/>
              <a:t>)</a:t>
            </a:r>
          </a:p>
          <a:p>
            <a:r>
              <a:rPr lang="it-IT" dirty="0"/>
              <a:t>IPv4 and IPv6 can </a:t>
            </a:r>
            <a:r>
              <a:rPr lang="it-IT" dirty="0" err="1"/>
              <a:t>coexist</a:t>
            </a:r>
            <a:r>
              <a:rPr lang="it-IT" dirty="0"/>
              <a:t> on the </a:t>
            </a:r>
            <a:r>
              <a:rPr lang="it-IT" dirty="0" err="1"/>
              <a:t>same</a:t>
            </a:r>
            <a:r>
              <a:rPr lang="it-IT" dirty="0"/>
              <a:t> </a:t>
            </a:r>
            <a:r>
              <a:rPr lang="it-IT" dirty="0" err="1"/>
              <a:t>interface</a:t>
            </a:r>
            <a:r>
              <a:rPr lang="it-IT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671277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D7B54-B2A2-6BEA-C1E0-38ED8C09B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C2C47-E9B7-2C64-B662-494CB4B30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types</a:t>
            </a:r>
            <a:r>
              <a:rPr lang="it-IT" dirty="0"/>
              <a:t> of </a:t>
            </a:r>
            <a:r>
              <a:rPr lang="it-IT" dirty="0" err="1"/>
              <a:t>unicast</a:t>
            </a:r>
            <a:r>
              <a:rPr lang="it-IT" dirty="0"/>
              <a:t> IPv6 </a:t>
            </a:r>
            <a:r>
              <a:rPr lang="it-IT" dirty="0" err="1"/>
              <a:t>address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63611-9FB6-D025-50AE-513992318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important</a:t>
            </a:r>
            <a:r>
              <a:rPr lang="it-IT" dirty="0"/>
              <a:t> </a:t>
            </a:r>
            <a:r>
              <a:rPr lang="it-IT" dirty="0" err="1"/>
              <a:t>difference</a:t>
            </a:r>
            <a:r>
              <a:rPr lang="it-IT" dirty="0"/>
              <a:t>: a single </a:t>
            </a:r>
            <a:r>
              <a:rPr lang="it-IT" dirty="0" err="1"/>
              <a:t>host</a:t>
            </a:r>
            <a:r>
              <a:rPr lang="it-IT" dirty="0"/>
              <a:t> can be </a:t>
            </a:r>
            <a:r>
              <a:rPr lang="it-IT" dirty="0" err="1"/>
              <a:t>identified</a:t>
            </a:r>
            <a:r>
              <a:rPr lang="it-IT" dirty="0"/>
              <a:t> by multiple IPv6 </a:t>
            </a:r>
            <a:r>
              <a:rPr lang="it-IT" dirty="0" err="1"/>
              <a:t>addresses</a:t>
            </a:r>
            <a:r>
              <a:rPr lang="it-IT" dirty="0"/>
              <a:t> (of </a:t>
            </a:r>
            <a:r>
              <a:rPr lang="it-IT" dirty="0" err="1"/>
              <a:t>different</a:t>
            </a:r>
            <a:r>
              <a:rPr lang="it-IT" dirty="0"/>
              <a:t> </a:t>
            </a:r>
            <a:r>
              <a:rPr lang="it-IT" dirty="0" err="1"/>
              <a:t>types</a:t>
            </a:r>
            <a:r>
              <a:rPr lang="it-IT" dirty="0"/>
              <a:t>)</a:t>
            </a:r>
          </a:p>
          <a:p>
            <a:r>
              <a:rPr lang="it-IT" dirty="0" err="1"/>
              <a:t>main</a:t>
            </a:r>
            <a:r>
              <a:rPr lang="it-IT" dirty="0"/>
              <a:t> </a:t>
            </a:r>
            <a:r>
              <a:rPr lang="it-IT" dirty="0" err="1"/>
              <a:t>types</a:t>
            </a:r>
            <a:r>
              <a:rPr lang="it-IT" dirty="0"/>
              <a:t> of (</a:t>
            </a:r>
            <a:r>
              <a:rPr lang="it-IT" dirty="0" err="1"/>
              <a:t>unicast</a:t>
            </a:r>
            <a:r>
              <a:rPr lang="it-IT" dirty="0"/>
              <a:t>) IPv6 </a:t>
            </a:r>
            <a:r>
              <a:rPr lang="it-IT" dirty="0" err="1"/>
              <a:t>address</a:t>
            </a:r>
            <a:r>
              <a:rPr lang="it-IT" dirty="0"/>
              <a:t>:</a:t>
            </a:r>
          </a:p>
          <a:p>
            <a:pPr lvl="1"/>
            <a:r>
              <a:rPr lang="it-IT" b="1" dirty="0"/>
              <a:t>global</a:t>
            </a:r>
            <a:r>
              <a:rPr lang="it-IT" dirty="0"/>
              <a:t>: </a:t>
            </a:r>
            <a:r>
              <a:rPr lang="it-IT" dirty="0" err="1"/>
              <a:t>publicly</a:t>
            </a:r>
            <a:r>
              <a:rPr lang="it-IT" dirty="0"/>
              <a:t> </a:t>
            </a:r>
            <a:r>
              <a:rPr lang="it-IT" dirty="0" err="1"/>
              <a:t>reachable</a:t>
            </a:r>
            <a:r>
              <a:rPr lang="it-IT" dirty="0"/>
              <a:t> and </a:t>
            </a:r>
            <a:r>
              <a:rPr lang="it-IT" dirty="0" err="1"/>
              <a:t>routed</a:t>
            </a:r>
            <a:r>
              <a:rPr lang="it-IT" dirty="0"/>
              <a:t> on the Internet</a:t>
            </a:r>
          </a:p>
          <a:p>
            <a:pPr lvl="1"/>
            <a:r>
              <a:rPr lang="it-IT" b="1" dirty="0"/>
              <a:t>link-</a:t>
            </a:r>
            <a:r>
              <a:rPr lang="it-IT" b="1" dirty="0" err="1"/>
              <a:t>local</a:t>
            </a:r>
            <a:r>
              <a:rPr lang="it-IT" dirty="0"/>
              <a:t>: auto-</a:t>
            </a:r>
            <a:r>
              <a:rPr lang="it-IT" dirty="0" err="1"/>
              <a:t>generated</a:t>
            </a:r>
            <a:r>
              <a:rPr lang="it-IT" dirty="0"/>
              <a:t> from the MAC </a:t>
            </a:r>
            <a:r>
              <a:rPr lang="it-IT" dirty="0" err="1"/>
              <a:t>address</a:t>
            </a:r>
            <a:endParaRPr lang="it-IT" dirty="0"/>
          </a:p>
          <a:p>
            <a:pPr lvl="2"/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for </a:t>
            </a:r>
            <a:r>
              <a:rPr lang="it-IT" dirty="0" err="1"/>
              <a:t>addressing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the </a:t>
            </a:r>
            <a:r>
              <a:rPr lang="it-IT" u="sng" dirty="0"/>
              <a:t>link </a:t>
            </a:r>
            <a:r>
              <a:rPr lang="it-IT" u="sng" dirty="0" err="1"/>
              <a:t>level</a:t>
            </a:r>
            <a:r>
              <a:rPr lang="it-IT" dirty="0"/>
              <a:t> (i.e., </a:t>
            </a:r>
            <a:r>
              <a:rPr lang="it-IT" dirty="0" err="1"/>
              <a:t>segment</a:t>
            </a:r>
            <a:r>
              <a:rPr lang="it-IT" dirty="0"/>
              <a:t> or LAN)</a:t>
            </a:r>
          </a:p>
          <a:p>
            <a:pPr lvl="1"/>
            <a:r>
              <a:rPr lang="it-IT" b="1" dirty="0" err="1"/>
              <a:t>unique-local</a:t>
            </a:r>
            <a:r>
              <a:rPr lang="it-IT" dirty="0"/>
              <a:t>: can be </a:t>
            </a:r>
            <a:r>
              <a:rPr lang="it-IT" dirty="0" err="1"/>
              <a:t>routed</a:t>
            </a:r>
            <a:r>
              <a:rPr lang="it-IT" dirty="0"/>
              <a:t> </a:t>
            </a:r>
            <a:r>
              <a:rPr lang="it-IT" dirty="0" err="1"/>
              <a:t>except</a:t>
            </a:r>
            <a:r>
              <a:rPr lang="it-IT" dirty="0"/>
              <a:t> on the Internet</a:t>
            </a:r>
          </a:p>
          <a:p>
            <a:pPr lvl="2"/>
            <a:r>
              <a:rPr lang="it-IT" dirty="0" err="1"/>
              <a:t>used</a:t>
            </a:r>
            <a:r>
              <a:rPr lang="it-IT" dirty="0"/>
              <a:t> to </a:t>
            </a:r>
            <a:r>
              <a:rPr lang="it-IT" dirty="0" err="1"/>
              <a:t>interconnect</a:t>
            </a:r>
            <a:r>
              <a:rPr lang="it-IT" dirty="0"/>
              <a:t> </a:t>
            </a:r>
            <a:r>
              <a:rPr lang="it-IT" dirty="0" err="1"/>
              <a:t>different</a:t>
            </a:r>
            <a:r>
              <a:rPr lang="it-IT" dirty="0"/>
              <a:t> </a:t>
            </a:r>
            <a:r>
              <a:rPr lang="it-IT" dirty="0" err="1"/>
              <a:t>LANs</a:t>
            </a:r>
            <a:r>
              <a:rPr lang="it-IT" dirty="0"/>
              <a:t> (e.g., </a:t>
            </a:r>
            <a:r>
              <a:rPr lang="it-IT" dirty="0" err="1"/>
              <a:t>different</a:t>
            </a:r>
            <a:r>
              <a:rPr lang="it-IT" dirty="0"/>
              <a:t> buildings)</a:t>
            </a:r>
          </a:p>
          <a:p>
            <a:pPr lvl="1"/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2058384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DDC85-7540-0734-53C7-1C438447C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lab pre-conditions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B4818-BFA8-7C64-1794-B01C9EA0D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T"/>
              <a:t>FRR</a:t>
            </a:r>
            <a:r>
              <a:rPr lang="it-IT" dirty="0"/>
              <a:t>outing</a:t>
            </a:r>
            <a:r>
              <a:rPr lang="en-IT"/>
              <a:t> </a:t>
            </a:r>
            <a:r>
              <a:rPr lang="en-IT" dirty="0"/>
              <a:t>handles </a:t>
            </a:r>
            <a:r>
              <a:rPr lang="en-IT"/>
              <a:t>unnumbered interface</a:t>
            </a:r>
            <a:r>
              <a:rPr lang="it-IT" dirty="0" err="1"/>
              <a:t>s</a:t>
            </a:r>
            <a:r>
              <a:rPr lang="it-IT" dirty="0"/>
              <a:t> by </a:t>
            </a:r>
            <a:r>
              <a:rPr lang="it-IT" dirty="0" err="1"/>
              <a:t>using</a:t>
            </a:r>
            <a:r>
              <a:rPr lang="en-IT"/>
              <a:t> </a:t>
            </a:r>
            <a:r>
              <a:rPr lang="en-IT" b="1"/>
              <a:t>IPv6 </a:t>
            </a:r>
            <a:r>
              <a:rPr lang="en-IT" b="1" dirty="0"/>
              <a:t>link-local</a:t>
            </a:r>
            <a:r>
              <a:rPr lang="en-IT" dirty="0"/>
              <a:t> addresses</a:t>
            </a:r>
          </a:p>
          <a:p>
            <a:pPr lvl="1"/>
            <a:r>
              <a:rPr lang="en-IT" dirty="0"/>
              <a:t>all the routers in the fabric must have </a:t>
            </a:r>
            <a:r>
              <a:rPr lang="en-IT"/>
              <a:t>IPv6 enabled</a:t>
            </a:r>
            <a:endParaRPr lang="en-IT" dirty="0"/>
          </a:p>
          <a:p>
            <a:pPr lvl="2"/>
            <a:r>
              <a:rPr lang="it-IT" dirty="0"/>
              <a:t>in </a:t>
            </a:r>
            <a:r>
              <a:rPr lang="it-IT" dirty="0" err="1"/>
              <a:t>Kathará</a:t>
            </a:r>
            <a:r>
              <a:rPr lang="it-IT" dirty="0"/>
              <a:t>, </a:t>
            </a:r>
            <a:r>
              <a:rPr lang="en-IT"/>
              <a:t>to </a:t>
            </a:r>
            <a:r>
              <a:rPr lang="en-IT" dirty="0"/>
              <a:t>enable IPv6 for </a:t>
            </a:r>
            <a:r>
              <a:rPr lang="en-IT"/>
              <a:t>machine </a:t>
            </a:r>
            <a:r>
              <a:rPr lang="en-IT">
                <a:latin typeface="Consolas" panose="020B0609020204030204" pitchFamily="49" charset="0"/>
                <a:cs typeface="Consolas" panose="020B0609020204030204" pitchFamily="49" charset="0"/>
              </a:rPr>
              <a:t>router</a:t>
            </a:r>
            <a:r>
              <a:rPr lang="en-IT"/>
              <a:t>, </a:t>
            </a:r>
            <a:r>
              <a:rPr lang="en-IT" dirty="0"/>
              <a:t>add </a:t>
            </a:r>
            <a:r>
              <a:rPr lang="en-IT" dirty="0">
                <a:latin typeface="Consolas" panose="020B0609020204030204" pitchFamily="49" charset="0"/>
                <a:cs typeface="Consolas" panose="020B0609020204030204" pitchFamily="49" charset="0"/>
              </a:rPr>
              <a:t>router[</a:t>
            </a:r>
            <a:r>
              <a:rPr lang="en-IT">
                <a:latin typeface="Consolas" panose="020B0609020204030204" pitchFamily="49" charset="0"/>
                <a:cs typeface="Consolas" panose="020B0609020204030204" pitchFamily="49" charset="0"/>
              </a:rPr>
              <a:t>ipv6]="True"</a:t>
            </a:r>
            <a:r>
              <a:rPr lang="it-IT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it-IT" dirty="0"/>
              <a:t>in </a:t>
            </a:r>
            <a:r>
              <a:rPr lang="en-IT"/>
              <a:t>the </a:t>
            </a:r>
            <a:r>
              <a:rPr lang="en-IT" dirty="0"/>
              <a:t>lab.</a:t>
            </a:r>
            <a:r>
              <a:rPr lang="en-IT"/>
              <a:t>conf file</a:t>
            </a:r>
            <a:endParaRPr lang="it-IT" dirty="0"/>
          </a:p>
          <a:p>
            <a:pPr lvl="2"/>
            <a:r>
              <a:rPr lang="it-IT" dirty="0"/>
              <a:t>in the lab, IPv6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already</a:t>
            </a:r>
            <a:r>
              <a:rPr lang="it-IT" dirty="0"/>
              <a:t> </a:t>
            </a:r>
            <a:r>
              <a:rPr lang="it-IT" dirty="0" err="1"/>
              <a:t>enabled</a:t>
            </a:r>
            <a:r>
              <a:rPr lang="it-IT" dirty="0"/>
              <a:t> for </a:t>
            </a:r>
            <a:r>
              <a:rPr lang="it-IT" dirty="0" err="1"/>
              <a:t>all</a:t>
            </a:r>
            <a:r>
              <a:rPr lang="it-IT" dirty="0"/>
              <a:t> the routers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32534696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3403A-4EAC-5397-8FC6-BB65E9471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naming convention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7C83C-FE13-E6B4-D784-AAB7B5F84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5808453" cy="4713390"/>
          </a:xfrm>
        </p:spPr>
        <p:txBody>
          <a:bodyPr/>
          <a:lstStyle/>
          <a:p>
            <a:r>
              <a:rPr lang="en-GB" dirty="0" err="1"/>
              <a:t>core_x_y</a:t>
            </a:r>
            <a:endParaRPr lang="en-GB" dirty="0"/>
          </a:p>
          <a:p>
            <a:pPr lvl="1"/>
            <a:r>
              <a:rPr lang="en-GB" dirty="0"/>
              <a:t>x: plane number, 1 in this case </a:t>
            </a:r>
          </a:p>
          <a:p>
            <a:pPr lvl="1"/>
            <a:r>
              <a:rPr lang="en-GB" dirty="0"/>
              <a:t>y: Core number</a:t>
            </a:r>
          </a:p>
          <a:p>
            <a:r>
              <a:rPr lang="en-GB" dirty="0" err="1"/>
              <a:t>spine_x_y</a:t>
            </a:r>
            <a:endParaRPr lang="en-GB" dirty="0"/>
          </a:p>
          <a:p>
            <a:pPr lvl="1"/>
            <a:r>
              <a:rPr lang="en-GB" dirty="0"/>
              <a:t>x: </a:t>
            </a:r>
            <a:r>
              <a:rPr lang="en-GB" dirty="0" err="1"/>
              <a:t>PoD</a:t>
            </a:r>
            <a:r>
              <a:rPr lang="en-GB" dirty="0"/>
              <a:t> number</a:t>
            </a:r>
          </a:p>
          <a:p>
            <a:pPr lvl="1"/>
            <a:r>
              <a:rPr lang="en-GB" dirty="0"/>
              <a:t>y: Spine number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BF3A015-0DEF-B6CD-7D89-328F51CAF106}"/>
              </a:ext>
            </a:extLst>
          </p:cNvPr>
          <p:cNvSpPr txBox="1">
            <a:spLocks/>
          </p:cNvSpPr>
          <p:nvPr/>
        </p:nvSpPr>
        <p:spPr bwMode="auto">
          <a:xfrm>
            <a:off x="6418052" y="1424362"/>
            <a:ext cx="516434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8" indent="-3429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69" indent="-28575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28" indent="-228606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66CC00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40" indent="-228606" algn="l" rtl="0" eaLnBrk="1" fontAlgn="base" hangingPunct="1">
              <a:spcBef>
                <a:spcPct val="200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4pPr>
            <a:lvl5pPr marL="2057452" indent="-228606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  <a:lvl6pPr marL="2514663" indent="-228606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6pPr>
            <a:lvl7pPr marL="2971874" indent="-228606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7pPr>
            <a:lvl8pPr marL="3429086" indent="-228606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8pPr>
            <a:lvl9pPr marL="3886297" indent="-228606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GB" kern="0" dirty="0" err="1"/>
              <a:t>leaf_x_y</a:t>
            </a:r>
            <a:endParaRPr lang="en-GB" kern="0" dirty="0"/>
          </a:p>
          <a:p>
            <a:pPr lvl="1"/>
            <a:r>
              <a:rPr lang="en-GB" kern="0" dirty="0"/>
              <a:t>x: </a:t>
            </a:r>
            <a:r>
              <a:rPr lang="en-GB" kern="0" dirty="0" err="1"/>
              <a:t>PoD</a:t>
            </a:r>
            <a:r>
              <a:rPr lang="en-GB" kern="0" dirty="0"/>
              <a:t> number</a:t>
            </a:r>
          </a:p>
          <a:p>
            <a:pPr lvl="1"/>
            <a:r>
              <a:rPr lang="en-GB" kern="0" dirty="0"/>
              <a:t>y: Leaf number</a:t>
            </a:r>
          </a:p>
          <a:p>
            <a:r>
              <a:rPr lang="en-GB" kern="0" dirty="0" err="1"/>
              <a:t>server_x_y_z</a:t>
            </a:r>
            <a:endParaRPr lang="en-GB" kern="0" dirty="0"/>
          </a:p>
          <a:p>
            <a:pPr lvl="1"/>
            <a:r>
              <a:rPr lang="en-GB" kern="0" dirty="0"/>
              <a:t>x: </a:t>
            </a:r>
            <a:r>
              <a:rPr lang="en-GB" kern="0" dirty="0" err="1"/>
              <a:t>PoD</a:t>
            </a:r>
            <a:r>
              <a:rPr lang="en-GB" kern="0" dirty="0"/>
              <a:t> number</a:t>
            </a:r>
          </a:p>
          <a:p>
            <a:pPr lvl="1"/>
            <a:r>
              <a:rPr lang="en-GB" kern="0" dirty="0"/>
              <a:t>y: Leaf number</a:t>
            </a:r>
          </a:p>
          <a:p>
            <a:pPr lvl="1"/>
            <a:r>
              <a:rPr lang="en-GB" kern="0" dirty="0"/>
              <a:t>z: server number</a:t>
            </a:r>
          </a:p>
        </p:txBody>
      </p:sp>
    </p:spTree>
    <p:extLst>
      <p:ext uri="{BB962C8B-B14F-4D97-AF65-F5344CB8AC3E}">
        <p14:creationId xmlns:p14="http://schemas.microsoft.com/office/powerpoint/2010/main" val="41007858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Line 66">
            <a:extLst>
              <a:ext uri="{FF2B5EF4-FFF2-40B4-BE49-F238E27FC236}">
                <a16:creationId xmlns:a16="http://schemas.microsoft.com/office/drawing/2014/main" id="{157804A6-BD9D-1A1E-2CF2-79DE218F25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094195" y="4503847"/>
            <a:ext cx="837518" cy="552159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 b="1"/>
          </a:p>
        </p:txBody>
      </p:sp>
      <p:sp>
        <p:nvSpPr>
          <p:cNvPr id="108" name="Line 66">
            <a:extLst>
              <a:ext uri="{FF2B5EF4-FFF2-40B4-BE49-F238E27FC236}">
                <a16:creationId xmlns:a16="http://schemas.microsoft.com/office/drawing/2014/main" id="{E0DB6AA3-5691-8917-EAF8-D948CD2D34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73916" y="4860351"/>
            <a:ext cx="475055" cy="310425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>
              <a:solidFill>
                <a:schemeClr val="tx2"/>
              </a:solidFill>
            </a:endParaRPr>
          </a:p>
        </p:txBody>
      </p:sp>
      <p:sp>
        <p:nvSpPr>
          <p:cNvPr id="107" name="Line 66">
            <a:extLst>
              <a:ext uri="{FF2B5EF4-FFF2-40B4-BE49-F238E27FC236}">
                <a16:creationId xmlns:a16="http://schemas.microsoft.com/office/drawing/2014/main" id="{C2A13392-8F3E-007D-6891-5FB2E3A18E8B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3766" y="4942347"/>
            <a:ext cx="553121" cy="213315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06" name="Line 66">
            <a:extLst>
              <a:ext uri="{FF2B5EF4-FFF2-40B4-BE49-F238E27FC236}">
                <a16:creationId xmlns:a16="http://schemas.microsoft.com/office/drawing/2014/main" id="{EBBE7994-50C2-EE78-A1BE-13AFF532503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335318" y="4596876"/>
            <a:ext cx="1294400" cy="558786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03" name="Line 66">
            <a:extLst>
              <a:ext uri="{FF2B5EF4-FFF2-40B4-BE49-F238E27FC236}">
                <a16:creationId xmlns:a16="http://schemas.microsoft.com/office/drawing/2014/main" id="{ACF97EE2-DED2-EDBC-C04A-47545CD8CA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23897" y="4942347"/>
            <a:ext cx="344978" cy="223256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02" name="Line 66">
            <a:extLst>
              <a:ext uri="{FF2B5EF4-FFF2-40B4-BE49-F238E27FC236}">
                <a16:creationId xmlns:a16="http://schemas.microsoft.com/office/drawing/2014/main" id="{1BE98201-31A6-1220-9BD8-5DA0CA86DD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83453" y="4574486"/>
            <a:ext cx="985422" cy="546698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01" name="Line 66">
            <a:extLst>
              <a:ext uri="{FF2B5EF4-FFF2-40B4-BE49-F238E27FC236}">
                <a16:creationId xmlns:a16="http://schemas.microsoft.com/office/drawing/2014/main" id="{6E7ED664-9F10-30E9-0B89-E7EDF4E4D8F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631200" y="4917161"/>
            <a:ext cx="466604" cy="128155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100" name="Line 66">
            <a:extLst>
              <a:ext uri="{FF2B5EF4-FFF2-40B4-BE49-F238E27FC236}">
                <a16:creationId xmlns:a16="http://schemas.microsoft.com/office/drawing/2014/main" id="{4E05C75A-97CC-E9B1-0D74-418BAD9E333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84145" y="4671473"/>
            <a:ext cx="1243490" cy="449711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it-I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92EA44-8400-E504-CF36-C18354401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1: complete the Fat-Tree</a:t>
            </a:r>
          </a:p>
        </p:txBody>
      </p:sp>
      <p:sp>
        <p:nvSpPr>
          <p:cNvPr id="4" name="AutoShape 118">
            <a:extLst>
              <a:ext uri="{FF2B5EF4-FFF2-40B4-BE49-F238E27FC236}">
                <a16:creationId xmlns:a16="http://schemas.microsoft.com/office/drawing/2014/main" id="{6EECCFE6-3E69-DCD3-D7A3-A73CF8076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4490" y="1434337"/>
            <a:ext cx="2838166" cy="668869"/>
          </a:xfrm>
          <a:prstGeom prst="roundRect">
            <a:avLst>
              <a:gd name="adj" fmla="val 31509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GB"/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A61CFDCE-3CB9-DC3A-CB1C-3B950F567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3568" y="4183176"/>
            <a:ext cx="1361031" cy="668869"/>
          </a:xfrm>
          <a:prstGeom prst="roundRect">
            <a:avLst>
              <a:gd name="adj" fmla="val 31509"/>
            </a:avLst>
          </a:prstGeom>
          <a:solidFill>
            <a:srgbClr val="000066">
              <a:alpha val="25000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GB"/>
          </a:p>
        </p:txBody>
      </p:sp>
      <p:sp>
        <p:nvSpPr>
          <p:cNvPr id="6" name="AutoShape 9">
            <a:extLst>
              <a:ext uri="{FF2B5EF4-FFF2-40B4-BE49-F238E27FC236}">
                <a16:creationId xmlns:a16="http://schemas.microsoft.com/office/drawing/2014/main" id="{F8743A21-3F33-C0E3-9AB0-8B0A403D8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147" y="4183275"/>
            <a:ext cx="1261303" cy="668869"/>
          </a:xfrm>
          <a:prstGeom prst="roundRect">
            <a:avLst>
              <a:gd name="adj" fmla="val 31509"/>
            </a:avLst>
          </a:prstGeom>
          <a:solidFill>
            <a:srgbClr val="000066">
              <a:alpha val="50000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GB"/>
          </a:p>
        </p:txBody>
      </p:sp>
      <p:sp>
        <p:nvSpPr>
          <p:cNvPr id="7" name="AutoShape 10">
            <a:extLst>
              <a:ext uri="{FF2B5EF4-FFF2-40B4-BE49-F238E27FC236}">
                <a16:creationId xmlns:a16="http://schemas.microsoft.com/office/drawing/2014/main" id="{C5EB52B5-59E6-8513-7A46-65DA236D3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768" y="4191482"/>
            <a:ext cx="1315834" cy="668869"/>
          </a:xfrm>
          <a:prstGeom prst="roundRect">
            <a:avLst>
              <a:gd name="adj" fmla="val 31509"/>
            </a:avLst>
          </a:prstGeom>
          <a:solidFill>
            <a:srgbClr val="006600">
              <a:alpha val="25000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GB"/>
          </a:p>
        </p:txBody>
      </p:sp>
      <p:sp>
        <p:nvSpPr>
          <p:cNvPr id="8" name="AutoShape 11">
            <a:extLst>
              <a:ext uri="{FF2B5EF4-FFF2-40B4-BE49-F238E27FC236}">
                <a16:creationId xmlns:a16="http://schemas.microsoft.com/office/drawing/2014/main" id="{5CE8F996-1A73-8FCA-2758-400374FB5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2309" y="4191482"/>
            <a:ext cx="1321666" cy="668869"/>
          </a:xfrm>
          <a:prstGeom prst="roundRect">
            <a:avLst>
              <a:gd name="adj" fmla="val 31509"/>
            </a:avLst>
          </a:prstGeom>
          <a:solidFill>
            <a:srgbClr val="006600">
              <a:alpha val="50000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GB"/>
          </a:p>
        </p:txBody>
      </p:sp>
      <p:sp>
        <p:nvSpPr>
          <p:cNvPr id="9" name="AutoShape 14">
            <a:extLst>
              <a:ext uri="{FF2B5EF4-FFF2-40B4-BE49-F238E27FC236}">
                <a16:creationId xmlns:a16="http://schemas.microsoft.com/office/drawing/2014/main" id="{D68D9CDA-FCA0-5D12-6BD7-BCE1B47A3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4490" y="3077377"/>
            <a:ext cx="2886301" cy="668869"/>
          </a:xfrm>
          <a:prstGeom prst="roundRect">
            <a:avLst>
              <a:gd name="adj" fmla="val 31509"/>
            </a:avLst>
          </a:prstGeom>
          <a:solidFill>
            <a:srgbClr val="CCFF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GB"/>
          </a:p>
        </p:txBody>
      </p:sp>
      <p:sp>
        <p:nvSpPr>
          <p:cNvPr id="10" name="AutoShape 15">
            <a:extLst>
              <a:ext uri="{FF2B5EF4-FFF2-40B4-BE49-F238E27FC236}">
                <a16:creationId xmlns:a16="http://schemas.microsoft.com/office/drawing/2014/main" id="{9E4EAF1F-F610-D9DA-92DD-DDFC21F1C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8738" y="3040935"/>
            <a:ext cx="2813833" cy="668869"/>
          </a:xfrm>
          <a:prstGeom prst="roundRect">
            <a:avLst>
              <a:gd name="adj" fmla="val 31509"/>
            </a:avLst>
          </a:prstGeom>
          <a:solidFill>
            <a:srgbClr val="CCFF99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GB"/>
          </a:p>
        </p:txBody>
      </p:sp>
      <p:cxnSp>
        <p:nvCxnSpPr>
          <p:cNvPr id="15" name="AutoShape 30">
            <a:extLst>
              <a:ext uri="{FF2B5EF4-FFF2-40B4-BE49-F238E27FC236}">
                <a16:creationId xmlns:a16="http://schemas.microsoft.com/office/drawing/2014/main" id="{BE767603-537D-CA00-2B02-856BCA293FE2}"/>
              </a:ext>
            </a:extLst>
          </p:cNvPr>
          <p:cNvCxnSpPr>
            <a:cxnSpLocks noChangeShapeType="1"/>
            <a:stCxn id="549" idx="3"/>
          </p:cNvCxnSpPr>
          <p:nvPr/>
        </p:nvCxnSpPr>
        <p:spPr bwMode="auto">
          <a:xfrm>
            <a:off x="5231085" y="1987153"/>
            <a:ext cx="3106296" cy="117952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AutoShape 32">
            <a:extLst>
              <a:ext uri="{FF2B5EF4-FFF2-40B4-BE49-F238E27FC236}">
                <a16:creationId xmlns:a16="http://schemas.microsoft.com/office/drawing/2014/main" id="{4E26D0CE-573B-9963-B365-E4D830E83BA2}"/>
              </a:ext>
            </a:extLst>
          </p:cNvPr>
          <p:cNvCxnSpPr>
            <a:cxnSpLocks noChangeShapeType="1"/>
            <a:stCxn id="549" idx="3"/>
          </p:cNvCxnSpPr>
          <p:nvPr/>
        </p:nvCxnSpPr>
        <p:spPr bwMode="auto">
          <a:xfrm flipH="1">
            <a:off x="4386353" y="1987153"/>
            <a:ext cx="844732" cy="1194643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AutoShape 33">
            <a:extLst>
              <a:ext uri="{FF2B5EF4-FFF2-40B4-BE49-F238E27FC236}">
                <a16:creationId xmlns:a16="http://schemas.microsoft.com/office/drawing/2014/main" id="{77B0BD15-3F5C-3A6A-854B-6A969D9E6AFC}"/>
              </a:ext>
            </a:extLst>
          </p:cNvPr>
          <p:cNvCxnSpPr>
            <a:cxnSpLocks noChangeShapeType="1"/>
            <a:stCxn id="549" idx="3"/>
          </p:cNvCxnSpPr>
          <p:nvPr/>
        </p:nvCxnSpPr>
        <p:spPr bwMode="auto">
          <a:xfrm>
            <a:off x="5231085" y="1987153"/>
            <a:ext cx="4863111" cy="117952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AutoShape 40">
            <a:extLst>
              <a:ext uri="{FF2B5EF4-FFF2-40B4-BE49-F238E27FC236}">
                <a16:creationId xmlns:a16="http://schemas.microsoft.com/office/drawing/2014/main" id="{DAEF3713-5B4E-9839-91B9-FEADBD403F56}"/>
              </a:ext>
            </a:extLst>
          </p:cNvPr>
          <p:cNvCxnSpPr>
            <a:cxnSpLocks noChangeShapeType="1"/>
            <a:stCxn id="549" idx="3"/>
          </p:cNvCxnSpPr>
          <p:nvPr/>
        </p:nvCxnSpPr>
        <p:spPr bwMode="auto">
          <a:xfrm flipH="1">
            <a:off x="2682511" y="1987153"/>
            <a:ext cx="2548574" cy="117861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AutoShape 51">
            <a:extLst>
              <a:ext uri="{FF2B5EF4-FFF2-40B4-BE49-F238E27FC236}">
                <a16:creationId xmlns:a16="http://schemas.microsoft.com/office/drawing/2014/main" id="{ED153B9B-2310-4143-BDD4-F46EF6E30536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682511" y="3628816"/>
            <a:ext cx="1712393" cy="674244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AutoShape 52">
            <a:extLst>
              <a:ext uri="{FF2B5EF4-FFF2-40B4-BE49-F238E27FC236}">
                <a16:creationId xmlns:a16="http://schemas.microsoft.com/office/drawing/2014/main" id="{F16C2346-3188-1100-D5B1-EAF507DF355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386353" y="3644847"/>
            <a:ext cx="8551" cy="658213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AutoShape 53">
            <a:extLst>
              <a:ext uri="{FF2B5EF4-FFF2-40B4-BE49-F238E27FC236}">
                <a16:creationId xmlns:a16="http://schemas.microsoft.com/office/drawing/2014/main" id="{F189DBB4-2480-14BE-560C-86E4B2D54AC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682511" y="3628816"/>
            <a:ext cx="1938" cy="681684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AutoShape 54">
            <a:extLst>
              <a:ext uri="{FF2B5EF4-FFF2-40B4-BE49-F238E27FC236}">
                <a16:creationId xmlns:a16="http://schemas.microsoft.com/office/drawing/2014/main" id="{B28434CA-1651-F3B3-4A27-242A384D6E0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684449" y="3644847"/>
            <a:ext cx="1701904" cy="665653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AutoShape 55">
            <a:extLst>
              <a:ext uri="{FF2B5EF4-FFF2-40B4-BE49-F238E27FC236}">
                <a16:creationId xmlns:a16="http://schemas.microsoft.com/office/drawing/2014/main" id="{A02BA591-1CA9-AC3B-C491-57B4FAAA3B2A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337381" y="3629732"/>
            <a:ext cx="1766118" cy="65635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AutoShape 56">
            <a:extLst>
              <a:ext uri="{FF2B5EF4-FFF2-40B4-BE49-F238E27FC236}">
                <a16:creationId xmlns:a16="http://schemas.microsoft.com/office/drawing/2014/main" id="{29783F1E-0194-6CAD-DCED-D44EC615029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10094196" y="3629732"/>
            <a:ext cx="9303" cy="65635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AutoShape 57">
            <a:extLst>
              <a:ext uri="{FF2B5EF4-FFF2-40B4-BE49-F238E27FC236}">
                <a16:creationId xmlns:a16="http://schemas.microsoft.com/office/drawing/2014/main" id="{8BF62981-E0E6-93B5-1963-153EDB5772D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337381" y="3629732"/>
            <a:ext cx="5039" cy="66512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AutoShape 58">
            <a:extLst>
              <a:ext uri="{FF2B5EF4-FFF2-40B4-BE49-F238E27FC236}">
                <a16:creationId xmlns:a16="http://schemas.microsoft.com/office/drawing/2014/main" id="{1AA979D0-F8F6-D87A-A54B-3A1F67CAEAE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342420" y="3629732"/>
            <a:ext cx="1751776" cy="66512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Line 71">
            <a:extLst>
              <a:ext uri="{FF2B5EF4-FFF2-40B4-BE49-F238E27FC236}">
                <a16:creationId xmlns:a16="http://schemas.microsoft.com/office/drawing/2014/main" id="{7463DECB-8805-0F2B-9313-9AF9195C7500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2492471" y="4911053"/>
            <a:ext cx="616142" cy="345193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33" name="Line 72">
            <a:extLst>
              <a:ext uri="{FF2B5EF4-FFF2-40B4-BE49-F238E27FC236}">
                <a16:creationId xmlns:a16="http://schemas.microsoft.com/office/drawing/2014/main" id="{C6D27F4B-86B9-A3F1-BF4C-3B85F5EA7136}"/>
              </a:ext>
            </a:extLst>
          </p:cNvPr>
          <p:cNvSpPr>
            <a:spLocks noChangeShapeType="1"/>
          </p:cNvSpPr>
          <p:nvPr/>
        </p:nvSpPr>
        <p:spPr bwMode="auto">
          <a:xfrm rot="16200000" flipH="1" flipV="1">
            <a:off x="1941088" y="4694747"/>
            <a:ext cx="598014" cy="775699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cxnSp>
        <p:nvCxnSpPr>
          <p:cNvPr id="41" name="AutoShape 93">
            <a:extLst>
              <a:ext uri="{FF2B5EF4-FFF2-40B4-BE49-F238E27FC236}">
                <a16:creationId xmlns:a16="http://schemas.microsoft.com/office/drawing/2014/main" id="{A134703C-8523-D0E0-3D7C-AA3E67F77300}"/>
              </a:ext>
            </a:extLst>
          </p:cNvPr>
          <p:cNvCxnSpPr>
            <a:cxnSpLocks noChangeShapeType="1"/>
            <a:stCxn id="574" idx="3"/>
          </p:cNvCxnSpPr>
          <p:nvPr/>
        </p:nvCxnSpPr>
        <p:spPr bwMode="auto">
          <a:xfrm>
            <a:off x="6949638" y="2006413"/>
            <a:ext cx="1387743" cy="116026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AutoShape 94">
            <a:extLst>
              <a:ext uri="{FF2B5EF4-FFF2-40B4-BE49-F238E27FC236}">
                <a16:creationId xmlns:a16="http://schemas.microsoft.com/office/drawing/2014/main" id="{EE9AC837-35EA-FC03-E279-1506D1AF5D5D}"/>
              </a:ext>
            </a:extLst>
          </p:cNvPr>
          <p:cNvCxnSpPr>
            <a:cxnSpLocks noChangeShapeType="1"/>
            <a:stCxn id="574" idx="3"/>
          </p:cNvCxnSpPr>
          <p:nvPr/>
        </p:nvCxnSpPr>
        <p:spPr bwMode="auto">
          <a:xfrm flipH="1">
            <a:off x="4386353" y="2006413"/>
            <a:ext cx="2563285" cy="1175383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AutoShape 95">
            <a:extLst>
              <a:ext uri="{FF2B5EF4-FFF2-40B4-BE49-F238E27FC236}">
                <a16:creationId xmlns:a16="http://schemas.microsoft.com/office/drawing/2014/main" id="{109AE0BD-2587-0374-A015-5D1D36EAD416}"/>
              </a:ext>
            </a:extLst>
          </p:cNvPr>
          <p:cNvCxnSpPr>
            <a:cxnSpLocks noChangeShapeType="1"/>
            <a:stCxn id="574" idx="3"/>
          </p:cNvCxnSpPr>
          <p:nvPr/>
        </p:nvCxnSpPr>
        <p:spPr bwMode="auto">
          <a:xfrm>
            <a:off x="6949638" y="2006413"/>
            <a:ext cx="3144558" cy="116026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AutoShape 102">
            <a:extLst>
              <a:ext uri="{FF2B5EF4-FFF2-40B4-BE49-F238E27FC236}">
                <a16:creationId xmlns:a16="http://schemas.microsoft.com/office/drawing/2014/main" id="{0E0B165A-89D3-401A-AA61-BF52481A9369}"/>
              </a:ext>
            </a:extLst>
          </p:cNvPr>
          <p:cNvCxnSpPr>
            <a:cxnSpLocks noChangeShapeType="1"/>
            <a:stCxn id="574" idx="3"/>
          </p:cNvCxnSpPr>
          <p:nvPr/>
        </p:nvCxnSpPr>
        <p:spPr bwMode="auto">
          <a:xfrm flipH="1">
            <a:off x="2682511" y="2006413"/>
            <a:ext cx="4267127" cy="115935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837738B-186D-D06C-F2D7-E3B3D556AFEB}"/>
              </a:ext>
            </a:extLst>
          </p:cNvPr>
          <p:cNvSpPr/>
          <p:nvPr/>
        </p:nvSpPr>
        <p:spPr>
          <a:xfrm>
            <a:off x="2029350" y="3011238"/>
            <a:ext cx="3028765" cy="1949481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ot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BB388560-70CB-A025-3AEE-56662939986F}"/>
              </a:ext>
            </a:extLst>
          </p:cNvPr>
          <p:cNvSpPr/>
          <p:nvPr/>
        </p:nvSpPr>
        <p:spPr>
          <a:xfrm>
            <a:off x="7666328" y="3009044"/>
            <a:ext cx="3083567" cy="1949481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ot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6B31FD9A-C6E4-C9C1-E5A6-804A7342384F}"/>
              </a:ext>
            </a:extLst>
          </p:cNvPr>
          <p:cNvSpPr/>
          <p:nvPr/>
        </p:nvSpPr>
        <p:spPr>
          <a:xfrm>
            <a:off x="4593630" y="1371600"/>
            <a:ext cx="3018696" cy="826056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69" name="Group 368">
            <a:extLst>
              <a:ext uri="{FF2B5EF4-FFF2-40B4-BE49-F238E27FC236}">
                <a16:creationId xmlns:a16="http://schemas.microsoft.com/office/drawing/2014/main" id="{43B49D79-133F-BB7B-7797-39A2F015209A}"/>
              </a:ext>
            </a:extLst>
          </p:cNvPr>
          <p:cNvGrpSpPr/>
          <p:nvPr/>
        </p:nvGrpSpPr>
        <p:grpSpPr>
          <a:xfrm>
            <a:off x="2277810" y="3165765"/>
            <a:ext cx="809402" cy="463051"/>
            <a:chOff x="967835" y="2541918"/>
            <a:chExt cx="1426054" cy="463051"/>
          </a:xfrm>
        </p:grpSpPr>
        <p:grpSp>
          <p:nvGrpSpPr>
            <p:cNvPr id="370" name="Group 93">
              <a:extLst>
                <a:ext uri="{FF2B5EF4-FFF2-40B4-BE49-F238E27FC236}">
                  <a16:creationId xmlns:a16="http://schemas.microsoft.com/office/drawing/2014/main" id="{40948096-0BDB-FEBD-7DE6-B84DE9C6643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372" name="Group 94">
                <a:extLst>
                  <a:ext uri="{FF2B5EF4-FFF2-40B4-BE49-F238E27FC236}">
                    <a16:creationId xmlns:a16="http://schemas.microsoft.com/office/drawing/2014/main" id="{1C7EA739-4CC6-5430-21AD-139FFF2DAF5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374" name="AutoShape 95">
                  <a:extLst>
                    <a:ext uri="{FF2B5EF4-FFF2-40B4-BE49-F238E27FC236}">
                      <a16:creationId xmlns:a16="http://schemas.microsoft.com/office/drawing/2014/main" id="{B259C86A-9B8A-E4DE-F68C-9E8BC3682CC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375" name="Group 96">
                  <a:extLst>
                    <a:ext uri="{FF2B5EF4-FFF2-40B4-BE49-F238E27FC236}">
                      <a16:creationId xmlns:a16="http://schemas.microsoft.com/office/drawing/2014/main" id="{D433D20B-91E9-BED3-B7AB-73055090DDC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376" name="Group 97">
                    <a:extLst>
                      <a:ext uri="{FF2B5EF4-FFF2-40B4-BE49-F238E27FC236}">
                        <a16:creationId xmlns:a16="http://schemas.microsoft.com/office/drawing/2014/main" id="{957F7EEB-5899-A5E8-8CD3-3434210509FA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386" name="Freeform 98">
                      <a:extLst>
                        <a:ext uri="{FF2B5EF4-FFF2-40B4-BE49-F238E27FC236}">
                          <a16:creationId xmlns:a16="http://schemas.microsoft.com/office/drawing/2014/main" id="{C3935E30-A427-66A3-0C3E-782E133B97E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87" name="Freeform 99">
                      <a:extLst>
                        <a:ext uri="{FF2B5EF4-FFF2-40B4-BE49-F238E27FC236}">
                          <a16:creationId xmlns:a16="http://schemas.microsoft.com/office/drawing/2014/main" id="{227A7790-01B7-06F2-E43F-4DC7711C2F4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88" name="Freeform 100">
                      <a:extLst>
                        <a:ext uri="{FF2B5EF4-FFF2-40B4-BE49-F238E27FC236}">
                          <a16:creationId xmlns:a16="http://schemas.microsoft.com/office/drawing/2014/main" id="{8687A9E4-78BF-FF44-3455-EB32FB9A367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89" name="Freeform 101">
                      <a:extLst>
                        <a:ext uri="{FF2B5EF4-FFF2-40B4-BE49-F238E27FC236}">
                          <a16:creationId xmlns:a16="http://schemas.microsoft.com/office/drawing/2014/main" id="{8CC383C3-D167-E5A7-1048-55025FDD2C7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90" name="Freeform 102">
                      <a:extLst>
                        <a:ext uri="{FF2B5EF4-FFF2-40B4-BE49-F238E27FC236}">
                          <a16:creationId xmlns:a16="http://schemas.microsoft.com/office/drawing/2014/main" id="{68FB7745-5356-C3AA-7730-9C57312E5FA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91" name="Freeform 103">
                      <a:extLst>
                        <a:ext uri="{FF2B5EF4-FFF2-40B4-BE49-F238E27FC236}">
                          <a16:creationId xmlns:a16="http://schemas.microsoft.com/office/drawing/2014/main" id="{B4C8C609-953F-2D2B-F8A7-A9D943782F8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92" name="Freeform 104">
                      <a:extLst>
                        <a:ext uri="{FF2B5EF4-FFF2-40B4-BE49-F238E27FC236}">
                          <a16:creationId xmlns:a16="http://schemas.microsoft.com/office/drawing/2014/main" id="{2823A378-C818-2DA4-D6FF-67CF187144E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93" name="Freeform 105">
                      <a:extLst>
                        <a:ext uri="{FF2B5EF4-FFF2-40B4-BE49-F238E27FC236}">
                          <a16:creationId xmlns:a16="http://schemas.microsoft.com/office/drawing/2014/main" id="{87CD019B-7D0B-6EED-4CFB-0F931474F97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377" name="Group 106">
                    <a:extLst>
                      <a:ext uri="{FF2B5EF4-FFF2-40B4-BE49-F238E27FC236}">
                        <a16:creationId xmlns:a16="http://schemas.microsoft.com/office/drawing/2014/main" id="{A55F724C-5B5D-7104-9686-12DC8C12AB1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378" name="Freeform 107">
                      <a:extLst>
                        <a:ext uri="{FF2B5EF4-FFF2-40B4-BE49-F238E27FC236}">
                          <a16:creationId xmlns:a16="http://schemas.microsoft.com/office/drawing/2014/main" id="{326E116D-C29F-38C3-9374-55E673D3765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79" name="Freeform 108">
                      <a:extLst>
                        <a:ext uri="{FF2B5EF4-FFF2-40B4-BE49-F238E27FC236}">
                          <a16:creationId xmlns:a16="http://schemas.microsoft.com/office/drawing/2014/main" id="{07E2B7AB-E9BE-F408-DA5C-DF7DB91E0E3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80" name="Freeform 109">
                      <a:extLst>
                        <a:ext uri="{FF2B5EF4-FFF2-40B4-BE49-F238E27FC236}">
                          <a16:creationId xmlns:a16="http://schemas.microsoft.com/office/drawing/2014/main" id="{5DB661BA-D31C-9C4F-5561-94952F38B3E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81" name="Freeform 110">
                      <a:extLst>
                        <a:ext uri="{FF2B5EF4-FFF2-40B4-BE49-F238E27FC236}">
                          <a16:creationId xmlns:a16="http://schemas.microsoft.com/office/drawing/2014/main" id="{06109DF1-BF08-95B8-EF10-A956C813B6A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82" name="Freeform 111">
                      <a:extLst>
                        <a:ext uri="{FF2B5EF4-FFF2-40B4-BE49-F238E27FC236}">
                          <a16:creationId xmlns:a16="http://schemas.microsoft.com/office/drawing/2014/main" id="{A1B8ADBA-FF43-B10B-4A5C-4261BE067BA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83" name="Freeform 112">
                      <a:extLst>
                        <a:ext uri="{FF2B5EF4-FFF2-40B4-BE49-F238E27FC236}">
                          <a16:creationId xmlns:a16="http://schemas.microsoft.com/office/drawing/2014/main" id="{60357803-979F-9BD9-A415-D88F2A90704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84" name="Freeform 113">
                      <a:extLst>
                        <a:ext uri="{FF2B5EF4-FFF2-40B4-BE49-F238E27FC236}">
                          <a16:creationId xmlns:a16="http://schemas.microsoft.com/office/drawing/2014/main" id="{56DB2785-F6A4-EEE2-B5DA-717164C2C9D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85" name="Freeform 114">
                      <a:extLst>
                        <a:ext uri="{FF2B5EF4-FFF2-40B4-BE49-F238E27FC236}">
                          <a16:creationId xmlns:a16="http://schemas.microsoft.com/office/drawing/2014/main" id="{DB952E99-FFC5-A2B8-C977-026F689EA44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</p:grpSp>
          </p:grpSp>
          <p:sp>
            <p:nvSpPr>
              <p:cNvPr id="373" name="WordArt 115">
                <a:extLst>
                  <a:ext uri="{FF2B5EF4-FFF2-40B4-BE49-F238E27FC236}">
                    <a16:creationId xmlns:a16="http://schemas.microsoft.com/office/drawing/2014/main" id="{0561103C-3090-0A4B-41A1-2C9AA4B584C6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371" name="WordArt 68">
              <a:extLst>
                <a:ext uri="{FF2B5EF4-FFF2-40B4-BE49-F238E27FC236}">
                  <a16:creationId xmlns:a16="http://schemas.microsoft.com/office/drawing/2014/main" id="{8B22F49C-234E-76CF-1DCC-443B5D436E4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4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spine_1_1</a:t>
              </a:r>
            </a:p>
          </p:txBody>
        </p:sp>
      </p:grp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28BA8637-0D56-37A6-A718-720CDDB707C3}"/>
              </a:ext>
            </a:extLst>
          </p:cNvPr>
          <p:cNvGrpSpPr/>
          <p:nvPr/>
        </p:nvGrpSpPr>
        <p:grpSpPr>
          <a:xfrm>
            <a:off x="2279748" y="4310500"/>
            <a:ext cx="809402" cy="463051"/>
            <a:chOff x="967835" y="2541918"/>
            <a:chExt cx="1426054" cy="463051"/>
          </a:xfrm>
        </p:grpSpPr>
        <p:grpSp>
          <p:nvGrpSpPr>
            <p:cNvPr id="395" name="Group 93">
              <a:extLst>
                <a:ext uri="{FF2B5EF4-FFF2-40B4-BE49-F238E27FC236}">
                  <a16:creationId xmlns:a16="http://schemas.microsoft.com/office/drawing/2014/main" id="{6FAA72F4-AB43-E6FD-50DD-93BD934A1C1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397" name="Group 94">
                <a:extLst>
                  <a:ext uri="{FF2B5EF4-FFF2-40B4-BE49-F238E27FC236}">
                    <a16:creationId xmlns:a16="http://schemas.microsoft.com/office/drawing/2014/main" id="{1AB5774E-E2DE-9FCD-71ED-69F8314A644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399" name="AutoShape 95">
                  <a:extLst>
                    <a:ext uri="{FF2B5EF4-FFF2-40B4-BE49-F238E27FC236}">
                      <a16:creationId xmlns:a16="http://schemas.microsoft.com/office/drawing/2014/main" id="{EFEAC1F7-2948-5938-3C2D-F0EBAE35AC7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400" name="Group 96">
                  <a:extLst>
                    <a:ext uri="{FF2B5EF4-FFF2-40B4-BE49-F238E27FC236}">
                      <a16:creationId xmlns:a16="http://schemas.microsoft.com/office/drawing/2014/main" id="{4610D471-89EF-5B6C-2BB1-3447398A658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401" name="Group 97">
                    <a:extLst>
                      <a:ext uri="{FF2B5EF4-FFF2-40B4-BE49-F238E27FC236}">
                        <a16:creationId xmlns:a16="http://schemas.microsoft.com/office/drawing/2014/main" id="{17BF00BC-3A50-F04B-1340-482E6064488A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11" name="Freeform 98">
                      <a:extLst>
                        <a:ext uri="{FF2B5EF4-FFF2-40B4-BE49-F238E27FC236}">
                          <a16:creationId xmlns:a16="http://schemas.microsoft.com/office/drawing/2014/main" id="{624DAE27-557B-2D46-3744-DBE77970FF7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12" name="Freeform 99">
                      <a:extLst>
                        <a:ext uri="{FF2B5EF4-FFF2-40B4-BE49-F238E27FC236}">
                          <a16:creationId xmlns:a16="http://schemas.microsoft.com/office/drawing/2014/main" id="{BA5C6E37-E949-7B7C-2568-BAFD9A4CA5C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13" name="Freeform 100">
                      <a:extLst>
                        <a:ext uri="{FF2B5EF4-FFF2-40B4-BE49-F238E27FC236}">
                          <a16:creationId xmlns:a16="http://schemas.microsoft.com/office/drawing/2014/main" id="{C33C5BD7-7285-F181-1167-DE65768AA17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14" name="Freeform 101">
                      <a:extLst>
                        <a:ext uri="{FF2B5EF4-FFF2-40B4-BE49-F238E27FC236}">
                          <a16:creationId xmlns:a16="http://schemas.microsoft.com/office/drawing/2014/main" id="{ECD16EC3-E43A-3C6D-812B-2742F0A971B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15" name="Freeform 102">
                      <a:extLst>
                        <a:ext uri="{FF2B5EF4-FFF2-40B4-BE49-F238E27FC236}">
                          <a16:creationId xmlns:a16="http://schemas.microsoft.com/office/drawing/2014/main" id="{CC8090B8-A2BF-3585-A4C0-C356F6DF15C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16" name="Freeform 103">
                      <a:extLst>
                        <a:ext uri="{FF2B5EF4-FFF2-40B4-BE49-F238E27FC236}">
                          <a16:creationId xmlns:a16="http://schemas.microsoft.com/office/drawing/2014/main" id="{390FCBA0-A4BB-1EB1-D0A3-6784DE75B04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17" name="Freeform 104">
                      <a:extLst>
                        <a:ext uri="{FF2B5EF4-FFF2-40B4-BE49-F238E27FC236}">
                          <a16:creationId xmlns:a16="http://schemas.microsoft.com/office/drawing/2014/main" id="{778DDED4-FDCD-D203-E883-F7147BF29FC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18" name="Freeform 105">
                      <a:extLst>
                        <a:ext uri="{FF2B5EF4-FFF2-40B4-BE49-F238E27FC236}">
                          <a16:creationId xmlns:a16="http://schemas.microsoft.com/office/drawing/2014/main" id="{5E5F1E88-E65A-F9AB-9B38-F2821F8A9FC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402" name="Group 106">
                    <a:extLst>
                      <a:ext uri="{FF2B5EF4-FFF2-40B4-BE49-F238E27FC236}">
                        <a16:creationId xmlns:a16="http://schemas.microsoft.com/office/drawing/2014/main" id="{B2E0504E-CB02-9427-2CBF-A4160B3309F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403" name="Freeform 107">
                      <a:extLst>
                        <a:ext uri="{FF2B5EF4-FFF2-40B4-BE49-F238E27FC236}">
                          <a16:creationId xmlns:a16="http://schemas.microsoft.com/office/drawing/2014/main" id="{C5451EB4-99F2-24C5-95DC-C86A0351C80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04" name="Freeform 108">
                      <a:extLst>
                        <a:ext uri="{FF2B5EF4-FFF2-40B4-BE49-F238E27FC236}">
                          <a16:creationId xmlns:a16="http://schemas.microsoft.com/office/drawing/2014/main" id="{00EBF860-640E-2994-9191-8F15ECD63DF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05" name="Freeform 109">
                      <a:extLst>
                        <a:ext uri="{FF2B5EF4-FFF2-40B4-BE49-F238E27FC236}">
                          <a16:creationId xmlns:a16="http://schemas.microsoft.com/office/drawing/2014/main" id="{F66D85C3-A363-E8D6-4ABD-0FC487BCCB2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06" name="Freeform 110">
                      <a:extLst>
                        <a:ext uri="{FF2B5EF4-FFF2-40B4-BE49-F238E27FC236}">
                          <a16:creationId xmlns:a16="http://schemas.microsoft.com/office/drawing/2014/main" id="{5A0E2ABE-16AE-B308-18DA-13162E9EF07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07" name="Freeform 111">
                      <a:extLst>
                        <a:ext uri="{FF2B5EF4-FFF2-40B4-BE49-F238E27FC236}">
                          <a16:creationId xmlns:a16="http://schemas.microsoft.com/office/drawing/2014/main" id="{67D5FB93-2E15-CD0C-C774-09BA53CA771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08" name="Freeform 112">
                      <a:extLst>
                        <a:ext uri="{FF2B5EF4-FFF2-40B4-BE49-F238E27FC236}">
                          <a16:creationId xmlns:a16="http://schemas.microsoft.com/office/drawing/2014/main" id="{1BD4D774-DB59-B5B7-E9F6-A97AE436D47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09" name="Freeform 113">
                      <a:extLst>
                        <a:ext uri="{FF2B5EF4-FFF2-40B4-BE49-F238E27FC236}">
                          <a16:creationId xmlns:a16="http://schemas.microsoft.com/office/drawing/2014/main" id="{DAFB6E29-8734-79D4-19A3-D43AF47C890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10" name="Freeform 114">
                      <a:extLst>
                        <a:ext uri="{FF2B5EF4-FFF2-40B4-BE49-F238E27FC236}">
                          <a16:creationId xmlns:a16="http://schemas.microsoft.com/office/drawing/2014/main" id="{3D0125D8-1739-4EFE-FC0D-6C111B3D762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</p:grpSp>
          </p:grpSp>
          <p:sp>
            <p:nvSpPr>
              <p:cNvPr id="398" name="WordArt 115">
                <a:extLst>
                  <a:ext uri="{FF2B5EF4-FFF2-40B4-BE49-F238E27FC236}">
                    <a16:creationId xmlns:a16="http://schemas.microsoft.com/office/drawing/2014/main" id="{09542AFC-DD80-0856-9913-4F5AD6E921F5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396" name="WordArt 68">
              <a:extLst>
                <a:ext uri="{FF2B5EF4-FFF2-40B4-BE49-F238E27FC236}">
                  <a16:creationId xmlns:a16="http://schemas.microsoft.com/office/drawing/2014/main" id="{B3BFD61C-DFCD-F908-1211-A3476253F3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4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leaf_1_1</a:t>
              </a:r>
            </a:p>
          </p:txBody>
        </p:sp>
      </p:grpSp>
      <p:grpSp>
        <p:nvGrpSpPr>
          <p:cNvPr id="419" name="Group 418">
            <a:extLst>
              <a:ext uri="{FF2B5EF4-FFF2-40B4-BE49-F238E27FC236}">
                <a16:creationId xmlns:a16="http://schemas.microsoft.com/office/drawing/2014/main" id="{129D0B0B-5E48-C712-7D7E-2A66B2EDF926}"/>
              </a:ext>
            </a:extLst>
          </p:cNvPr>
          <p:cNvGrpSpPr/>
          <p:nvPr/>
        </p:nvGrpSpPr>
        <p:grpSpPr>
          <a:xfrm>
            <a:off x="3990203" y="4303060"/>
            <a:ext cx="809402" cy="463051"/>
            <a:chOff x="967835" y="2541918"/>
            <a:chExt cx="1426054" cy="463051"/>
          </a:xfrm>
        </p:grpSpPr>
        <p:grpSp>
          <p:nvGrpSpPr>
            <p:cNvPr id="420" name="Group 93">
              <a:extLst>
                <a:ext uri="{FF2B5EF4-FFF2-40B4-BE49-F238E27FC236}">
                  <a16:creationId xmlns:a16="http://schemas.microsoft.com/office/drawing/2014/main" id="{8FC47541-F4EC-C92D-74D8-6224E9BF7A1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422" name="Group 94">
                <a:extLst>
                  <a:ext uri="{FF2B5EF4-FFF2-40B4-BE49-F238E27FC236}">
                    <a16:creationId xmlns:a16="http://schemas.microsoft.com/office/drawing/2014/main" id="{D6205C66-4561-A0C3-D036-4528F747ED6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424" name="AutoShape 95">
                  <a:extLst>
                    <a:ext uri="{FF2B5EF4-FFF2-40B4-BE49-F238E27FC236}">
                      <a16:creationId xmlns:a16="http://schemas.microsoft.com/office/drawing/2014/main" id="{572B54D3-B257-5791-6DC6-5985962ECC5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425" name="Group 96">
                  <a:extLst>
                    <a:ext uri="{FF2B5EF4-FFF2-40B4-BE49-F238E27FC236}">
                      <a16:creationId xmlns:a16="http://schemas.microsoft.com/office/drawing/2014/main" id="{F050122F-FE6F-407C-6DEE-270A479F80B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426" name="Group 97">
                    <a:extLst>
                      <a:ext uri="{FF2B5EF4-FFF2-40B4-BE49-F238E27FC236}">
                        <a16:creationId xmlns:a16="http://schemas.microsoft.com/office/drawing/2014/main" id="{FD9EAE38-2DB8-39B9-67F7-D0411CE6F6B8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36" name="Freeform 98">
                      <a:extLst>
                        <a:ext uri="{FF2B5EF4-FFF2-40B4-BE49-F238E27FC236}">
                          <a16:creationId xmlns:a16="http://schemas.microsoft.com/office/drawing/2014/main" id="{05975B82-EB1F-DD38-0BAE-CFE5A376D82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37" name="Freeform 99">
                      <a:extLst>
                        <a:ext uri="{FF2B5EF4-FFF2-40B4-BE49-F238E27FC236}">
                          <a16:creationId xmlns:a16="http://schemas.microsoft.com/office/drawing/2014/main" id="{9AA823B6-AE68-AC8D-E588-82265E2A451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38" name="Freeform 100">
                      <a:extLst>
                        <a:ext uri="{FF2B5EF4-FFF2-40B4-BE49-F238E27FC236}">
                          <a16:creationId xmlns:a16="http://schemas.microsoft.com/office/drawing/2014/main" id="{23234DA0-7001-BE04-13A9-48D932DCD22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39" name="Freeform 101">
                      <a:extLst>
                        <a:ext uri="{FF2B5EF4-FFF2-40B4-BE49-F238E27FC236}">
                          <a16:creationId xmlns:a16="http://schemas.microsoft.com/office/drawing/2014/main" id="{B3122A35-2E7B-03E9-315C-BECA6C688C8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40" name="Freeform 102">
                      <a:extLst>
                        <a:ext uri="{FF2B5EF4-FFF2-40B4-BE49-F238E27FC236}">
                          <a16:creationId xmlns:a16="http://schemas.microsoft.com/office/drawing/2014/main" id="{188C4DE8-8042-B02A-C731-B480A99E9F8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41" name="Freeform 103">
                      <a:extLst>
                        <a:ext uri="{FF2B5EF4-FFF2-40B4-BE49-F238E27FC236}">
                          <a16:creationId xmlns:a16="http://schemas.microsoft.com/office/drawing/2014/main" id="{244C4148-BCDC-3639-AEC8-3A9952BF274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42" name="Freeform 104">
                      <a:extLst>
                        <a:ext uri="{FF2B5EF4-FFF2-40B4-BE49-F238E27FC236}">
                          <a16:creationId xmlns:a16="http://schemas.microsoft.com/office/drawing/2014/main" id="{EF319D76-1F74-57E1-F82D-E7DD9D348B2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43" name="Freeform 105">
                      <a:extLst>
                        <a:ext uri="{FF2B5EF4-FFF2-40B4-BE49-F238E27FC236}">
                          <a16:creationId xmlns:a16="http://schemas.microsoft.com/office/drawing/2014/main" id="{438658C6-3E42-3277-004D-9F01F2B7220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427" name="Group 106">
                    <a:extLst>
                      <a:ext uri="{FF2B5EF4-FFF2-40B4-BE49-F238E27FC236}">
                        <a16:creationId xmlns:a16="http://schemas.microsoft.com/office/drawing/2014/main" id="{8A25DAEB-233E-F310-F504-B59439D9928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428" name="Freeform 107">
                      <a:extLst>
                        <a:ext uri="{FF2B5EF4-FFF2-40B4-BE49-F238E27FC236}">
                          <a16:creationId xmlns:a16="http://schemas.microsoft.com/office/drawing/2014/main" id="{97DC1CAC-42C3-08E1-3027-6B0D9BBDE83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29" name="Freeform 108">
                      <a:extLst>
                        <a:ext uri="{FF2B5EF4-FFF2-40B4-BE49-F238E27FC236}">
                          <a16:creationId xmlns:a16="http://schemas.microsoft.com/office/drawing/2014/main" id="{83E29587-61E5-FC61-4FC3-81027D307D3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30" name="Freeform 109">
                      <a:extLst>
                        <a:ext uri="{FF2B5EF4-FFF2-40B4-BE49-F238E27FC236}">
                          <a16:creationId xmlns:a16="http://schemas.microsoft.com/office/drawing/2014/main" id="{C9F56254-D751-DF04-EC1D-5ACB2774906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31" name="Freeform 110">
                      <a:extLst>
                        <a:ext uri="{FF2B5EF4-FFF2-40B4-BE49-F238E27FC236}">
                          <a16:creationId xmlns:a16="http://schemas.microsoft.com/office/drawing/2014/main" id="{CFE86918-A7CC-63F3-2CAC-6D08CBCE6EB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32" name="Freeform 111">
                      <a:extLst>
                        <a:ext uri="{FF2B5EF4-FFF2-40B4-BE49-F238E27FC236}">
                          <a16:creationId xmlns:a16="http://schemas.microsoft.com/office/drawing/2014/main" id="{1D079C3C-CC07-2941-0B47-C927FFB93B5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33" name="Freeform 112">
                      <a:extLst>
                        <a:ext uri="{FF2B5EF4-FFF2-40B4-BE49-F238E27FC236}">
                          <a16:creationId xmlns:a16="http://schemas.microsoft.com/office/drawing/2014/main" id="{1D796F42-9DB4-DF5B-FC5C-213A2E5C008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34" name="Freeform 113">
                      <a:extLst>
                        <a:ext uri="{FF2B5EF4-FFF2-40B4-BE49-F238E27FC236}">
                          <a16:creationId xmlns:a16="http://schemas.microsoft.com/office/drawing/2014/main" id="{BFCD07A8-3897-E5DF-AEFF-16FAA5D930D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35" name="Freeform 114">
                      <a:extLst>
                        <a:ext uri="{FF2B5EF4-FFF2-40B4-BE49-F238E27FC236}">
                          <a16:creationId xmlns:a16="http://schemas.microsoft.com/office/drawing/2014/main" id="{28D8B83A-52FB-B314-409D-76966A3E87E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</p:grpSp>
          </p:grpSp>
          <p:sp>
            <p:nvSpPr>
              <p:cNvPr id="423" name="WordArt 115">
                <a:extLst>
                  <a:ext uri="{FF2B5EF4-FFF2-40B4-BE49-F238E27FC236}">
                    <a16:creationId xmlns:a16="http://schemas.microsoft.com/office/drawing/2014/main" id="{8684DFD1-C508-540C-2260-EFE97BFFB00B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421" name="WordArt 68">
              <a:extLst>
                <a:ext uri="{FF2B5EF4-FFF2-40B4-BE49-F238E27FC236}">
                  <a16:creationId xmlns:a16="http://schemas.microsoft.com/office/drawing/2014/main" id="{E3558CF8-2B93-35DC-D3BC-1BC7281C5C1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4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leaf_1_2</a:t>
              </a:r>
            </a:p>
          </p:txBody>
        </p:sp>
      </p:grpSp>
      <p:grpSp>
        <p:nvGrpSpPr>
          <p:cNvPr id="444" name="Group 443">
            <a:extLst>
              <a:ext uri="{FF2B5EF4-FFF2-40B4-BE49-F238E27FC236}">
                <a16:creationId xmlns:a16="http://schemas.microsoft.com/office/drawing/2014/main" id="{CB03608B-18D7-3E63-A454-131A212620F8}"/>
              </a:ext>
            </a:extLst>
          </p:cNvPr>
          <p:cNvGrpSpPr/>
          <p:nvPr/>
        </p:nvGrpSpPr>
        <p:grpSpPr>
          <a:xfrm>
            <a:off x="7932680" y="3166681"/>
            <a:ext cx="809402" cy="463051"/>
            <a:chOff x="967835" y="2541918"/>
            <a:chExt cx="1426054" cy="463051"/>
          </a:xfrm>
        </p:grpSpPr>
        <p:grpSp>
          <p:nvGrpSpPr>
            <p:cNvPr id="445" name="Group 93">
              <a:extLst>
                <a:ext uri="{FF2B5EF4-FFF2-40B4-BE49-F238E27FC236}">
                  <a16:creationId xmlns:a16="http://schemas.microsoft.com/office/drawing/2014/main" id="{6A41D159-5557-384B-CEB0-D6DFA3E2D71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447" name="Group 94">
                <a:extLst>
                  <a:ext uri="{FF2B5EF4-FFF2-40B4-BE49-F238E27FC236}">
                    <a16:creationId xmlns:a16="http://schemas.microsoft.com/office/drawing/2014/main" id="{B451C6B0-6501-8E66-11EC-7B30DCBE3E5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449" name="AutoShape 95">
                  <a:extLst>
                    <a:ext uri="{FF2B5EF4-FFF2-40B4-BE49-F238E27FC236}">
                      <a16:creationId xmlns:a16="http://schemas.microsoft.com/office/drawing/2014/main" id="{70BC7EE8-38D1-1D2C-6007-FA4F583FD78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450" name="Group 96">
                  <a:extLst>
                    <a:ext uri="{FF2B5EF4-FFF2-40B4-BE49-F238E27FC236}">
                      <a16:creationId xmlns:a16="http://schemas.microsoft.com/office/drawing/2014/main" id="{2E5336DA-6A50-9C99-045C-F885EDAE22C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451" name="Group 97">
                    <a:extLst>
                      <a:ext uri="{FF2B5EF4-FFF2-40B4-BE49-F238E27FC236}">
                        <a16:creationId xmlns:a16="http://schemas.microsoft.com/office/drawing/2014/main" id="{4D9C6883-E1ED-F4CE-4418-09961CA3558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61" name="Freeform 98">
                      <a:extLst>
                        <a:ext uri="{FF2B5EF4-FFF2-40B4-BE49-F238E27FC236}">
                          <a16:creationId xmlns:a16="http://schemas.microsoft.com/office/drawing/2014/main" id="{5111074F-71C1-761C-ACA8-DF0DAC074F2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62" name="Freeform 99">
                      <a:extLst>
                        <a:ext uri="{FF2B5EF4-FFF2-40B4-BE49-F238E27FC236}">
                          <a16:creationId xmlns:a16="http://schemas.microsoft.com/office/drawing/2014/main" id="{3946DE11-C934-7635-D54D-42B4187AD6B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63" name="Freeform 100">
                      <a:extLst>
                        <a:ext uri="{FF2B5EF4-FFF2-40B4-BE49-F238E27FC236}">
                          <a16:creationId xmlns:a16="http://schemas.microsoft.com/office/drawing/2014/main" id="{4B023D31-E26C-CEF2-C4E7-5B58A565FAC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64" name="Freeform 101">
                      <a:extLst>
                        <a:ext uri="{FF2B5EF4-FFF2-40B4-BE49-F238E27FC236}">
                          <a16:creationId xmlns:a16="http://schemas.microsoft.com/office/drawing/2014/main" id="{EC92DC65-7F04-0706-82C3-51495B3C313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65" name="Freeform 102">
                      <a:extLst>
                        <a:ext uri="{FF2B5EF4-FFF2-40B4-BE49-F238E27FC236}">
                          <a16:creationId xmlns:a16="http://schemas.microsoft.com/office/drawing/2014/main" id="{359E9670-2373-9C61-ECB3-70AC32F331F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66" name="Freeform 103">
                      <a:extLst>
                        <a:ext uri="{FF2B5EF4-FFF2-40B4-BE49-F238E27FC236}">
                          <a16:creationId xmlns:a16="http://schemas.microsoft.com/office/drawing/2014/main" id="{160B1D64-ECEC-4A39-2594-70B8747CA4D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67" name="Freeform 104">
                      <a:extLst>
                        <a:ext uri="{FF2B5EF4-FFF2-40B4-BE49-F238E27FC236}">
                          <a16:creationId xmlns:a16="http://schemas.microsoft.com/office/drawing/2014/main" id="{AA39288E-38F9-841D-75B0-BE2C41EBCBE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68" name="Freeform 105">
                      <a:extLst>
                        <a:ext uri="{FF2B5EF4-FFF2-40B4-BE49-F238E27FC236}">
                          <a16:creationId xmlns:a16="http://schemas.microsoft.com/office/drawing/2014/main" id="{EF4A58F8-EFCC-2F76-8665-790B68591AA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452" name="Group 106">
                    <a:extLst>
                      <a:ext uri="{FF2B5EF4-FFF2-40B4-BE49-F238E27FC236}">
                        <a16:creationId xmlns:a16="http://schemas.microsoft.com/office/drawing/2014/main" id="{3F432101-31B1-024F-9CE9-4AFB23ECCD0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453" name="Freeform 107">
                      <a:extLst>
                        <a:ext uri="{FF2B5EF4-FFF2-40B4-BE49-F238E27FC236}">
                          <a16:creationId xmlns:a16="http://schemas.microsoft.com/office/drawing/2014/main" id="{2EC05E10-602F-36AB-4D7E-40D83EF164F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54" name="Freeform 108">
                      <a:extLst>
                        <a:ext uri="{FF2B5EF4-FFF2-40B4-BE49-F238E27FC236}">
                          <a16:creationId xmlns:a16="http://schemas.microsoft.com/office/drawing/2014/main" id="{802A532B-1961-BFB4-5D91-0E46C5ACC4D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55" name="Freeform 109">
                      <a:extLst>
                        <a:ext uri="{FF2B5EF4-FFF2-40B4-BE49-F238E27FC236}">
                          <a16:creationId xmlns:a16="http://schemas.microsoft.com/office/drawing/2014/main" id="{59E68D76-A670-8E7A-BB5E-71D5DC7EDAC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56" name="Freeform 110">
                      <a:extLst>
                        <a:ext uri="{FF2B5EF4-FFF2-40B4-BE49-F238E27FC236}">
                          <a16:creationId xmlns:a16="http://schemas.microsoft.com/office/drawing/2014/main" id="{74FD5B4A-1A25-5B2C-288C-BD26BE913AD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57" name="Freeform 111">
                      <a:extLst>
                        <a:ext uri="{FF2B5EF4-FFF2-40B4-BE49-F238E27FC236}">
                          <a16:creationId xmlns:a16="http://schemas.microsoft.com/office/drawing/2014/main" id="{852FB2DF-3DE4-3755-BC40-2C476625529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58" name="Freeform 112">
                      <a:extLst>
                        <a:ext uri="{FF2B5EF4-FFF2-40B4-BE49-F238E27FC236}">
                          <a16:creationId xmlns:a16="http://schemas.microsoft.com/office/drawing/2014/main" id="{8832B36F-AF46-0866-9652-4D6F93ED83A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59" name="Freeform 113">
                      <a:extLst>
                        <a:ext uri="{FF2B5EF4-FFF2-40B4-BE49-F238E27FC236}">
                          <a16:creationId xmlns:a16="http://schemas.microsoft.com/office/drawing/2014/main" id="{06E6FCA0-72BF-E411-17E3-3DDCD479859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60" name="Freeform 114">
                      <a:extLst>
                        <a:ext uri="{FF2B5EF4-FFF2-40B4-BE49-F238E27FC236}">
                          <a16:creationId xmlns:a16="http://schemas.microsoft.com/office/drawing/2014/main" id="{2209AABE-B883-B078-81B4-0B8B4DAFFBA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</p:grpSp>
          </p:grpSp>
          <p:sp>
            <p:nvSpPr>
              <p:cNvPr id="448" name="WordArt 115">
                <a:extLst>
                  <a:ext uri="{FF2B5EF4-FFF2-40B4-BE49-F238E27FC236}">
                    <a16:creationId xmlns:a16="http://schemas.microsoft.com/office/drawing/2014/main" id="{61EEBE5B-3B96-D5D6-6D30-913724D97BEA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446" name="WordArt 68">
              <a:extLst>
                <a:ext uri="{FF2B5EF4-FFF2-40B4-BE49-F238E27FC236}">
                  <a16:creationId xmlns:a16="http://schemas.microsoft.com/office/drawing/2014/main" id="{0AB1E909-5A88-8951-33EC-910010FB7DF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4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spine_2_1</a:t>
              </a:r>
            </a:p>
          </p:txBody>
        </p:sp>
      </p:grpSp>
      <p:grpSp>
        <p:nvGrpSpPr>
          <p:cNvPr id="469" name="Group 468">
            <a:extLst>
              <a:ext uri="{FF2B5EF4-FFF2-40B4-BE49-F238E27FC236}">
                <a16:creationId xmlns:a16="http://schemas.microsoft.com/office/drawing/2014/main" id="{D6AF18FB-8AB0-6B1A-D258-4874E25EDB36}"/>
              </a:ext>
            </a:extLst>
          </p:cNvPr>
          <p:cNvGrpSpPr/>
          <p:nvPr/>
        </p:nvGrpSpPr>
        <p:grpSpPr>
          <a:xfrm>
            <a:off x="9689495" y="3166681"/>
            <a:ext cx="809402" cy="463051"/>
            <a:chOff x="967835" y="2541918"/>
            <a:chExt cx="1426054" cy="463051"/>
          </a:xfrm>
        </p:grpSpPr>
        <p:grpSp>
          <p:nvGrpSpPr>
            <p:cNvPr id="470" name="Group 93">
              <a:extLst>
                <a:ext uri="{FF2B5EF4-FFF2-40B4-BE49-F238E27FC236}">
                  <a16:creationId xmlns:a16="http://schemas.microsoft.com/office/drawing/2014/main" id="{87BB173B-7E73-B4F8-4DB8-4347EE7FCB3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472" name="Group 94">
                <a:extLst>
                  <a:ext uri="{FF2B5EF4-FFF2-40B4-BE49-F238E27FC236}">
                    <a16:creationId xmlns:a16="http://schemas.microsoft.com/office/drawing/2014/main" id="{CFE7BA2A-5701-4A10-574C-B27C45F97E8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474" name="AutoShape 95">
                  <a:extLst>
                    <a:ext uri="{FF2B5EF4-FFF2-40B4-BE49-F238E27FC236}">
                      <a16:creationId xmlns:a16="http://schemas.microsoft.com/office/drawing/2014/main" id="{7D421ABC-BBCA-FC5D-9F90-81E29AFC1C8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475" name="Group 96">
                  <a:extLst>
                    <a:ext uri="{FF2B5EF4-FFF2-40B4-BE49-F238E27FC236}">
                      <a16:creationId xmlns:a16="http://schemas.microsoft.com/office/drawing/2014/main" id="{802896B3-0C15-1D11-B7D4-D9F6FA7CCAD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476" name="Group 97">
                    <a:extLst>
                      <a:ext uri="{FF2B5EF4-FFF2-40B4-BE49-F238E27FC236}">
                        <a16:creationId xmlns:a16="http://schemas.microsoft.com/office/drawing/2014/main" id="{5D19CF97-1A4F-2AB8-A4D7-C100AC48422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486" name="Freeform 98">
                      <a:extLst>
                        <a:ext uri="{FF2B5EF4-FFF2-40B4-BE49-F238E27FC236}">
                          <a16:creationId xmlns:a16="http://schemas.microsoft.com/office/drawing/2014/main" id="{62C5B638-B3D0-46F5-EDCF-BB7BF801573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87" name="Freeform 99">
                      <a:extLst>
                        <a:ext uri="{FF2B5EF4-FFF2-40B4-BE49-F238E27FC236}">
                          <a16:creationId xmlns:a16="http://schemas.microsoft.com/office/drawing/2014/main" id="{2F25583A-4CC9-8AA0-36F7-6535C7B55B9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88" name="Freeform 100">
                      <a:extLst>
                        <a:ext uri="{FF2B5EF4-FFF2-40B4-BE49-F238E27FC236}">
                          <a16:creationId xmlns:a16="http://schemas.microsoft.com/office/drawing/2014/main" id="{4D5991CF-012B-BB7C-C334-2A5480D3901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89" name="Freeform 101">
                      <a:extLst>
                        <a:ext uri="{FF2B5EF4-FFF2-40B4-BE49-F238E27FC236}">
                          <a16:creationId xmlns:a16="http://schemas.microsoft.com/office/drawing/2014/main" id="{7077FF1C-AAAB-133D-C7FD-E2A1CE1EA4B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90" name="Freeform 102">
                      <a:extLst>
                        <a:ext uri="{FF2B5EF4-FFF2-40B4-BE49-F238E27FC236}">
                          <a16:creationId xmlns:a16="http://schemas.microsoft.com/office/drawing/2014/main" id="{B5DA765E-A3C4-18AB-65B2-FA46DF093D9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91" name="Freeform 103">
                      <a:extLst>
                        <a:ext uri="{FF2B5EF4-FFF2-40B4-BE49-F238E27FC236}">
                          <a16:creationId xmlns:a16="http://schemas.microsoft.com/office/drawing/2014/main" id="{4FA9AC43-E831-FA78-4EE1-99831FC2B22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92" name="Freeform 104">
                      <a:extLst>
                        <a:ext uri="{FF2B5EF4-FFF2-40B4-BE49-F238E27FC236}">
                          <a16:creationId xmlns:a16="http://schemas.microsoft.com/office/drawing/2014/main" id="{DB99BC0E-538C-9E4C-E456-6BEC1E38FA2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93" name="Freeform 105">
                      <a:extLst>
                        <a:ext uri="{FF2B5EF4-FFF2-40B4-BE49-F238E27FC236}">
                          <a16:creationId xmlns:a16="http://schemas.microsoft.com/office/drawing/2014/main" id="{A9648F55-1F0F-5CA8-9AE0-234CE9F1F16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477" name="Group 106">
                    <a:extLst>
                      <a:ext uri="{FF2B5EF4-FFF2-40B4-BE49-F238E27FC236}">
                        <a16:creationId xmlns:a16="http://schemas.microsoft.com/office/drawing/2014/main" id="{60F86664-A52E-D43A-A263-6155518019F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478" name="Freeform 107">
                      <a:extLst>
                        <a:ext uri="{FF2B5EF4-FFF2-40B4-BE49-F238E27FC236}">
                          <a16:creationId xmlns:a16="http://schemas.microsoft.com/office/drawing/2014/main" id="{68ECB39F-0518-F37A-C64E-65EEA157758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79" name="Freeform 108">
                      <a:extLst>
                        <a:ext uri="{FF2B5EF4-FFF2-40B4-BE49-F238E27FC236}">
                          <a16:creationId xmlns:a16="http://schemas.microsoft.com/office/drawing/2014/main" id="{B2541489-39F5-DE1D-6B3D-160AF896807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80" name="Freeform 109">
                      <a:extLst>
                        <a:ext uri="{FF2B5EF4-FFF2-40B4-BE49-F238E27FC236}">
                          <a16:creationId xmlns:a16="http://schemas.microsoft.com/office/drawing/2014/main" id="{37A80B72-8547-99E6-5B2C-41926D42CEB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81" name="Freeform 110">
                      <a:extLst>
                        <a:ext uri="{FF2B5EF4-FFF2-40B4-BE49-F238E27FC236}">
                          <a16:creationId xmlns:a16="http://schemas.microsoft.com/office/drawing/2014/main" id="{8C3C066E-95AA-D314-E88D-40315342CC6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82" name="Freeform 111">
                      <a:extLst>
                        <a:ext uri="{FF2B5EF4-FFF2-40B4-BE49-F238E27FC236}">
                          <a16:creationId xmlns:a16="http://schemas.microsoft.com/office/drawing/2014/main" id="{0930B9EA-6435-AC57-FB13-A7F5335AA98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83" name="Freeform 112">
                      <a:extLst>
                        <a:ext uri="{FF2B5EF4-FFF2-40B4-BE49-F238E27FC236}">
                          <a16:creationId xmlns:a16="http://schemas.microsoft.com/office/drawing/2014/main" id="{0B4325BE-8C96-E146-1641-03D7A0BEF5D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84" name="Freeform 113">
                      <a:extLst>
                        <a:ext uri="{FF2B5EF4-FFF2-40B4-BE49-F238E27FC236}">
                          <a16:creationId xmlns:a16="http://schemas.microsoft.com/office/drawing/2014/main" id="{74A35393-F616-0210-28FB-39766ADFA40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85" name="Freeform 114">
                      <a:extLst>
                        <a:ext uri="{FF2B5EF4-FFF2-40B4-BE49-F238E27FC236}">
                          <a16:creationId xmlns:a16="http://schemas.microsoft.com/office/drawing/2014/main" id="{626F3E74-FDD8-718C-EC39-F8FC16142E0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</p:grpSp>
          </p:grpSp>
          <p:sp>
            <p:nvSpPr>
              <p:cNvPr id="473" name="WordArt 115">
                <a:extLst>
                  <a:ext uri="{FF2B5EF4-FFF2-40B4-BE49-F238E27FC236}">
                    <a16:creationId xmlns:a16="http://schemas.microsoft.com/office/drawing/2014/main" id="{2EA6C5B0-41A4-C694-5FAD-22120D3C652E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471" name="WordArt 68">
              <a:extLst>
                <a:ext uri="{FF2B5EF4-FFF2-40B4-BE49-F238E27FC236}">
                  <a16:creationId xmlns:a16="http://schemas.microsoft.com/office/drawing/2014/main" id="{5782BA35-58A0-3B8D-070A-5358BB0189F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4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spine_2_2</a:t>
              </a:r>
            </a:p>
          </p:txBody>
        </p:sp>
      </p:grpSp>
      <p:grpSp>
        <p:nvGrpSpPr>
          <p:cNvPr id="544" name="Group 543">
            <a:extLst>
              <a:ext uri="{FF2B5EF4-FFF2-40B4-BE49-F238E27FC236}">
                <a16:creationId xmlns:a16="http://schemas.microsoft.com/office/drawing/2014/main" id="{23A2C1BA-17A6-4616-DEE1-26968DC076B6}"/>
              </a:ext>
            </a:extLst>
          </p:cNvPr>
          <p:cNvGrpSpPr/>
          <p:nvPr/>
        </p:nvGrpSpPr>
        <p:grpSpPr>
          <a:xfrm>
            <a:off x="4826384" y="1524102"/>
            <a:ext cx="809402" cy="463051"/>
            <a:chOff x="967835" y="2541918"/>
            <a:chExt cx="1426054" cy="463051"/>
          </a:xfrm>
        </p:grpSpPr>
        <p:grpSp>
          <p:nvGrpSpPr>
            <p:cNvPr id="545" name="Group 93">
              <a:extLst>
                <a:ext uri="{FF2B5EF4-FFF2-40B4-BE49-F238E27FC236}">
                  <a16:creationId xmlns:a16="http://schemas.microsoft.com/office/drawing/2014/main" id="{D3849EC8-A185-9FEA-393D-8CB8F4C3C63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47" name="Group 94">
                <a:extLst>
                  <a:ext uri="{FF2B5EF4-FFF2-40B4-BE49-F238E27FC236}">
                    <a16:creationId xmlns:a16="http://schemas.microsoft.com/office/drawing/2014/main" id="{94CE7C0E-8174-F00B-94EC-2F92D869991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49" name="AutoShape 95">
                  <a:extLst>
                    <a:ext uri="{FF2B5EF4-FFF2-40B4-BE49-F238E27FC236}">
                      <a16:creationId xmlns:a16="http://schemas.microsoft.com/office/drawing/2014/main" id="{7B77E307-ADE7-E2C4-981F-7D0FBA0BEC3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50" name="Group 96">
                  <a:extLst>
                    <a:ext uri="{FF2B5EF4-FFF2-40B4-BE49-F238E27FC236}">
                      <a16:creationId xmlns:a16="http://schemas.microsoft.com/office/drawing/2014/main" id="{5B744161-5F18-B2F9-5D8C-2C4F2714D0A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51" name="Group 97">
                    <a:extLst>
                      <a:ext uri="{FF2B5EF4-FFF2-40B4-BE49-F238E27FC236}">
                        <a16:creationId xmlns:a16="http://schemas.microsoft.com/office/drawing/2014/main" id="{C0858BFC-50C4-CB44-4767-DB1BC255523C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61" name="Freeform 98">
                      <a:extLst>
                        <a:ext uri="{FF2B5EF4-FFF2-40B4-BE49-F238E27FC236}">
                          <a16:creationId xmlns:a16="http://schemas.microsoft.com/office/drawing/2014/main" id="{A8417D07-1573-9B66-3235-9F14A633532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62" name="Freeform 99">
                      <a:extLst>
                        <a:ext uri="{FF2B5EF4-FFF2-40B4-BE49-F238E27FC236}">
                          <a16:creationId xmlns:a16="http://schemas.microsoft.com/office/drawing/2014/main" id="{8DBC6318-0472-1BC9-1C97-3E39DDFCE75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63" name="Freeform 100">
                      <a:extLst>
                        <a:ext uri="{FF2B5EF4-FFF2-40B4-BE49-F238E27FC236}">
                          <a16:creationId xmlns:a16="http://schemas.microsoft.com/office/drawing/2014/main" id="{4EC812D2-41D7-23C0-A0D5-4F6EBFC4CF0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64" name="Freeform 101">
                      <a:extLst>
                        <a:ext uri="{FF2B5EF4-FFF2-40B4-BE49-F238E27FC236}">
                          <a16:creationId xmlns:a16="http://schemas.microsoft.com/office/drawing/2014/main" id="{58473113-9895-26DD-1ABA-58C4C5E01C3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65" name="Freeform 102">
                      <a:extLst>
                        <a:ext uri="{FF2B5EF4-FFF2-40B4-BE49-F238E27FC236}">
                          <a16:creationId xmlns:a16="http://schemas.microsoft.com/office/drawing/2014/main" id="{8D4F31D6-FB97-0916-C531-80B1CB3D9DD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66" name="Freeform 103">
                      <a:extLst>
                        <a:ext uri="{FF2B5EF4-FFF2-40B4-BE49-F238E27FC236}">
                          <a16:creationId xmlns:a16="http://schemas.microsoft.com/office/drawing/2014/main" id="{532183AF-EDC7-2626-3366-01AEA42FD61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67" name="Freeform 104">
                      <a:extLst>
                        <a:ext uri="{FF2B5EF4-FFF2-40B4-BE49-F238E27FC236}">
                          <a16:creationId xmlns:a16="http://schemas.microsoft.com/office/drawing/2014/main" id="{A7E1C586-01AF-31CA-4358-928A687DF88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68" name="Freeform 105">
                      <a:extLst>
                        <a:ext uri="{FF2B5EF4-FFF2-40B4-BE49-F238E27FC236}">
                          <a16:creationId xmlns:a16="http://schemas.microsoft.com/office/drawing/2014/main" id="{608CDB3E-E1CC-822A-F8A9-FAEA3D6B0CC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552" name="Group 106">
                    <a:extLst>
                      <a:ext uri="{FF2B5EF4-FFF2-40B4-BE49-F238E27FC236}">
                        <a16:creationId xmlns:a16="http://schemas.microsoft.com/office/drawing/2014/main" id="{04778BE6-6EB1-04B6-ADD5-A988B675417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53" name="Freeform 107">
                      <a:extLst>
                        <a:ext uri="{FF2B5EF4-FFF2-40B4-BE49-F238E27FC236}">
                          <a16:creationId xmlns:a16="http://schemas.microsoft.com/office/drawing/2014/main" id="{D6E6B2A4-BF22-C533-CA56-040CE355275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54" name="Freeform 108">
                      <a:extLst>
                        <a:ext uri="{FF2B5EF4-FFF2-40B4-BE49-F238E27FC236}">
                          <a16:creationId xmlns:a16="http://schemas.microsoft.com/office/drawing/2014/main" id="{46E567B4-5248-7572-0A86-702B714BE4F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55" name="Freeform 109">
                      <a:extLst>
                        <a:ext uri="{FF2B5EF4-FFF2-40B4-BE49-F238E27FC236}">
                          <a16:creationId xmlns:a16="http://schemas.microsoft.com/office/drawing/2014/main" id="{CC035519-376F-F619-7151-903FC788FEA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56" name="Freeform 110">
                      <a:extLst>
                        <a:ext uri="{FF2B5EF4-FFF2-40B4-BE49-F238E27FC236}">
                          <a16:creationId xmlns:a16="http://schemas.microsoft.com/office/drawing/2014/main" id="{FC3610D9-1A1C-1987-82CD-B4A99C3CB9C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57" name="Freeform 111">
                      <a:extLst>
                        <a:ext uri="{FF2B5EF4-FFF2-40B4-BE49-F238E27FC236}">
                          <a16:creationId xmlns:a16="http://schemas.microsoft.com/office/drawing/2014/main" id="{3165AF45-4D6A-944A-2915-085A29F166C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58" name="Freeform 112">
                      <a:extLst>
                        <a:ext uri="{FF2B5EF4-FFF2-40B4-BE49-F238E27FC236}">
                          <a16:creationId xmlns:a16="http://schemas.microsoft.com/office/drawing/2014/main" id="{72A63616-F2B5-CF37-3431-DE4EA0EC977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59" name="Freeform 113">
                      <a:extLst>
                        <a:ext uri="{FF2B5EF4-FFF2-40B4-BE49-F238E27FC236}">
                          <a16:creationId xmlns:a16="http://schemas.microsoft.com/office/drawing/2014/main" id="{1B563511-FB63-30F1-FF82-7B2C449B7F2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60" name="Freeform 114">
                      <a:extLst>
                        <a:ext uri="{FF2B5EF4-FFF2-40B4-BE49-F238E27FC236}">
                          <a16:creationId xmlns:a16="http://schemas.microsoft.com/office/drawing/2014/main" id="{3A295C60-B939-E904-6C89-BEC8CBDE782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</p:grpSp>
          </p:grpSp>
          <p:sp>
            <p:nvSpPr>
              <p:cNvPr id="548" name="WordArt 115">
                <a:extLst>
                  <a:ext uri="{FF2B5EF4-FFF2-40B4-BE49-F238E27FC236}">
                    <a16:creationId xmlns:a16="http://schemas.microsoft.com/office/drawing/2014/main" id="{DC09D674-EFF1-7D98-5AC0-EA96401E21B3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46" name="WordArt 68">
              <a:extLst>
                <a:ext uri="{FF2B5EF4-FFF2-40B4-BE49-F238E27FC236}">
                  <a16:creationId xmlns:a16="http://schemas.microsoft.com/office/drawing/2014/main" id="{B1A92B09-933A-3C1C-DE8D-85708DCC2D1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4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core_1_1</a:t>
              </a:r>
            </a:p>
          </p:txBody>
        </p:sp>
      </p:grpSp>
      <p:grpSp>
        <p:nvGrpSpPr>
          <p:cNvPr id="607" name="Gruppo 599">
            <a:extLst>
              <a:ext uri="{FF2B5EF4-FFF2-40B4-BE49-F238E27FC236}">
                <a16:creationId xmlns:a16="http://schemas.microsoft.com/office/drawing/2014/main" id="{EE448C0A-723E-87C6-C1E2-4A642EE65C2A}"/>
              </a:ext>
            </a:extLst>
          </p:cNvPr>
          <p:cNvGrpSpPr/>
          <p:nvPr/>
        </p:nvGrpSpPr>
        <p:grpSpPr>
          <a:xfrm>
            <a:off x="954056" y="5386396"/>
            <a:ext cx="1640338" cy="882048"/>
            <a:chOff x="10393605" y="4306849"/>
            <a:chExt cx="907197" cy="487821"/>
          </a:xfrm>
        </p:grpSpPr>
        <p:sp>
          <p:nvSpPr>
            <p:cNvPr id="608" name="Text Box 169">
              <a:extLst>
                <a:ext uri="{FF2B5EF4-FFF2-40B4-BE49-F238E27FC236}">
                  <a16:creationId xmlns:a16="http://schemas.microsoft.com/office/drawing/2014/main" id="{7F35B15B-902A-C7D8-8F60-D2BAE293A9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93605" y="4657290"/>
              <a:ext cx="907197" cy="137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000" b="1"/>
                <a:t>server_1_1_1</a:t>
              </a:r>
            </a:p>
          </p:txBody>
        </p:sp>
        <p:sp>
          <p:nvSpPr>
            <p:cNvPr id="609" name="AutoShape 171">
              <a:extLst>
                <a:ext uri="{FF2B5EF4-FFF2-40B4-BE49-F238E27FC236}">
                  <a16:creationId xmlns:a16="http://schemas.microsoft.com/office/drawing/2014/main" id="{25362DCA-7FBE-354E-DAE7-5F3529BE75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1757" y="4306849"/>
              <a:ext cx="378624" cy="350441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610" name="mainfrm">
              <a:extLst>
                <a:ext uri="{FF2B5EF4-FFF2-40B4-BE49-F238E27FC236}">
                  <a16:creationId xmlns:a16="http://schemas.microsoft.com/office/drawing/2014/main" id="{BC0815D9-A2F6-A318-2B57-341A52C991B9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0691757" y="4360763"/>
              <a:ext cx="324710" cy="2965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17" name="Gruppo 599">
            <a:extLst>
              <a:ext uri="{FF2B5EF4-FFF2-40B4-BE49-F238E27FC236}">
                <a16:creationId xmlns:a16="http://schemas.microsoft.com/office/drawing/2014/main" id="{AD859843-CC97-3C61-6A0D-69CE42191462}"/>
              </a:ext>
            </a:extLst>
          </p:cNvPr>
          <p:cNvGrpSpPr/>
          <p:nvPr/>
        </p:nvGrpSpPr>
        <p:grpSpPr>
          <a:xfrm>
            <a:off x="2073590" y="5389614"/>
            <a:ext cx="1640338" cy="882048"/>
            <a:chOff x="10393605" y="4306849"/>
            <a:chExt cx="907197" cy="487821"/>
          </a:xfrm>
        </p:grpSpPr>
        <p:sp>
          <p:nvSpPr>
            <p:cNvPr id="618" name="Text Box 169">
              <a:extLst>
                <a:ext uri="{FF2B5EF4-FFF2-40B4-BE49-F238E27FC236}">
                  <a16:creationId xmlns:a16="http://schemas.microsoft.com/office/drawing/2014/main" id="{8202B9D7-8066-9201-AEBA-66FB4DDA17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93605" y="4657290"/>
              <a:ext cx="907197" cy="137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000" b="1"/>
                <a:t>server_1_1_2</a:t>
              </a:r>
            </a:p>
          </p:txBody>
        </p:sp>
        <p:sp>
          <p:nvSpPr>
            <p:cNvPr id="619" name="AutoShape 171">
              <a:extLst>
                <a:ext uri="{FF2B5EF4-FFF2-40B4-BE49-F238E27FC236}">
                  <a16:creationId xmlns:a16="http://schemas.microsoft.com/office/drawing/2014/main" id="{2AB73FAB-C56F-F599-6CCC-814C89924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1757" y="4306849"/>
              <a:ext cx="378624" cy="350441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620" name="mainfrm">
              <a:extLst>
                <a:ext uri="{FF2B5EF4-FFF2-40B4-BE49-F238E27FC236}">
                  <a16:creationId xmlns:a16="http://schemas.microsoft.com/office/drawing/2014/main" id="{45E99381-F8EA-4AEE-5FE5-A4AADDA7D5BA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0691757" y="4360763"/>
              <a:ext cx="324710" cy="2965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21" name="Gruppo 599">
            <a:extLst>
              <a:ext uri="{FF2B5EF4-FFF2-40B4-BE49-F238E27FC236}">
                <a16:creationId xmlns:a16="http://schemas.microsoft.com/office/drawing/2014/main" id="{783FDDF0-A897-328B-5BAD-65D54528E76F}"/>
              </a:ext>
            </a:extLst>
          </p:cNvPr>
          <p:cNvGrpSpPr/>
          <p:nvPr/>
        </p:nvGrpSpPr>
        <p:grpSpPr>
          <a:xfrm>
            <a:off x="3127408" y="5409383"/>
            <a:ext cx="1640338" cy="882048"/>
            <a:chOff x="10393605" y="4306849"/>
            <a:chExt cx="907197" cy="487821"/>
          </a:xfrm>
        </p:grpSpPr>
        <p:sp>
          <p:nvSpPr>
            <p:cNvPr id="622" name="Text Box 169">
              <a:extLst>
                <a:ext uri="{FF2B5EF4-FFF2-40B4-BE49-F238E27FC236}">
                  <a16:creationId xmlns:a16="http://schemas.microsoft.com/office/drawing/2014/main" id="{26C6CADB-33FE-4BC6-E9EF-70CD8119C6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93605" y="4657290"/>
              <a:ext cx="907197" cy="137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000" b="1"/>
                <a:t>server_1_2_1</a:t>
              </a:r>
            </a:p>
          </p:txBody>
        </p:sp>
        <p:sp>
          <p:nvSpPr>
            <p:cNvPr id="623" name="AutoShape 171">
              <a:extLst>
                <a:ext uri="{FF2B5EF4-FFF2-40B4-BE49-F238E27FC236}">
                  <a16:creationId xmlns:a16="http://schemas.microsoft.com/office/drawing/2014/main" id="{49F87800-CF95-0EB3-7C10-2F2AC210B6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1757" y="4306849"/>
              <a:ext cx="378624" cy="350441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624" name="mainfrm">
              <a:extLst>
                <a:ext uri="{FF2B5EF4-FFF2-40B4-BE49-F238E27FC236}">
                  <a16:creationId xmlns:a16="http://schemas.microsoft.com/office/drawing/2014/main" id="{75002D52-8D30-FFEC-1BB7-626A1121915D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0691757" y="4360763"/>
              <a:ext cx="324710" cy="2965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25" name="Gruppo 599">
            <a:extLst>
              <a:ext uri="{FF2B5EF4-FFF2-40B4-BE49-F238E27FC236}">
                <a16:creationId xmlns:a16="http://schemas.microsoft.com/office/drawing/2014/main" id="{03C1F2D0-2E81-3EA8-BE9A-54E56733A919}"/>
              </a:ext>
            </a:extLst>
          </p:cNvPr>
          <p:cNvGrpSpPr/>
          <p:nvPr/>
        </p:nvGrpSpPr>
        <p:grpSpPr>
          <a:xfrm>
            <a:off x="4186926" y="5417393"/>
            <a:ext cx="1640338" cy="882048"/>
            <a:chOff x="10393605" y="4306849"/>
            <a:chExt cx="907197" cy="487821"/>
          </a:xfrm>
        </p:grpSpPr>
        <p:sp>
          <p:nvSpPr>
            <p:cNvPr id="626" name="Text Box 169">
              <a:extLst>
                <a:ext uri="{FF2B5EF4-FFF2-40B4-BE49-F238E27FC236}">
                  <a16:creationId xmlns:a16="http://schemas.microsoft.com/office/drawing/2014/main" id="{50A3BC68-1E52-A14B-188D-69BD63BDD2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93605" y="4657290"/>
              <a:ext cx="907197" cy="137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000" b="1"/>
                <a:t>server_1_2_2</a:t>
              </a:r>
            </a:p>
          </p:txBody>
        </p:sp>
        <p:sp>
          <p:nvSpPr>
            <p:cNvPr id="627" name="AutoShape 171">
              <a:extLst>
                <a:ext uri="{FF2B5EF4-FFF2-40B4-BE49-F238E27FC236}">
                  <a16:creationId xmlns:a16="http://schemas.microsoft.com/office/drawing/2014/main" id="{5A9FCBCA-1552-DDC6-9C7C-C6C5C81C7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1757" y="4306849"/>
              <a:ext cx="378624" cy="350441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628" name="mainfrm">
              <a:extLst>
                <a:ext uri="{FF2B5EF4-FFF2-40B4-BE49-F238E27FC236}">
                  <a16:creationId xmlns:a16="http://schemas.microsoft.com/office/drawing/2014/main" id="{DEE7DBE9-B6FD-AB19-F180-35B2616C311D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0691757" y="4360763"/>
              <a:ext cx="324710" cy="2965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8" name="Line 71">
            <a:extLst>
              <a:ext uri="{FF2B5EF4-FFF2-40B4-BE49-F238E27FC236}">
                <a16:creationId xmlns:a16="http://schemas.microsoft.com/office/drawing/2014/main" id="{296A42FB-6F19-9932-BD16-57281181629D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4446102" y="4769159"/>
            <a:ext cx="643271" cy="6472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20" name="Line 72">
            <a:extLst>
              <a:ext uri="{FF2B5EF4-FFF2-40B4-BE49-F238E27FC236}">
                <a16:creationId xmlns:a16="http://schemas.microsoft.com/office/drawing/2014/main" id="{19DEC853-AC98-68B7-22AC-6FED1660E192}"/>
              </a:ext>
            </a:extLst>
          </p:cNvPr>
          <p:cNvSpPr>
            <a:spLocks noChangeShapeType="1"/>
          </p:cNvSpPr>
          <p:nvPr/>
        </p:nvSpPr>
        <p:spPr bwMode="auto">
          <a:xfrm rot="16200000" flipH="1" flipV="1">
            <a:off x="3906612" y="4871860"/>
            <a:ext cx="630249" cy="444797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21" name="Line 71">
            <a:extLst>
              <a:ext uri="{FF2B5EF4-FFF2-40B4-BE49-F238E27FC236}">
                <a16:creationId xmlns:a16="http://schemas.microsoft.com/office/drawing/2014/main" id="{1B0E2059-F811-5947-51A3-57A8E34E1A02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8310291" y="4771335"/>
            <a:ext cx="658626" cy="631371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22" name="Line 72">
            <a:extLst>
              <a:ext uri="{FF2B5EF4-FFF2-40B4-BE49-F238E27FC236}">
                <a16:creationId xmlns:a16="http://schemas.microsoft.com/office/drawing/2014/main" id="{138A4964-08D1-D5EF-E1D2-41F683EC0C15}"/>
              </a:ext>
            </a:extLst>
          </p:cNvPr>
          <p:cNvSpPr>
            <a:spLocks noChangeShapeType="1"/>
          </p:cNvSpPr>
          <p:nvPr/>
        </p:nvSpPr>
        <p:spPr bwMode="auto">
          <a:xfrm rot="16200000" flipH="1" flipV="1">
            <a:off x="7752974" y="4840316"/>
            <a:ext cx="647323" cy="484482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grpSp>
        <p:nvGrpSpPr>
          <p:cNvPr id="23" name="Gruppo 599">
            <a:extLst>
              <a:ext uri="{FF2B5EF4-FFF2-40B4-BE49-F238E27FC236}">
                <a16:creationId xmlns:a16="http://schemas.microsoft.com/office/drawing/2014/main" id="{F996890D-6E73-0073-C70E-DD1EF5787943}"/>
              </a:ext>
            </a:extLst>
          </p:cNvPr>
          <p:cNvGrpSpPr/>
          <p:nvPr/>
        </p:nvGrpSpPr>
        <p:grpSpPr>
          <a:xfrm>
            <a:off x="6904198" y="5414225"/>
            <a:ext cx="1640338" cy="882048"/>
            <a:chOff x="10393605" y="4306849"/>
            <a:chExt cx="907197" cy="487821"/>
          </a:xfrm>
        </p:grpSpPr>
        <p:sp>
          <p:nvSpPr>
            <p:cNvPr id="34" name="Text Box 169">
              <a:extLst>
                <a:ext uri="{FF2B5EF4-FFF2-40B4-BE49-F238E27FC236}">
                  <a16:creationId xmlns:a16="http://schemas.microsoft.com/office/drawing/2014/main" id="{C8B970AA-9688-921D-8EB8-DA552B13C0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93605" y="4657290"/>
              <a:ext cx="907197" cy="137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000" b="1"/>
                <a:t>server_2_1_1</a:t>
              </a:r>
            </a:p>
          </p:txBody>
        </p:sp>
        <p:sp>
          <p:nvSpPr>
            <p:cNvPr id="35" name="AutoShape 171">
              <a:extLst>
                <a:ext uri="{FF2B5EF4-FFF2-40B4-BE49-F238E27FC236}">
                  <a16:creationId xmlns:a16="http://schemas.microsoft.com/office/drawing/2014/main" id="{9F89066E-6A59-4A69-2A34-15AF0E925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1757" y="4306849"/>
              <a:ext cx="378624" cy="350441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36" name="mainfrm">
              <a:extLst>
                <a:ext uri="{FF2B5EF4-FFF2-40B4-BE49-F238E27FC236}">
                  <a16:creationId xmlns:a16="http://schemas.microsoft.com/office/drawing/2014/main" id="{E0CB3544-1A5F-5272-62B7-7CEB28581CB5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0691757" y="4360763"/>
              <a:ext cx="324710" cy="2965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7" name="Gruppo 599">
            <a:extLst>
              <a:ext uri="{FF2B5EF4-FFF2-40B4-BE49-F238E27FC236}">
                <a16:creationId xmlns:a16="http://schemas.microsoft.com/office/drawing/2014/main" id="{8B658BDD-8A0E-66A4-3C41-F5C5A74A9263}"/>
              </a:ext>
            </a:extLst>
          </p:cNvPr>
          <p:cNvGrpSpPr/>
          <p:nvPr/>
        </p:nvGrpSpPr>
        <p:grpSpPr>
          <a:xfrm>
            <a:off x="8055739" y="5414227"/>
            <a:ext cx="1640338" cy="882048"/>
            <a:chOff x="10393605" y="4306849"/>
            <a:chExt cx="907197" cy="487821"/>
          </a:xfrm>
        </p:grpSpPr>
        <p:sp>
          <p:nvSpPr>
            <p:cNvPr id="38" name="Text Box 169">
              <a:extLst>
                <a:ext uri="{FF2B5EF4-FFF2-40B4-BE49-F238E27FC236}">
                  <a16:creationId xmlns:a16="http://schemas.microsoft.com/office/drawing/2014/main" id="{C8B0B5F0-5607-862F-4955-7EDDA158C7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93605" y="4657290"/>
              <a:ext cx="907197" cy="137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000" b="1"/>
                <a:t>server_2_1_2</a:t>
              </a:r>
            </a:p>
          </p:txBody>
        </p:sp>
        <p:sp>
          <p:nvSpPr>
            <p:cNvPr id="39" name="AutoShape 171">
              <a:extLst>
                <a:ext uri="{FF2B5EF4-FFF2-40B4-BE49-F238E27FC236}">
                  <a16:creationId xmlns:a16="http://schemas.microsoft.com/office/drawing/2014/main" id="{C7C226D0-6DC3-4382-AE7A-D2DC4E2483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1757" y="4306849"/>
              <a:ext cx="378624" cy="350441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40" name="mainfrm">
              <a:extLst>
                <a:ext uri="{FF2B5EF4-FFF2-40B4-BE49-F238E27FC236}">
                  <a16:creationId xmlns:a16="http://schemas.microsoft.com/office/drawing/2014/main" id="{C72C9D21-349C-BE99-C78F-CAEB6A795DD4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0691757" y="4360763"/>
              <a:ext cx="324710" cy="2965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8" name="Gruppo 599">
            <a:extLst>
              <a:ext uri="{FF2B5EF4-FFF2-40B4-BE49-F238E27FC236}">
                <a16:creationId xmlns:a16="http://schemas.microsoft.com/office/drawing/2014/main" id="{14E50FF3-6261-249C-4AAF-E98A4D0E8582}"/>
              </a:ext>
            </a:extLst>
          </p:cNvPr>
          <p:cNvGrpSpPr/>
          <p:nvPr/>
        </p:nvGrpSpPr>
        <p:grpSpPr>
          <a:xfrm>
            <a:off x="9109557" y="5433996"/>
            <a:ext cx="1640338" cy="882048"/>
            <a:chOff x="10393605" y="4306849"/>
            <a:chExt cx="907197" cy="487821"/>
          </a:xfrm>
        </p:grpSpPr>
        <p:sp>
          <p:nvSpPr>
            <p:cNvPr id="49" name="Text Box 169">
              <a:extLst>
                <a:ext uri="{FF2B5EF4-FFF2-40B4-BE49-F238E27FC236}">
                  <a16:creationId xmlns:a16="http://schemas.microsoft.com/office/drawing/2014/main" id="{AF92FBD8-8549-9EF1-D6DF-7AD1E73B1D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93605" y="4657290"/>
              <a:ext cx="907197" cy="137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000" b="1"/>
                <a:t>server_2_2_1</a:t>
              </a:r>
            </a:p>
          </p:txBody>
        </p:sp>
        <p:sp>
          <p:nvSpPr>
            <p:cNvPr id="50" name="AutoShape 171">
              <a:extLst>
                <a:ext uri="{FF2B5EF4-FFF2-40B4-BE49-F238E27FC236}">
                  <a16:creationId xmlns:a16="http://schemas.microsoft.com/office/drawing/2014/main" id="{0018ED0E-F92A-C481-BFA1-50AEA7B2F3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1757" y="4306849"/>
              <a:ext cx="378624" cy="350441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51" name="mainfrm">
              <a:extLst>
                <a:ext uri="{FF2B5EF4-FFF2-40B4-BE49-F238E27FC236}">
                  <a16:creationId xmlns:a16="http://schemas.microsoft.com/office/drawing/2014/main" id="{80BD298D-C2A5-6A6E-792A-BD282572D336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0691757" y="4360763"/>
              <a:ext cx="324710" cy="2965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2" name="Gruppo 599">
            <a:extLst>
              <a:ext uri="{FF2B5EF4-FFF2-40B4-BE49-F238E27FC236}">
                <a16:creationId xmlns:a16="http://schemas.microsoft.com/office/drawing/2014/main" id="{C48E6F48-CCA7-11F4-011B-8C1A366AE3D9}"/>
              </a:ext>
            </a:extLst>
          </p:cNvPr>
          <p:cNvGrpSpPr/>
          <p:nvPr/>
        </p:nvGrpSpPr>
        <p:grpSpPr>
          <a:xfrm>
            <a:off x="10169075" y="5442006"/>
            <a:ext cx="1640338" cy="882048"/>
            <a:chOff x="10393605" y="4306849"/>
            <a:chExt cx="907197" cy="487821"/>
          </a:xfrm>
        </p:grpSpPr>
        <p:sp>
          <p:nvSpPr>
            <p:cNvPr id="53" name="Text Box 169">
              <a:extLst>
                <a:ext uri="{FF2B5EF4-FFF2-40B4-BE49-F238E27FC236}">
                  <a16:creationId xmlns:a16="http://schemas.microsoft.com/office/drawing/2014/main" id="{EA8AF204-C938-0AE6-F813-80277BE1D8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93605" y="4657290"/>
              <a:ext cx="907197" cy="137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t-IT" sz="1000" b="1"/>
                <a:t>server_2_2_2</a:t>
              </a:r>
            </a:p>
          </p:txBody>
        </p:sp>
        <p:sp>
          <p:nvSpPr>
            <p:cNvPr id="54" name="AutoShape 171">
              <a:extLst>
                <a:ext uri="{FF2B5EF4-FFF2-40B4-BE49-F238E27FC236}">
                  <a16:creationId xmlns:a16="http://schemas.microsoft.com/office/drawing/2014/main" id="{63C4DFD8-26B0-A71B-6F54-04EE6C08A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1757" y="4306849"/>
              <a:ext cx="378624" cy="350441"/>
            </a:xfrm>
            <a:prstGeom prst="cube">
              <a:avLst>
                <a:gd name="adj" fmla="val 1511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55" name="mainfrm">
              <a:extLst>
                <a:ext uri="{FF2B5EF4-FFF2-40B4-BE49-F238E27FC236}">
                  <a16:creationId xmlns:a16="http://schemas.microsoft.com/office/drawing/2014/main" id="{2F0B97D9-315A-982F-15C2-21C8C746ED5E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0691757" y="4360763"/>
              <a:ext cx="324710" cy="2965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6 w 21600"/>
                <a:gd name="T25" fmla="*/ 22180 h 21600"/>
                <a:gd name="T26" fmla="*/ 21559 w 21600"/>
                <a:gd name="T27" fmla="*/ 2789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21600" y="10885"/>
                  </a:moveTo>
                  <a:lnTo>
                    <a:pt x="21600" y="0"/>
                  </a:lnTo>
                  <a:lnTo>
                    <a:pt x="10634" y="0"/>
                  </a:lnTo>
                  <a:lnTo>
                    <a:pt x="0" y="0"/>
                  </a:lnTo>
                  <a:lnTo>
                    <a:pt x="0" y="10885"/>
                  </a:lnTo>
                  <a:lnTo>
                    <a:pt x="0" y="19729"/>
                  </a:lnTo>
                  <a:lnTo>
                    <a:pt x="1163" y="19729"/>
                  </a:lnTo>
                  <a:lnTo>
                    <a:pt x="1163" y="21600"/>
                  </a:lnTo>
                  <a:lnTo>
                    <a:pt x="10800" y="21600"/>
                  </a:lnTo>
                  <a:lnTo>
                    <a:pt x="20603" y="21600"/>
                  </a:lnTo>
                  <a:lnTo>
                    <a:pt x="20603" y="19729"/>
                  </a:lnTo>
                  <a:lnTo>
                    <a:pt x="21600" y="19729"/>
                  </a:lnTo>
                  <a:lnTo>
                    <a:pt x="21600" y="10885"/>
                  </a:lnTo>
                  <a:close/>
                </a:path>
                <a:path w="21600" h="21600" extrusionOk="0">
                  <a:moveTo>
                    <a:pt x="1163" y="19729"/>
                  </a:moveTo>
                  <a:lnTo>
                    <a:pt x="4320" y="19729"/>
                  </a:lnTo>
                  <a:lnTo>
                    <a:pt x="16449" y="19729"/>
                  </a:lnTo>
                  <a:lnTo>
                    <a:pt x="20603" y="19729"/>
                  </a:lnTo>
                  <a:lnTo>
                    <a:pt x="1163" y="19729"/>
                  </a:lnTo>
                  <a:moveTo>
                    <a:pt x="1495" y="2381"/>
                  </a:moveTo>
                  <a:lnTo>
                    <a:pt x="2160" y="2381"/>
                  </a:lnTo>
                  <a:lnTo>
                    <a:pt x="4985" y="2381"/>
                  </a:lnTo>
                  <a:lnTo>
                    <a:pt x="5982" y="2381"/>
                  </a:lnTo>
                  <a:lnTo>
                    <a:pt x="1495" y="2381"/>
                  </a:lnTo>
                  <a:lnTo>
                    <a:pt x="1495" y="3402"/>
                  </a:lnTo>
                  <a:lnTo>
                    <a:pt x="2160" y="3402"/>
                  </a:lnTo>
                  <a:lnTo>
                    <a:pt x="4985" y="3402"/>
                  </a:lnTo>
                  <a:lnTo>
                    <a:pt x="5982" y="3402"/>
                  </a:lnTo>
                  <a:lnTo>
                    <a:pt x="1495" y="3402"/>
                  </a:lnTo>
                  <a:lnTo>
                    <a:pt x="1495" y="4422"/>
                  </a:lnTo>
                  <a:lnTo>
                    <a:pt x="2160" y="4422"/>
                  </a:lnTo>
                  <a:lnTo>
                    <a:pt x="4985" y="4422"/>
                  </a:lnTo>
                  <a:lnTo>
                    <a:pt x="5982" y="4422"/>
                  </a:lnTo>
                  <a:lnTo>
                    <a:pt x="1495" y="4422"/>
                  </a:lnTo>
                  <a:lnTo>
                    <a:pt x="1495" y="5443"/>
                  </a:lnTo>
                  <a:lnTo>
                    <a:pt x="2160" y="5443"/>
                  </a:lnTo>
                  <a:lnTo>
                    <a:pt x="4985" y="5443"/>
                  </a:lnTo>
                  <a:lnTo>
                    <a:pt x="5982" y="5443"/>
                  </a:lnTo>
                  <a:lnTo>
                    <a:pt x="1495" y="5443"/>
                  </a:lnTo>
                  <a:lnTo>
                    <a:pt x="1495" y="6463"/>
                  </a:lnTo>
                  <a:lnTo>
                    <a:pt x="2160" y="6463"/>
                  </a:lnTo>
                  <a:lnTo>
                    <a:pt x="4985" y="6463"/>
                  </a:lnTo>
                  <a:lnTo>
                    <a:pt x="5982" y="6463"/>
                  </a:lnTo>
                  <a:lnTo>
                    <a:pt x="1495" y="6463"/>
                  </a:lnTo>
                  <a:lnTo>
                    <a:pt x="1495" y="7483"/>
                  </a:lnTo>
                  <a:lnTo>
                    <a:pt x="2160" y="7483"/>
                  </a:lnTo>
                  <a:lnTo>
                    <a:pt x="4985" y="7483"/>
                  </a:lnTo>
                  <a:lnTo>
                    <a:pt x="5982" y="7483"/>
                  </a:lnTo>
                  <a:lnTo>
                    <a:pt x="1495" y="7483"/>
                  </a:lnTo>
                  <a:lnTo>
                    <a:pt x="1495" y="8504"/>
                  </a:lnTo>
                  <a:lnTo>
                    <a:pt x="2160" y="8504"/>
                  </a:lnTo>
                  <a:lnTo>
                    <a:pt x="4985" y="8504"/>
                  </a:lnTo>
                  <a:lnTo>
                    <a:pt x="5982" y="8504"/>
                  </a:lnTo>
                  <a:lnTo>
                    <a:pt x="1495" y="8504"/>
                  </a:lnTo>
                  <a:lnTo>
                    <a:pt x="1495" y="9524"/>
                  </a:lnTo>
                  <a:lnTo>
                    <a:pt x="2160" y="9524"/>
                  </a:lnTo>
                  <a:lnTo>
                    <a:pt x="4985" y="9524"/>
                  </a:lnTo>
                  <a:lnTo>
                    <a:pt x="5982" y="9524"/>
                  </a:lnTo>
                  <a:lnTo>
                    <a:pt x="1495" y="9524"/>
                  </a:lnTo>
                  <a:lnTo>
                    <a:pt x="1495" y="10545"/>
                  </a:lnTo>
                  <a:lnTo>
                    <a:pt x="2160" y="10545"/>
                  </a:lnTo>
                  <a:lnTo>
                    <a:pt x="4985" y="10545"/>
                  </a:lnTo>
                  <a:lnTo>
                    <a:pt x="5982" y="10545"/>
                  </a:lnTo>
                  <a:lnTo>
                    <a:pt x="1495" y="10545"/>
                  </a:lnTo>
                  <a:lnTo>
                    <a:pt x="1495" y="11565"/>
                  </a:lnTo>
                  <a:lnTo>
                    <a:pt x="2160" y="11565"/>
                  </a:lnTo>
                  <a:lnTo>
                    <a:pt x="4985" y="11565"/>
                  </a:lnTo>
                  <a:lnTo>
                    <a:pt x="5982" y="11565"/>
                  </a:lnTo>
                  <a:lnTo>
                    <a:pt x="1495" y="11565"/>
                  </a:lnTo>
                  <a:lnTo>
                    <a:pt x="1495" y="12586"/>
                  </a:lnTo>
                  <a:lnTo>
                    <a:pt x="2160" y="12586"/>
                  </a:lnTo>
                  <a:lnTo>
                    <a:pt x="4985" y="12586"/>
                  </a:lnTo>
                  <a:lnTo>
                    <a:pt x="5982" y="12586"/>
                  </a:lnTo>
                  <a:lnTo>
                    <a:pt x="1495" y="12586"/>
                  </a:lnTo>
                  <a:lnTo>
                    <a:pt x="1495" y="13606"/>
                  </a:lnTo>
                  <a:lnTo>
                    <a:pt x="2160" y="13606"/>
                  </a:lnTo>
                  <a:lnTo>
                    <a:pt x="4985" y="13606"/>
                  </a:lnTo>
                  <a:lnTo>
                    <a:pt x="5982" y="13606"/>
                  </a:lnTo>
                  <a:lnTo>
                    <a:pt x="1495" y="13606"/>
                  </a:lnTo>
                  <a:lnTo>
                    <a:pt x="1495" y="14627"/>
                  </a:lnTo>
                  <a:lnTo>
                    <a:pt x="2160" y="14627"/>
                  </a:lnTo>
                  <a:lnTo>
                    <a:pt x="4985" y="14627"/>
                  </a:lnTo>
                  <a:lnTo>
                    <a:pt x="5982" y="14627"/>
                  </a:lnTo>
                  <a:lnTo>
                    <a:pt x="1495" y="14627"/>
                  </a:lnTo>
                  <a:lnTo>
                    <a:pt x="1495" y="15647"/>
                  </a:lnTo>
                  <a:lnTo>
                    <a:pt x="2160" y="15647"/>
                  </a:lnTo>
                  <a:lnTo>
                    <a:pt x="4985" y="15647"/>
                  </a:lnTo>
                  <a:lnTo>
                    <a:pt x="5982" y="15647"/>
                  </a:lnTo>
                  <a:lnTo>
                    <a:pt x="1495" y="15647"/>
                  </a:lnTo>
                  <a:lnTo>
                    <a:pt x="1495" y="16668"/>
                  </a:lnTo>
                  <a:lnTo>
                    <a:pt x="2160" y="16668"/>
                  </a:lnTo>
                  <a:lnTo>
                    <a:pt x="4985" y="16668"/>
                  </a:lnTo>
                  <a:lnTo>
                    <a:pt x="5982" y="16668"/>
                  </a:lnTo>
                  <a:lnTo>
                    <a:pt x="1495" y="16668"/>
                  </a:lnTo>
                  <a:lnTo>
                    <a:pt x="1495" y="17688"/>
                  </a:lnTo>
                  <a:lnTo>
                    <a:pt x="2160" y="17688"/>
                  </a:lnTo>
                  <a:lnTo>
                    <a:pt x="4985" y="17688"/>
                  </a:lnTo>
                  <a:lnTo>
                    <a:pt x="5982" y="17688"/>
                  </a:lnTo>
                  <a:lnTo>
                    <a:pt x="1495" y="17688"/>
                  </a:lnTo>
                  <a:moveTo>
                    <a:pt x="1994" y="19729"/>
                  </a:moveTo>
                  <a:lnTo>
                    <a:pt x="1994" y="20069"/>
                  </a:lnTo>
                  <a:lnTo>
                    <a:pt x="1994" y="21260"/>
                  </a:lnTo>
                  <a:lnTo>
                    <a:pt x="1994" y="21600"/>
                  </a:lnTo>
                  <a:lnTo>
                    <a:pt x="1994" y="19729"/>
                  </a:lnTo>
                  <a:lnTo>
                    <a:pt x="2658" y="19729"/>
                  </a:lnTo>
                  <a:lnTo>
                    <a:pt x="2658" y="20069"/>
                  </a:lnTo>
                  <a:lnTo>
                    <a:pt x="2658" y="21260"/>
                  </a:lnTo>
                  <a:lnTo>
                    <a:pt x="2658" y="21600"/>
                  </a:lnTo>
                  <a:lnTo>
                    <a:pt x="2658" y="19729"/>
                  </a:lnTo>
                  <a:lnTo>
                    <a:pt x="3489" y="19729"/>
                  </a:lnTo>
                  <a:lnTo>
                    <a:pt x="3489" y="20069"/>
                  </a:lnTo>
                  <a:lnTo>
                    <a:pt x="3489" y="21260"/>
                  </a:lnTo>
                  <a:lnTo>
                    <a:pt x="3489" y="21600"/>
                  </a:lnTo>
                  <a:lnTo>
                    <a:pt x="3489" y="19729"/>
                  </a:lnTo>
                  <a:lnTo>
                    <a:pt x="4320" y="19729"/>
                  </a:lnTo>
                  <a:lnTo>
                    <a:pt x="4320" y="20069"/>
                  </a:lnTo>
                  <a:lnTo>
                    <a:pt x="4320" y="21260"/>
                  </a:lnTo>
                  <a:lnTo>
                    <a:pt x="4320" y="21600"/>
                  </a:lnTo>
                  <a:lnTo>
                    <a:pt x="4320" y="19729"/>
                  </a:lnTo>
                  <a:lnTo>
                    <a:pt x="5151" y="19729"/>
                  </a:lnTo>
                  <a:lnTo>
                    <a:pt x="5151" y="20069"/>
                  </a:lnTo>
                  <a:lnTo>
                    <a:pt x="5151" y="21260"/>
                  </a:lnTo>
                  <a:lnTo>
                    <a:pt x="5151" y="21600"/>
                  </a:lnTo>
                  <a:lnTo>
                    <a:pt x="5151" y="19729"/>
                  </a:lnTo>
                  <a:lnTo>
                    <a:pt x="5982" y="19729"/>
                  </a:lnTo>
                  <a:lnTo>
                    <a:pt x="5982" y="20069"/>
                  </a:lnTo>
                  <a:lnTo>
                    <a:pt x="5982" y="21260"/>
                  </a:lnTo>
                  <a:lnTo>
                    <a:pt x="5982" y="21600"/>
                  </a:lnTo>
                  <a:lnTo>
                    <a:pt x="5982" y="19729"/>
                  </a:lnTo>
                  <a:lnTo>
                    <a:pt x="6812" y="19729"/>
                  </a:lnTo>
                  <a:lnTo>
                    <a:pt x="6812" y="20069"/>
                  </a:lnTo>
                  <a:lnTo>
                    <a:pt x="6812" y="21260"/>
                  </a:lnTo>
                  <a:lnTo>
                    <a:pt x="6812" y="21600"/>
                  </a:lnTo>
                  <a:lnTo>
                    <a:pt x="6812" y="19729"/>
                  </a:lnTo>
                  <a:lnTo>
                    <a:pt x="7643" y="19729"/>
                  </a:lnTo>
                  <a:lnTo>
                    <a:pt x="7643" y="20069"/>
                  </a:lnTo>
                  <a:lnTo>
                    <a:pt x="7643" y="21260"/>
                  </a:lnTo>
                  <a:lnTo>
                    <a:pt x="7643" y="21600"/>
                  </a:lnTo>
                  <a:lnTo>
                    <a:pt x="7643" y="19729"/>
                  </a:lnTo>
                  <a:lnTo>
                    <a:pt x="8474" y="19729"/>
                  </a:lnTo>
                  <a:lnTo>
                    <a:pt x="8474" y="20069"/>
                  </a:lnTo>
                  <a:lnTo>
                    <a:pt x="8474" y="21260"/>
                  </a:lnTo>
                  <a:lnTo>
                    <a:pt x="8474" y="21600"/>
                  </a:lnTo>
                  <a:lnTo>
                    <a:pt x="8474" y="19729"/>
                  </a:lnTo>
                  <a:lnTo>
                    <a:pt x="9305" y="19729"/>
                  </a:lnTo>
                  <a:lnTo>
                    <a:pt x="9305" y="20069"/>
                  </a:lnTo>
                  <a:lnTo>
                    <a:pt x="9305" y="21260"/>
                  </a:lnTo>
                  <a:lnTo>
                    <a:pt x="9305" y="21600"/>
                  </a:lnTo>
                  <a:lnTo>
                    <a:pt x="9305" y="19729"/>
                  </a:lnTo>
                  <a:lnTo>
                    <a:pt x="10135" y="19729"/>
                  </a:lnTo>
                  <a:lnTo>
                    <a:pt x="10135" y="20069"/>
                  </a:lnTo>
                  <a:lnTo>
                    <a:pt x="10135" y="21260"/>
                  </a:lnTo>
                  <a:lnTo>
                    <a:pt x="10135" y="21600"/>
                  </a:lnTo>
                  <a:lnTo>
                    <a:pt x="10135" y="19729"/>
                  </a:lnTo>
                  <a:lnTo>
                    <a:pt x="10966" y="19729"/>
                  </a:lnTo>
                  <a:lnTo>
                    <a:pt x="10966" y="20069"/>
                  </a:lnTo>
                  <a:lnTo>
                    <a:pt x="10966" y="21260"/>
                  </a:lnTo>
                  <a:lnTo>
                    <a:pt x="10966" y="21600"/>
                  </a:lnTo>
                  <a:lnTo>
                    <a:pt x="10966" y="19729"/>
                  </a:lnTo>
                  <a:lnTo>
                    <a:pt x="11797" y="19729"/>
                  </a:lnTo>
                  <a:lnTo>
                    <a:pt x="11797" y="20069"/>
                  </a:lnTo>
                  <a:lnTo>
                    <a:pt x="11797" y="21260"/>
                  </a:lnTo>
                  <a:lnTo>
                    <a:pt x="11797" y="21600"/>
                  </a:lnTo>
                  <a:lnTo>
                    <a:pt x="11797" y="19729"/>
                  </a:lnTo>
                  <a:lnTo>
                    <a:pt x="12462" y="19729"/>
                  </a:lnTo>
                  <a:lnTo>
                    <a:pt x="12462" y="20069"/>
                  </a:lnTo>
                  <a:lnTo>
                    <a:pt x="12462" y="21260"/>
                  </a:lnTo>
                  <a:lnTo>
                    <a:pt x="12462" y="21600"/>
                  </a:lnTo>
                  <a:lnTo>
                    <a:pt x="12462" y="19729"/>
                  </a:lnTo>
                  <a:lnTo>
                    <a:pt x="13292" y="19729"/>
                  </a:lnTo>
                  <a:lnTo>
                    <a:pt x="13292" y="20069"/>
                  </a:lnTo>
                  <a:lnTo>
                    <a:pt x="13292" y="21260"/>
                  </a:lnTo>
                  <a:lnTo>
                    <a:pt x="13292" y="21600"/>
                  </a:lnTo>
                  <a:lnTo>
                    <a:pt x="13292" y="19729"/>
                  </a:lnTo>
                  <a:lnTo>
                    <a:pt x="14123" y="19729"/>
                  </a:lnTo>
                  <a:lnTo>
                    <a:pt x="14123" y="20069"/>
                  </a:lnTo>
                  <a:lnTo>
                    <a:pt x="14123" y="21260"/>
                  </a:lnTo>
                  <a:lnTo>
                    <a:pt x="14123" y="21600"/>
                  </a:lnTo>
                  <a:lnTo>
                    <a:pt x="14123" y="19729"/>
                  </a:lnTo>
                  <a:lnTo>
                    <a:pt x="14954" y="19729"/>
                  </a:lnTo>
                  <a:lnTo>
                    <a:pt x="14954" y="20069"/>
                  </a:lnTo>
                  <a:lnTo>
                    <a:pt x="14954" y="21260"/>
                  </a:lnTo>
                  <a:lnTo>
                    <a:pt x="14954" y="21600"/>
                  </a:lnTo>
                  <a:lnTo>
                    <a:pt x="14954" y="19729"/>
                  </a:lnTo>
                  <a:lnTo>
                    <a:pt x="15785" y="19729"/>
                  </a:lnTo>
                  <a:lnTo>
                    <a:pt x="15785" y="20069"/>
                  </a:lnTo>
                  <a:lnTo>
                    <a:pt x="15785" y="21260"/>
                  </a:lnTo>
                  <a:lnTo>
                    <a:pt x="15785" y="21600"/>
                  </a:lnTo>
                  <a:lnTo>
                    <a:pt x="15785" y="19729"/>
                  </a:lnTo>
                  <a:lnTo>
                    <a:pt x="16615" y="19729"/>
                  </a:lnTo>
                  <a:lnTo>
                    <a:pt x="16615" y="20069"/>
                  </a:lnTo>
                  <a:lnTo>
                    <a:pt x="16615" y="21260"/>
                  </a:lnTo>
                  <a:lnTo>
                    <a:pt x="16615" y="21600"/>
                  </a:lnTo>
                  <a:lnTo>
                    <a:pt x="16615" y="19729"/>
                  </a:lnTo>
                  <a:lnTo>
                    <a:pt x="17446" y="19729"/>
                  </a:lnTo>
                  <a:lnTo>
                    <a:pt x="17446" y="20069"/>
                  </a:lnTo>
                  <a:lnTo>
                    <a:pt x="17446" y="21260"/>
                  </a:lnTo>
                  <a:lnTo>
                    <a:pt x="17446" y="21600"/>
                  </a:lnTo>
                  <a:lnTo>
                    <a:pt x="17446" y="19729"/>
                  </a:lnTo>
                  <a:lnTo>
                    <a:pt x="18277" y="19729"/>
                  </a:lnTo>
                  <a:lnTo>
                    <a:pt x="18277" y="20069"/>
                  </a:lnTo>
                  <a:lnTo>
                    <a:pt x="18277" y="21260"/>
                  </a:lnTo>
                  <a:lnTo>
                    <a:pt x="18277" y="21600"/>
                  </a:lnTo>
                  <a:lnTo>
                    <a:pt x="18277" y="19729"/>
                  </a:lnTo>
                  <a:lnTo>
                    <a:pt x="19108" y="19729"/>
                  </a:lnTo>
                  <a:lnTo>
                    <a:pt x="19108" y="20069"/>
                  </a:lnTo>
                  <a:lnTo>
                    <a:pt x="19108" y="21260"/>
                  </a:lnTo>
                  <a:lnTo>
                    <a:pt x="19108" y="21600"/>
                  </a:lnTo>
                  <a:lnTo>
                    <a:pt x="19108" y="19729"/>
                  </a:lnTo>
                  <a:lnTo>
                    <a:pt x="19938" y="19729"/>
                  </a:lnTo>
                  <a:lnTo>
                    <a:pt x="19938" y="20069"/>
                  </a:lnTo>
                  <a:lnTo>
                    <a:pt x="19938" y="21260"/>
                  </a:lnTo>
                  <a:lnTo>
                    <a:pt x="19938" y="21600"/>
                  </a:lnTo>
                  <a:lnTo>
                    <a:pt x="19938" y="19729"/>
                  </a:lnTo>
                  <a:moveTo>
                    <a:pt x="1495" y="1531"/>
                  </a:moveTo>
                  <a:lnTo>
                    <a:pt x="5982" y="1531"/>
                  </a:lnTo>
                  <a:lnTo>
                    <a:pt x="5982" y="18539"/>
                  </a:lnTo>
                  <a:lnTo>
                    <a:pt x="1495" y="18539"/>
                  </a:lnTo>
                  <a:lnTo>
                    <a:pt x="1495" y="1531"/>
                  </a:lnTo>
                  <a:moveTo>
                    <a:pt x="7311" y="1531"/>
                  </a:moveTo>
                  <a:lnTo>
                    <a:pt x="7975" y="1531"/>
                  </a:lnTo>
                  <a:lnTo>
                    <a:pt x="7975" y="8334"/>
                  </a:lnTo>
                  <a:lnTo>
                    <a:pt x="7311" y="8334"/>
                  </a:lnTo>
                  <a:lnTo>
                    <a:pt x="7311" y="1531"/>
                  </a:lnTo>
                  <a:moveTo>
                    <a:pt x="7145" y="9865"/>
                  </a:moveTo>
                  <a:lnTo>
                    <a:pt x="8142" y="9865"/>
                  </a:lnTo>
                  <a:lnTo>
                    <a:pt x="8142" y="10715"/>
                  </a:lnTo>
                  <a:lnTo>
                    <a:pt x="7145" y="10715"/>
                  </a:lnTo>
                  <a:lnTo>
                    <a:pt x="7145" y="9865"/>
                  </a:lnTo>
                  <a:moveTo>
                    <a:pt x="8972" y="1531"/>
                  </a:moveTo>
                  <a:lnTo>
                    <a:pt x="12462" y="1531"/>
                  </a:lnTo>
                  <a:lnTo>
                    <a:pt x="12462" y="5443"/>
                  </a:lnTo>
                  <a:lnTo>
                    <a:pt x="8972" y="5443"/>
                  </a:lnTo>
                  <a:lnTo>
                    <a:pt x="8972" y="1531"/>
                  </a:lnTo>
                  <a:moveTo>
                    <a:pt x="13625" y="1531"/>
                  </a:moveTo>
                  <a:lnTo>
                    <a:pt x="20271" y="1531"/>
                  </a:lnTo>
                  <a:lnTo>
                    <a:pt x="20271" y="5443"/>
                  </a:lnTo>
                  <a:lnTo>
                    <a:pt x="13625" y="5443"/>
                  </a:lnTo>
                  <a:lnTo>
                    <a:pt x="13625" y="1531"/>
                  </a:lnTo>
                  <a:moveTo>
                    <a:pt x="18609" y="6463"/>
                  </a:moveTo>
                  <a:lnTo>
                    <a:pt x="20437" y="6463"/>
                  </a:lnTo>
                  <a:lnTo>
                    <a:pt x="20437" y="10885"/>
                  </a:lnTo>
                  <a:lnTo>
                    <a:pt x="18609" y="10885"/>
                  </a:lnTo>
                  <a:lnTo>
                    <a:pt x="18609" y="6463"/>
                  </a:lnTo>
                </a:path>
              </a:pathLst>
            </a:custGeom>
            <a:solidFill>
              <a:srgbClr val="F5F1F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80" name="Line 71">
            <a:extLst>
              <a:ext uri="{FF2B5EF4-FFF2-40B4-BE49-F238E27FC236}">
                <a16:creationId xmlns:a16="http://schemas.microsoft.com/office/drawing/2014/main" id="{4872A124-5DAC-5FFC-961E-4C65914F974F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10217927" y="4618112"/>
            <a:ext cx="706498" cy="925274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81" name="Line 72">
            <a:extLst>
              <a:ext uri="{FF2B5EF4-FFF2-40B4-BE49-F238E27FC236}">
                <a16:creationId xmlns:a16="http://schemas.microsoft.com/office/drawing/2014/main" id="{A3F7B1D5-6C72-CC7F-B892-811E655560AE}"/>
              </a:ext>
            </a:extLst>
          </p:cNvPr>
          <p:cNvSpPr>
            <a:spLocks noChangeShapeType="1"/>
          </p:cNvSpPr>
          <p:nvPr/>
        </p:nvSpPr>
        <p:spPr bwMode="auto">
          <a:xfrm rot="16200000" flipH="1" flipV="1">
            <a:off x="9708718" y="5029914"/>
            <a:ext cx="676852" cy="131316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/>
          </a:p>
        </p:txBody>
      </p:sp>
      <p:grpSp>
        <p:nvGrpSpPr>
          <p:cNvPr id="519" name="Group 518">
            <a:extLst>
              <a:ext uri="{FF2B5EF4-FFF2-40B4-BE49-F238E27FC236}">
                <a16:creationId xmlns:a16="http://schemas.microsoft.com/office/drawing/2014/main" id="{56E5D996-9C3B-D29E-BFBC-934230EEC893}"/>
              </a:ext>
            </a:extLst>
          </p:cNvPr>
          <p:cNvGrpSpPr/>
          <p:nvPr/>
        </p:nvGrpSpPr>
        <p:grpSpPr>
          <a:xfrm>
            <a:off x="9698798" y="4286084"/>
            <a:ext cx="809402" cy="463051"/>
            <a:chOff x="967835" y="2541918"/>
            <a:chExt cx="1426054" cy="463051"/>
          </a:xfrm>
        </p:grpSpPr>
        <p:grpSp>
          <p:nvGrpSpPr>
            <p:cNvPr id="520" name="Group 93">
              <a:extLst>
                <a:ext uri="{FF2B5EF4-FFF2-40B4-BE49-F238E27FC236}">
                  <a16:creationId xmlns:a16="http://schemas.microsoft.com/office/drawing/2014/main" id="{E7C47674-82B7-6D3D-F73A-7006BD2D4D8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835" y="2541918"/>
              <a:ext cx="1426054" cy="463051"/>
              <a:chOff x="3312" y="2160"/>
              <a:chExt cx="960" cy="528"/>
            </a:xfrm>
          </p:grpSpPr>
          <p:grpSp>
            <p:nvGrpSpPr>
              <p:cNvPr id="522" name="Group 94">
                <a:extLst>
                  <a:ext uri="{FF2B5EF4-FFF2-40B4-BE49-F238E27FC236}">
                    <a16:creationId xmlns:a16="http://schemas.microsoft.com/office/drawing/2014/main" id="{65B90A01-2510-45E3-9253-67F00664225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524" name="AutoShape 95">
                  <a:extLst>
                    <a:ext uri="{FF2B5EF4-FFF2-40B4-BE49-F238E27FC236}">
                      <a16:creationId xmlns:a16="http://schemas.microsoft.com/office/drawing/2014/main" id="{47CDC250-CB8B-F32E-53E0-DBF1EC38A0B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525" name="Group 96">
                  <a:extLst>
                    <a:ext uri="{FF2B5EF4-FFF2-40B4-BE49-F238E27FC236}">
                      <a16:creationId xmlns:a16="http://schemas.microsoft.com/office/drawing/2014/main" id="{ACC869A5-9A8A-92BE-C477-067321A0D30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526" name="Group 97">
                    <a:extLst>
                      <a:ext uri="{FF2B5EF4-FFF2-40B4-BE49-F238E27FC236}">
                        <a16:creationId xmlns:a16="http://schemas.microsoft.com/office/drawing/2014/main" id="{531E7745-3FF9-8D80-8928-5CDE0266EF9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536" name="Freeform 98">
                      <a:extLst>
                        <a:ext uri="{FF2B5EF4-FFF2-40B4-BE49-F238E27FC236}">
                          <a16:creationId xmlns:a16="http://schemas.microsoft.com/office/drawing/2014/main" id="{EB282FC8-2BA2-1D8D-1AB8-87F35A27E9E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37" name="Freeform 99">
                      <a:extLst>
                        <a:ext uri="{FF2B5EF4-FFF2-40B4-BE49-F238E27FC236}">
                          <a16:creationId xmlns:a16="http://schemas.microsoft.com/office/drawing/2014/main" id="{D58CBAEB-0152-BF71-9206-FE3CD2D1CAF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38" name="Freeform 100">
                      <a:extLst>
                        <a:ext uri="{FF2B5EF4-FFF2-40B4-BE49-F238E27FC236}">
                          <a16:creationId xmlns:a16="http://schemas.microsoft.com/office/drawing/2014/main" id="{71B1A71D-6896-C5B5-65AF-05D0A106FC2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39" name="Freeform 101">
                      <a:extLst>
                        <a:ext uri="{FF2B5EF4-FFF2-40B4-BE49-F238E27FC236}">
                          <a16:creationId xmlns:a16="http://schemas.microsoft.com/office/drawing/2014/main" id="{F8C0CD60-14A7-F119-7EBB-6E8B8DFD6B2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40" name="Freeform 102">
                      <a:extLst>
                        <a:ext uri="{FF2B5EF4-FFF2-40B4-BE49-F238E27FC236}">
                          <a16:creationId xmlns:a16="http://schemas.microsoft.com/office/drawing/2014/main" id="{422ABFEA-805E-C6E3-4C10-79C2F094FF9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41" name="Freeform 103">
                      <a:extLst>
                        <a:ext uri="{FF2B5EF4-FFF2-40B4-BE49-F238E27FC236}">
                          <a16:creationId xmlns:a16="http://schemas.microsoft.com/office/drawing/2014/main" id="{AE03BCD5-41FD-B908-412B-7D6ACF5CFBD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42" name="Freeform 104">
                      <a:extLst>
                        <a:ext uri="{FF2B5EF4-FFF2-40B4-BE49-F238E27FC236}">
                          <a16:creationId xmlns:a16="http://schemas.microsoft.com/office/drawing/2014/main" id="{AA964F1F-87C0-1567-82AC-4A199A9FEF0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43" name="Freeform 105">
                      <a:extLst>
                        <a:ext uri="{FF2B5EF4-FFF2-40B4-BE49-F238E27FC236}">
                          <a16:creationId xmlns:a16="http://schemas.microsoft.com/office/drawing/2014/main" id="{9D3B0E2D-AD63-CCA3-B1B7-CDD92B1EBEE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527" name="Group 106">
                    <a:extLst>
                      <a:ext uri="{FF2B5EF4-FFF2-40B4-BE49-F238E27FC236}">
                        <a16:creationId xmlns:a16="http://schemas.microsoft.com/office/drawing/2014/main" id="{CC26E5BE-7DCC-E8EE-8A25-B69640AA755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528" name="Freeform 107">
                      <a:extLst>
                        <a:ext uri="{FF2B5EF4-FFF2-40B4-BE49-F238E27FC236}">
                          <a16:creationId xmlns:a16="http://schemas.microsoft.com/office/drawing/2014/main" id="{6345C708-774F-2F3A-FA63-378396F4496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29" name="Freeform 108">
                      <a:extLst>
                        <a:ext uri="{FF2B5EF4-FFF2-40B4-BE49-F238E27FC236}">
                          <a16:creationId xmlns:a16="http://schemas.microsoft.com/office/drawing/2014/main" id="{F5F013D2-2594-13FE-F287-6CC788D6B6B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30" name="Freeform 109">
                      <a:extLst>
                        <a:ext uri="{FF2B5EF4-FFF2-40B4-BE49-F238E27FC236}">
                          <a16:creationId xmlns:a16="http://schemas.microsoft.com/office/drawing/2014/main" id="{731F4E6B-ADE6-DCCE-A3FB-883D9A8C9E7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31" name="Freeform 110">
                      <a:extLst>
                        <a:ext uri="{FF2B5EF4-FFF2-40B4-BE49-F238E27FC236}">
                          <a16:creationId xmlns:a16="http://schemas.microsoft.com/office/drawing/2014/main" id="{1F338F02-ECFD-2FF3-5B1B-870F202BA1F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32" name="Freeform 111">
                      <a:extLst>
                        <a:ext uri="{FF2B5EF4-FFF2-40B4-BE49-F238E27FC236}">
                          <a16:creationId xmlns:a16="http://schemas.microsoft.com/office/drawing/2014/main" id="{9102B357-0773-7EEC-9D37-7AD9B0D373F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33" name="Freeform 112">
                      <a:extLst>
                        <a:ext uri="{FF2B5EF4-FFF2-40B4-BE49-F238E27FC236}">
                          <a16:creationId xmlns:a16="http://schemas.microsoft.com/office/drawing/2014/main" id="{B36DFA6A-8FFD-D8C7-61B4-865D6B487B5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34" name="Freeform 113">
                      <a:extLst>
                        <a:ext uri="{FF2B5EF4-FFF2-40B4-BE49-F238E27FC236}">
                          <a16:creationId xmlns:a16="http://schemas.microsoft.com/office/drawing/2014/main" id="{764AE27D-53D1-EE71-EE37-B707F8003FE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35" name="Freeform 114">
                      <a:extLst>
                        <a:ext uri="{FF2B5EF4-FFF2-40B4-BE49-F238E27FC236}">
                          <a16:creationId xmlns:a16="http://schemas.microsoft.com/office/drawing/2014/main" id="{67B6C3F7-82EF-436E-E1D1-E94FC8A340F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</p:grpSp>
          </p:grpSp>
          <p:sp>
            <p:nvSpPr>
              <p:cNvPr id="523" name="WordArt 115">
                <a:extLst>
                  <a:ext uri="{FF2B5EF4-FFF2-40B4-BE49-F238E27FC236}">
                    <a16:creationId xmlns:a16="http://schemas.microsoft.com/office/drawing/2014/main" id="{39FE0DD3-C062-C4AA-2B21-AD87CF95899D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endPara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21" name="WordArt 68">
              <a:extLst>
                <a:ext uri="{FF2B5EF4-FFF2-40B4-BE49-F238E27FC236}">
                  <a16:creationId xmlns:a16="http://schemas.microsoft.com/office/drawing/2014/main" id="{96E1F0F0-E045-0F94-1D31-2378E928C2D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9138" y="2769321"/>
              <a:ext cx="1283449" cy="17250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sz="14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leaf_2_2</a:t>
              </a:r>
            </a:p>
          </p:txBody>
        </p:sp>
      </p:grpSp>
      <p:sp>
        <p:nvSpPr>
          <p:cNvPr id="11" name="Oval 152">
            <a:extLst>
              <a:ext uri="{FF2B5EF4-FFF2-40B4-BE49-F238E27FC236}">
                <a16:creationId xmlns:a16="http://schemas.microsoft.com/office/drawing/2014/main" id="{0E531A0E-5901-3303-B045-55ED2A0AC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7205" y="3878420"/>
            <a:ext cx="220690" cy="22069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12" name="Oval 152">
            <a:extLst>
              <a:ext uri="{FF2B5EF4-FFF2-40B4-BE49-F238E27FC236}">
                <a16:creationId xmlns:a16="http://schemas.microsoft.com/office/drawing/2014/main" id="{281FFFAF-7253-AF57-C296-BBFB9DEF9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1818" y="5022656"/>
            <a:ext cx="220690" cy="22069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C</a:t>
            </a:r>
          </a:p>
        </p:txBody>
      </p:sp>
      <p:sp>
        <p:nvSpPr>
          <p:cNvPr id="13" name="Oval 152">
            <a:extLst>
              <a:ext uri="{FF2B5EF4-FFF2-40B4-BE49-F238E27FC236}">
                <a16:creationId xmlns:a16="http://schemas.microsoft.com/office/drawing/2014/main" id="{E9B766FE-A358-143B-A4E5-65E994942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0062" y="5045317"/>
            <a:ext cx="220690" cy="22069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U</a:t>
            </a:r>
          </a:p>
        </p:txBody>
      </p:sp>
      <p:sp>
        <p:nvSpPr>
          <p:cNvPr id="14" name="Oval 152">
            <a:extLst>
              <a:ext uri="{FF2B5EF4-FFF2-40B4-BE49-F238E27FC236}">
                <a16:creationId xmlns:a16="http://schemas.microsoft.com/office/drawing/2014/main" id="{23BBE6AA-09DC-AD32-EE15-DA37C489F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4726" y="5058203"/>
            <a:ext cx="220690" cy="22069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V</a:t>
            </a:r>
          </a:p>
        </p:txBody>
      </p:sp>
      <p:sp>
        <p:nvSpPr>
          <p:cNvPr id="56" name="Oval 152">
            <a:extLst>
              <a:ext uri="{FF2B5EF4-FFF2-40B4-BE49-F238E27FC236}">
                <a16:creationId xmlns:a16="http://schemas.microsoft.com/office/drawing/2014/main" id="{A7A6B4BB-B28E-8499-43B1-A8996CF79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911" y="5049781"/>
            <a:ext cx="220690" cy="22069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Z</a:t>
            </a:r>
          </a:p>
        </p:txBody>
      </p:sp>
      <p:sp>
        <p:nvSpPr>
          <p:cNvPr id="57" name="Oval 152">
            <a:extLst>
              <a:ext uri="{FF2B5EF4-FFF2-40B4-BE49-F238E27FC236}">
                <a16:creationId xmlns:a16="http://schemas.microsoft.com/office/drawing/2014/main" id="{85652DA6-1FF0-5F37-5754-23E1B1800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5118" y="5061018"/>
            <a:ext cx="220690" cy="22069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M</a:t>
            </a:r>
          </a:p>
        </p:txBody>
      </p:sp>
      <p:sp>
        <p:nvSpPr>
          <p:cNvPr id="58" name="Oval 152">
            <a:extLst>
              <a:ext uri="{FF2B5EF4-FFF2-40B4-BE49-F238E27FC236}">
                <a16:creationId xmlns:a16="http://schemas.microsoft.com/office/drawing/2014/main" id="{36F3D578-7493-D920-3C96-B9F21368D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1941" y="5061018"/>
            <a:ext cx="220690" cy="22069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F</a:t>
            </a:r>
          </a:p>
        </p:txBody>
      </p:sp>
      <p:sp>
        <p:nvSpPr>
          <p:cNvPr id="59" name="Oval 152">
            <a:extLst>
              <a:ext uri="{FF2B5EF4-FFF2-40B4-BE49-F238E27FC236}">
                <a16:creationId xmlns:a16="http://schemas.microsoft.com/office/drawing/2014/main" id="{0014F35F-24D0-545A-CA48-7ECDC7E57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2425" y="5061018"/>
            <a:ext cx="220690" cy="22069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P</a:t>
            </a:r>
          </a:p>
        </p:txBody>
      </p:sp>
      <p:sp>
        <p:nvSpPr>
          <p:cNvPr id="60" name="Oval 152">
            <a:extLst>
              <a:ext uri="{FF2B5EF4-FFF2-40B4-BE49-F238E27FC236}">
                <a16:creationId xmlns:a16="http://schemas.microsoft.com/office/drawing/2014/main" id="{4004762E-BB60-DA7E-D6A3-76B8B1189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04467" y="5061018"/>
            <a:ext cx="220690" cy="22069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W</a:t>
            </a:r>
          </a:p>
        </p:txBody>
      </p:sp>
      <p:sp>
        <p:nvSpPr>
          <p:cNvPr id="61" name="Oval 152">
            <a:extLst>
              <a:ext uri="{FF2B5EF4-FFF2-40B4-BE49-F238E27FC236}">
                <a16:creationId xmlns:a16="http://schemas.microsoft.com/office/drawing/2014/main" id="{F064A61D-3604-FFA3-0B3D-440B5C350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70792" y="3868647"/>
            <a:ext cx="220690" cy="22069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O</a:t>
            </a:r>
          </a:p>
        </p:txBody>
      </p:sp>
      <p:sp>
        <p:nvSpPr>
          <p:cNvPr id="62" name="Oval 152">
            <a:extLst>
              <a:ext uri="{FF2B5EF4-FFF2-40B4-BE49-F238E27FC236}">
                <a16:creationId xmlns:a16="http://schemas.microsoft.com/office/drawing/2014/main" id="{463DD614-E96D-FF22-3B43-027FB1EA5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8414" y="3719194"/>
            <a:ext cx="220690" cy="22069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L</a:t>
            </a:r>
          </a:p>
        </p:txBody>
      </p:sp>
      <p:sp>
        <p:nvSpPr>
          <p:cNvPr id="63" name="Oval 152">
            <a:extLst>
              <a:ext uri="{FF2B5EF4-FFF2-40B4-BE49-F238E27FC236}">
                <a16:creationId xmlns:a16="http://schemas.microsoft.com/office/drawing/2014/main" id="{1EC67C28-E4C7-800F-D639-2F21F6628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0721" y="3715978"/>
            <a:ext cx="220690" cy="22069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N</a:t>
            </a:r>
          </a:p>
        </p:txBody>
      </p:sp>
      <p:sp>
        <p:nvSpPr>
          <p:cNvPr id="64" name="Oval 152">
            <a:extLst>
              <a:ext uri="{FF2B5EF4-FFF2-40B4-BE49-F238E27FC236}">
                <a16:creationId xmlns:a16="http://schemas.microsoft.com/office/drawing/2014/main" id="{192DE401-22E8-79AC-203F-F947F47AD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555" y="3851328"/>
            <a:ext cx="220690" cy="22069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K</a:t>
            </a:r>
          </a:p>
        </p:txBody>
      </p:sp>
      <p:sp>
        <p:nvSpPr>
          <p:cNvPr id="65" name="Oval 152">
            <a:extLst>
              <a:ext uri="{FF2B5EF4-FFF2-40B4-BE49-F238E27FC236}">
                <a16:creationId xmlns:a16="http://schemas.microsoft.com/office/drawing/2014/main" id="{3A69174D-6674-ACEC-DF95-16BF7AF59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1936" y="3876552"/>
            <a:ext cx="220690" cy="22069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E</a:t>
            </a:r>
          </a:p>
        </p:txBody>
      </p:sp>
      <p:sp>
        <p:nvSpPr>
          <p:cNvPr id="66" name="Oval 152">
            <a:extLst>
              <a:ext uri="{FF2B5EF4-FFF2-40B4-BE49-F238E27FC236}">
                <a16:creationId xmlns:a16="http://schemas.microsoft.com/office/drawing/2014/main" id="{FA92A806-49DD-55C9-0A7F-71DA53C18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8209" y="3742007"/>
            <a:ext cx="220690" cy="22069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67" name="Oval 152">
            <a:extLst>
              <a:ext uri="{FF2B5EF4-FFF2-40B4-BE49-F238E27FC236}">
                <a16:creationId xmlns:a16="http://schemas.microsoft.com/office/drawing/2014/main" id="{DF9141B7-A411-649D-E0E6-D418A539D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6672" y="3725790"/>
            <a:ext cx="220690" cy="22069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D</a:t>
            </a:r>
          </a:p>
        </p:txBody>
      </p:sp>
      <p:sp>
        <p:nvSpPr>
          <p:cNvPr id="71" name="Oval 152">
            <a:extLst>
              <a:ext uri="{FF2B5EF4-FFF2-40B4-BE49-F238E27FC236}">
                <a16:creationId xmlns:a16="http://schemas.microsoft.com/office/drawing/2014/main" id="{20E49329-7A50-6BD8-0576-26F93460A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6803" y="2692898"/>
            <a:ext cx="220690" cy="22069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Q</a:t>
            </a:r>
          </a:p>
        </p:txBody>
      </p:sp>
      <p:sp>
        <p:nvSpPr>
          <p:cNvPr id="72" name="Oval 152">
            <a:extLst>
              <a:ext uri="{FF2B5EF4-FFF2-40B4-BE49-F238E27FC236}">
                <a16:creationId xmlns:a16="http://schemas.microsoft.com/office/drawing/2014/main" id="{27B4E168-8D90-396A-FB4D-4110B0715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2335" y="2692898"/>
            <a:ext cx="220690" cy="22069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R</a:t>
            </a:r>
          </a:p>
        </p:txBody>
      </p:sp>
      <p:sp>
        <p:nvSpPr>
          <p:cNvPr id="73" name="Oval 152">
            <a:extLst>
              <a:ext uri="{FF2B5EF4-FFF2-40B4-BE49-F238E27FC236}">
                <a16:creationId xmlns:a16="http://schemas.microsoft.com/office/drawing/2014/main" id="{6168C1A6-FC45-CA40-428A-2BCE39E4D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0251" y="2709923"/>
            <a:ext cx="220690" cy="22069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S</a:t>
            </a:r>
          </a:p>
        </p:txBody>
      </p:sp>
      <p:sp>
        <p:nvSpPr>
          <p:cNvPr id="74" name="Oval 152">
            <a:extLst>
              <a:ext uri="{FF2B5EF4-FFF2-40B4-BE49-F238E27FC236}">
                <a16:creationId xmlns:a16="http://schemas.microsoft.com/office/drawing/2014/main" id="{0A63A091-9090-4DAE-4BB1-B9FFA488A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4753" y="2585469"/>
            <a:ext cx="220690" cy="22069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T</a:t>
            </a:r>
          </a:p>
        </p:txBody>
      </p:sp>
      <p:sp>
        <p:nvSpPr>
          <p:cNvPr id="92" name="Text Box 136">
            <a:extLst>
              <a:ext uri="{FF2B5EF4-FFF2-40B4-BE49-F238E27FC236}">
                <a16:creationId xmlns:a16="http://schemas.microsoft.com/office/drawing/2014/main" id="{2FF98CA3-70A3-2653-1B7B-63FEF52CC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738" y="4795330"/>
            <a:ext cx="1143801" cy="246221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000" b="1" dirty="0">
                <a:latin typeface="Courier New" panose="02070309020205020404" pitchFamily="49" charset="0"/>
              </a:rPr>
              <a:t>201.1.1.0/24</a:t>
            </a:r>
          </a:p>
        </p:txBody>
      </p:sp>
      <p:sp>
        <p:nvSpPr>
          <p:cNvPr id="93" name="Text Box 136">
            <a:extLst>
              <a:ext uri="{FF2B5EF4-FFF2-40B4-BE49-F238E27FC236}">
                <a16:creationId xmlns:a16="http://schemas.microsoft.com/office/drawing/2014/main" id="{EF9EA49A-F315-D6A1-2532-06B97EE14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737" y="4469933"/>
            <a:ext cx="1143801" cy="246221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000" b="1">
                <a:latin typeface="Courier New" panose="02070309020205020404" pitchFamily="49" charset="0"/>
              </a:rPr>
              <a:t>201.1.2.0/24</a:t>
            </a:r>
          </a:p>
        </p:txBody>
      </p:sp>
      <p:sp>
        <p:nvSpPr>
          <p:cNvPr id="94" name="Text Box 136">
            <a:extLst>
              <a:ext uri="{FF2B5EF4-FFF2-40B4-BE49-F238E27FC236}">
                <a16:creationId xmlns:a16="http://schemas.microsoft.com/office/drawing/2014/main" id="{C54B59BB-7397-045A-BDBD-65693C0A79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2720" y="4795330"/>
            <a:ext cx="1143801" cy="246221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000" b="1">
                <a:latin typeface="Courier New" panose="02070309020205020404" pitchFamily="49" charset="0"/>
              </a:rPr>
              <a:t>201.2.2.0/24</a:t>
            </a:r>
          </a:p>
        </p:txBody>
      </p:sp>
      <p:sp>
        <p:nvSpPr>
          <p:cNvPr id="95" name="Text Box 136">
            <a:extLst>
              <a:ext uri="{FF2B5EF4-FFF2-40B4-BE49-F238E27FC236}">
                <a16:creationId xmlns:a16="http://schemas.microsoft.com/office/drawing/2014/main" id="{68D484DD-FC45-DC76-73A2-7CC91AE5D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26" y="4478093"/>
            <a:ext cx="1138295" cy="246221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000" b="1">
                <a:latin typeface="Courier New" panose="02070309020205020404" pitchFamily="49" charset="0"/>
              </a:rPr>
              <a:t>201.2.1.0/24</a:t>
            </a:r>
          </a:p>
        </p:txBody>
      </p:sp>
      <p:sp>
        <p:nvSpPr>
          <p:cNvPr id="98" name="Text Box 136">
            <a:extLst>
              <a:ext uri="{FF2B5EF4-FFF2-40B4-BE49-F238E27FC236}">
                <a16:creationId xmlns:a16="http://schemas.microsoft.com/office/drawing/2014/main" id="{02C0D50E-4980-DB48-BAF0-69BE09082C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11042" y="4689505"/>
            <a:ext cx="1143801" cy="246221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000" b="1">
                <a:solidFill>
                  <a:schemeClr val="tx2"/>
                </a:solidFill>
                <a:latin typeface="Courier New" panose="02070309020205020404" pitchFamily="49" charset="0"/>
              </a:rPr>
              <a:t>202.2.2.0/24</a:t>
            </a:r>
          </a:p>
        </p:txBody>
      </p:sp>
      <p:sp>
        <p:nvSpPr>
          <p:cNvPr id="99" name="Text Box 136">
            <a:extLst>
              <a:ext uri="{FF2B5EF4-FFF2-40B4-BE49-F238E27FC236}">
                <a16:creationId xmlns:a16="http://schemas.microsoft.com/office/drawing/2014/main" id="{DBA66AB4-A2D0-A1C4-CE89-6B23E3981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11042" y="4353312"/>
            <a:ext cx="1143801" cy="246221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000" b="1">
                <a:latin typeface="Courier New" panose="02070309020205020404" pitchFamily="49" charset="0"/>
              </a:rPr>
              <a:t>202.2.1.0/24</a:t>
            </a:r>
          </a:p>
        </p:txBody>
      </p:sp>
      <p:sp>
        <p:nvSpPr>
          <p:cNvPr id="68" name="Oval 152">
            <a:extLst>
              <a:ext uri="{FF2B5EF4-FFF2-40B4-BE49-F238E27FC236}">
                <a16:creationId xmlns:a16="http://schemas.microsoft.com/office/drawing/2014/main" id="{8E45E782-54BC-C5C9-DE1E-5632006B0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3710" y="2723273"/>
            <a:ext cx="220690" cy="22069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I</a:t>
            </a:r>
          </a:p>
        </p:txBody>
      </p:sp>
      <p:sp>
        <p:nvSpPr>
          <p:cNvPr id="3" name="Oval 152">
            <a:extLst>
              <a:ext uri="{FF2B5EF4-FFF2-40B4-BE49-F238E27FC236}">
                <a16:creationId xmlns:a16="http://schemas.microsoft.com/office/drawing/2014/main" id="{3ACC3D8B-1BA0-101E-7354-3840BA14B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9268" y="2680185"/>
            <a:ext cx="220690" cy="22069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G</a:t>
            </a:r>
          </a:p>
        </p:txBody>
      </p:sp>
      <p:sp>
        <p:nvSpPr>
          <p:cNvPr id="69" name="Oval 152">
            <a:extLst>
              <a:ext uri="{FF2B5EF4-FFF2-40B4-BE49-F238E27FC236}">
                <a16:creationId xmlns:a16="http://schemas.microsoft.com/office/drawing/2014/main" id="{1CC15DE0-E45E-7F69-CFCF-8554FEC93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3300" y="2667335"/>
            <a:ext cx="220690" cy="22069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H</a:t>
            </a:r>
          </a:p>
        </p:txBody>
      </p:sp>
      <p:sp>
        <p:nvSpPr>
          <p:cNvPr id="70" name="Oval 152">
            <a:extLst>
              <a:ext uri="{FF2B5EF4-FFF2-40B4-BE49-F238E27FC236}">
                <a16:creationId xmlns:a16="http://schemas.microsoft.com/office/drawing/2014/main" id="{922F9BE5-82DC-B506-98F8-2EDD2E6CD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7250" y="2751110"/>
            <a:ext cx="220690" cy="22069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200">
                <a:latin typeface="Tahoma" panose="020B0604030504040204" pitchFamily="34" charset="0"/>
              </a:rPr>
              <a:t>J</a:t>
            </a:r>
          </a:p>
        </p:txBody>
      </p:sp>
      <p:sp>
        <p:nvSpPr>
          <p:cNvPr id="104" name="Text Box 136">
            <a:extLst>
              <a:ext uri="{FF2B5EF4-FFF2-40B4-BE49-F238E27FC236}">
                <a16:creationId xmlns:a16="http://schemas.microsoft.com/office/drawing/2014/main" id="{77EFD616-AD58-D67C-D77F-9923D36EBD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4011" y="4795330"/>
            <a:ext cx="1143801" cy="246221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000" b="1">
                <a:latin typeface="Courier New" panose="02070309020205020404" pitchFamily="49" charset="0"/>
              </a:rPr>
              <a:t>202.1.1.0/24</a:t>
            </a:r>
          </a:p>
        </p:txBody>
      </p:sp>
      <p:sp>
        <p:nvSpPr>
          <p:cNvPr id="105" name="Text Box 136">
            <a:extLst>
              <a:ext uri="{FF2B5EF4-FFF2-40B4-BE49-F238E27FC236}">
                <a16:creationId xmlns:a16="http://schemas.microsoft.com/office/drawing/2014/main" id="{0E44A5D3-6A7F-8000-D57A-A18FD7C8F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9517" y="4478093"/>
            <a:ext cx="1138295" cy="246221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000" b="1">
                <a:latin typeface="Courier New" panose="02070309020205020404" pitchFamily="49" charset="0"/>
              </a:rPr>
              <a:t>202.1.2.0/24</a:t>
            </a:r>
          </a:p>
        </p:txBody>
      </p:sp>
      <p:sp>
        <p:nvSpPr>
          <p:cNvPr id="111" name="Text Box 137">
            <a:extLst>
              <a:ext uri="{FF2B5EF4-FFF2-40B4-BE49-F238E27FC236}">
                <a16:creationId xmlns:a16="http://schemas.microsoft.com/office/drawing/2014/main" id="{53458C67-4585-93B5-86C5-2A253725A0D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 rot="16200000">
            <a:off x="2856086" y="4400017"/>
            <a:ext cx="789058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050" b="1">
                <a:latin typeface="Tahoma" panose="020B0604030504040204" pitchFamily="34" charset="0"/>
              </a:rPr>
              <a:t>AS64512</a:t>
            </a:r>
          </a:p>
        </p:txBody>
      </p:sp>
      <p:sp>
        <p:nvSpPr>
          <p:cNvPr id="115" name="Text Box 137">
            <a:extLst>
              <a:ext uri="{FF2B5EF4-FFF2-40B4-BE49-F238E27FC236}">
                <a16:creationId xmlns:a16="http://schemas.microsoft.com/office/drawing/2014/main" id="{BAB9F476-636F-4B7E-5F76-054DCB709E7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127118" y="3037817"/>
            <a:ext cx="91110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200" b="1">
                <a:latin typeface="Tahoma" panose="020B0604030504040204" pitchFamily="34" charset="0"/>
              </a:rPr>
              <a:t>AS64514</a:t>
            </a:r>
            <a:endParaRPr lang="it-IT" altLang="it-IT" sz="1400" b="1">
              <a:latin typeface="Tahoma" panose="020B0604030504040204" pitchFamily="34" charset="0"/>
            </a:endParaRPr>
          </a:p>
        </p:txBody>
      </p:sp>
      <p:sp>
        <p:nvSpPr>
          <p:cNvPr id="118" name="Text Box 137">
            <a:extLst>
              <a:ext uri="{FF2B5EF4-FFF2-40B4-BE49-F238E27FC236}">
                <a16:creationId xmlns:a16="http://schemas.microsoft.com/office/drawing/2014/main" id="{17F1E283-A496-BAA2-5039-BD133BB28D5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 rot="16200000">
            <a:off x="3428216" y="4410945"/>
            <a:ext cx="789058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050" b="1">
                <a:latin typeface="Tahoma" panose="020B0604030504040204" pitchFamily="34" charset="0"/>
              </a:rPr>
              <a:t>AS64513</a:t>
            </a:r>
          </a:p>
        </p:txBody>
      </p:sp>
      <p:sp>
        <p:nvSpPr>
          <p:cNvPr id="119" name="Text Box 137">
            <a:extLst>
              <a:ext uri="{FF2B5EF4-FFF2-40B4-BE49-F238E27FC236}">
                <a16:creationId xmlns:a16="http://schemas.microsoft.com/office/drawing/2014/main" id="{23A3C373-A3FE-BA82-021B-5B76134BE6F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 rot="16200000">
            <a:off x="8515159" y="4398958"/>
            <a:ext cx="789058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050" b="1">
                <a:latin typeface="Tahoma" panose="020B0604030504040204" pitchFamily="34" charset="0"/>
              </a:rPr>
              <a:t>AS64515</a:t>
            </a:r>
          </a:p>
        </p:txBody>
      </p:sp>
      <p:sp>
        <p:nvSpPr>
          <p:cNvPr id="594" name="Text Box 137">
            <a:extLst>
              <a:ext uri="{FF2B5EF4-FFF2-40B4-BE49-F238E27FC236}">
                <a16:creationId xmlns:a16="http://schemas.microsoft.com/office/drawing/2014/main" id="{3AC9C338-B215-0F52-ABF8-B8BF6CFD9BC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 rot="16200000">
            <a:off x="9113662" y="4389755"/>
            <a:ext cx="789058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050" b="1">
                <a:latin typeface="Tahoma" panose="020B0604030504040204" pitchFamily="34" charset="0"/>
              </a:rPr>
              <a:t>AS64516</a:t>
            </a:r>
          </a:p>
        </p:txBody>
      </p:sp>
      <p:sp>
        <p:nvSpPr>
          <p:cNvPr id="595" name="Text Box 137">
            <a:extLst>
              <a:ext uri="{FF2B5EF4-FFF2-40B4-BE49-F238E27FC236}">
                <a16:creationId xmlns:a16="http://schemas.microsoft.com/office/drawing/2014/main" id="{77794D50-3902-1125-5E63-EAA85CB61F2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784848" y="3075870"/>
            <a:ext cx="87716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200" b="1">
                <a:latin typeface="Tahoma" panose="020B0604030504040204" pitchFamily="34" charset="0"/>
              </a:rPr>
              <a:t>AS64517</a:t>
            </a:r>
            <a:endParaRPr lang="it-IT" altLang="it-IT" sz="1400" b="1">
              <a:latin typeface="Tahoma" panose="020B0604030504040204" pitchFamily="34" charset="0"/>
            </a:endParaRPr>
          </a:p>
        </p:txBody>
      </p:sp>
      <p:sp>
        <p:nvSpPr>
          <p:cNvPr id="596" name="Text Box 137">
            <a:extLst>
              <a:ext uri="{FF2B5EF4-FFF2-40B4-BE49-F238E27FC236}">
                <a16:creationId xmlns:a16="http://schemas.microsoft.com/office/drawing/2014/main" id="{4E4BF079-2B3E-0FDA-3056-007A50FD991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641810" y="1438067"/>
            <a:ext cx="87716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200" b="1">
                <a:latin typeface="Tahoma" panose="020B0604030504040204" pitchFamily="34" charset="0"/>
              </a:rPr>
              <a:t>AS64518</a:t>
            </a:r>
            <a:endParaRPr lang="it-IT" altLang="it-IT" sz="1400" b="1">
              <a:latin typeface="Tahoma" panose="020B0604030504040204" pitchFamily="34" charset="0"/>
            </a:endParaRPr>
          </a:p>
        </p:txBody>
      </p:sp>
      <p:sp>
        <p:nvSpPr>
          <p:cNvPr id="82" name="Rectangle 64">
            <a:extLst>
              <a:ext uri="{FF2B5EF4-FFF2-40B4-BE49-F238E27FC236}">
                <a16:creationId xmlns:a16="http://schemas.microsoft.com/office/drawing/2014/main" id="{B6155DE3-1543-D180-5A54-EE54E8570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4105" y="3001761"/>
            <a:ext cx="147988" cy="151231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100" b="1" dirty="0"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90" name="Rectangle 64">
            <a:extLst>
              <a:ext uri="{FF2B5EF4-FFF2-40B4-BE49-F238E27FC236}">
                <a16:creationId xmlns:a16="http://schemas.microsoft.com/office/drawing/2014/main" id="{C8C92C2A-28CE-5698-4C1A-2D4D92E713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5884" y="2956337"/>
            <a:ext cx="147988" cy="151231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100" b="1" dirty="0"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91" name="Rectangle 64">
            <a:extLst>
              <a:ext uri="{FF2B5EF4-FFF2-40B4-BE49-F238E27FC236}">
                <a16:creationId xmlns:a16="http://schemas.microsoft.com/office/drawing/2014/main" id="{A86A7C5F-90B8-51FF-22D5-9988568A8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7122" y="3685580"/>
            <a:ext cx="147988" cy="151231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100" b="1" dirty="0"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96" name="Rectangle 64">
            <a:extLst>
              <a:ext uri="{FF2B5EF4-FFF2-40B4-BE49-F238E27FC236}">
                <a16:creationId xmlns:a16="http://schemas.microsoft.com/office/drawing/2014/main" id="{FAFE9899-2FBB-BAE3-B953-E8E71F62D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5113" y="3640362"/>
            <a:ext cx="147988" cy="151231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100" b="1" dirty="0"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97" name="Rectangle 64">
            <a:extLst>
              <a:ext uri="{FF2B5EF4-FFF2-40B4-BE49-F238E27FC236}">
                <a16:creationId xmlns:a16="http://schemas.microsoft.com/office/drawing/2014/main" id="{4AD300D0-28F1-B6AD-7DED-D0DD7C4D3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5906" y="4107620"/>
            <a:ext cx="147988" cy="151231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100" b="1" dirty="0"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10" name="Rectangle 64">
            <a:extLst>
              <a:ext uri="{FF2B5EF4-FFF2-40B4-BE49-F238E27FC236}">
                <a16:creationId xmlns:a16="http://schemas.microsoft.com/office/drawing/2014/main" id="{F70BCBD3-FA73-49B5-B311-2F1C1188D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5997" y="4126551"/>
            <a:ext cx="147988" cy="151231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100" b="1" dirty="0"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112" name="Rectangle 64">
            <a:extLst>
              <a:ext uri="{FF2B5EF4-FFF2-40B4-BE49-F238E27FC236}">
                <a16:creationId xmlns:a16="http://schemas.microsoft.com/office/drawing/2014/main" id="{1EFE53BC-5FCA-F886-6B16-370810FFD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3920" y="4792124"/>
            <a:ext cx="147988" cy="151231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100" b="1" dirty="0"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113" name="Rectangle 64">
            <a:extLst>
              <a:ext uri="{FF2B5EF4-FFF2-40B4-BE49-F238E27FC236}">
                <a16:creationId xmlns:a16="http://schemas.microsoft.com/office/drawing/2014/main" id="{5BB1851A-A50B-ECCA-F05F-F0DBE735C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938" y="4838439"/>
            <a:ext cx="147988" cy="151231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100" b="1" dirty="0"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114" name="Rectangle 64">
            <a:extLst>
              <a:ext uri="{FF2B5EF4-FFF2-40B4-BE49-F238E27FC236}">
                <a16:creationId xmlns:a16="http://schemas.microsoft.com/office/drawing/2014/main" id="{BF682553-14E9-4F32-DA30-D76A1FDE3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7340" y="1999200"/>
            <a:ext cx="147988" cy="151231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100" b="1" dirty="0"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16" name="Rectangle 64">
            <a:extLst>
              <a:ext uri="{FF2B5EF4-FFF2-40B4-BE49-F238E27FC236}">
                <a16:creationId xmlns:a16="http://schemas.microsoft.com/office/drawing/2014/main" id="{21D1CB74-D7A3-E69B-926C-BF12BD48F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5469" y="2112702"/>
            <a:ext cx="147988" cy="151231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100" b="1" dirty="0"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117" name="Rectangle 64">
            <a:extLst>
              <a:ext uri="{FF2B5EF4-FFF2-40B4-BE49-F238E27FC236}">
                <a16:creationId xmlns:a16="http://schemas.microsoft.com/office/drawing/2014/main" id="{A13CE4B0-0255-8CF6-F108-5AD51E544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7549" y="2129598"/>
            <a:ext cx="147988" cy="151231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100" b="1" dirty="0"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597" name="Rectangle 64">
            <a:extLst>
              <a:ext uri="{FF2B5EF4-FFF2-40B4-BE49-F238E27FC236}">
                <a16:creationId xmlns:a16="http://schemas.microsoft.com/office/drawing/2014/main" id="{F0EB7982-CE4E-AE96-0216-96C111360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9999" y="2116352"/>
            <a:ext cx="147988" cy="151231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100" b="1" dirty="0">
                <a:latin typeface="Courier New" panose="02070309020205020404" pitchFamily="49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218980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36A50-B6D9-F38F-4881-9E2CDF857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Core </a:t>
            </a:r>
            <a:r>
              <a:rPr lang="it-IT" dirty="0" err="1"/>
              <a:t>configuration</a:t>
            </a:r>
            <a:r>
              <a:rPr lang="it-IT" dirty="0"/>
              <a:t> </a:t>
            </a:r>
            <a:r>
              <a:rPr lang="it-IT" dirty="0" err="1"/>
              <a:t>example</a:t>
            </a:r>
            <a:endParaRPr lang="it-IT" dirty="0"/>
          </a:p>
        </p:txBody>
      </p:sp>
      <p:grpSp>
        <p:nvGrpSpPr>
          <p:cNvPr id="5" name="Group 15">
            <a:extLst>
              <a:ext uri="{FF2B5EF4-FFF2-40B4-BE49-F238E27FC236}">
                <a16:creationId xmlns:a16="http://schemas.microsoft.com/office/drawing/2014/main" id="{7C896500-F33B-AFBA-F977-CC460B45AE73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143000"/>
            <a:ext cx="5181510" cy="5105402"/>
            <a:chOff x="126" y="2432"/>
            <a:chExt cx="6855" cy="3216"/>
          </a:xfrm>
        </p:grpSpPr>
        <p:sp>
          <p:nvSpPr>
            <p:cNvPr id="6" name="AutoShape 5">
              <a:extLst>
                <a:ext uri="{FF2B5EF4-FFF2-40B4-BE49-F238E27FC236}">
                  <a16:creationId xmlns:a16="http://schemas.microsoft.com/office/drawing/2014/main" id="{9AF2F3C9-C460-88B7-B7F5-1E98FBAFE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14"/>
              <a:ext cx="6855" cy="3034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router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64518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timers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3 9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router-id 192.168.0.14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no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-requires-policy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bestpath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as-path multipath-relax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neighbor SPINES peer-group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SPINES remote-as external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SPINES advertisement-interval 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SPINES timers connect 10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eth0 interface peer-group SPINES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eth1 interface peer-group SPINES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eth2 interface peer-group SPINES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eth3 interface peer-group SPINES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address-family ipv4 unicast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neighbor SPINES activate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maximum-paths 64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exit-address-family</a:t>
              </a:r>
            </a:p>
          </p:txBody>
        </p:sp>
        <p:sp>
          <p:nvSpPr>
            <p:cNvPr id="7" name="AutoShape 9">
              <a:extLst>
                <a:ext uri="{FF2B5EF4-FFF2-40B4-BE49-F238E27FC236}">
                  <a16:creationId xmlns:a16="http://schemas.microsoft.com/office/drawing/2014/main" id="{95F89D24-8B84-216F-343C-8BD55BF94D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3987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err="1">
                  <a:latin typeface="Consolas" panose="020B0609020204030204" pitchFamily="49" charset="0"/>
                  <a:cs typeface="Consolas" panose="020B0609020204030204" pitchFamily="49" charset="0"/>
                </a:rPr>
                <a:t>bgpd.conf</a:t>
              </a:r>
              <a:endParaRPr lang="en-US" altLang="it-IT" sz="1600" b="1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9867F6E-CE7F-2A69-3094-770577925284}"/>
              </a:ext>
            </a:extLst>
          </p:cNvPr>
          <p:cNvSpPr txBox="1"/>
          <p:nvPr/>
        </p:nvSpPr>
        <p:spPr>
          <a:xfrm>
            <a:off x="7616889" y="1318697"/>
            <a:ext cx="36064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 keepalive and hold timers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5CE1114-F8C1-FE9E-78C0-40ACA2D7A785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514600" y="1503363"/>
            <a:ext cx="5102289" cy="32543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B11222B-E2BA-22DD-5E48-B16D4CA8F540}"/>
              </a:ext>
            </a:extLst>
          </p:cNvPr>
          <p:cNvSpPr txBox="1"/>
          <p:nvPr/>
        </p:nvSpPr>
        <p:spPr>
          <a:xfrm>
            <a:off x="7616889" y="1828800"/>
            <a:ext cx="36064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BGP multi-path relax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150955E-7BE5-03C2-A36F-AA8CB2195FB4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4953000" y="2013466"/>
            <a:ext cx="2663889" cy="5773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A9D4507-BC84-2B42-B061-7DB826DEF60E}"/>
              </a:ext>
            </a:extLst>
          </p:cNvPr>
          <p:cNvSpPr txBox="1"/>
          <p:nvPr/>
        </p:nvSpPr>
        <p:spPr>
          <a:xfrm>
            <a:off x="7616889" y="2351386"/>
            <a:ext cx="36064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 a peer-group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39DF08-5829-26F3-753F-0419D1E30B05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3733480" y="2536052"/>
            <a:ext cx="3883409" cy="5881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B2BB798-C8E8-03B4-96BF-DED76760E203}"/>
              </a:ext>
            </a:extLst>
          </p:cNvPr>
          <p:cNvSpPr txBox="1"/>
          <p:nvPr/>
        </p:nvSpPr>
        <p:spPr>
          <a:xfrm>
            <a:off x="7616889" y="2899848"/>
            <a:ext cx="360642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peers of the group are eBGP. The remote ASN is inferred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0422DF8-0247-228E-CF50-4C4048D646AF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4724400" y="3223014"/>
            <a:ext cx="2892489" cy="802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F89E5A8-8A12-E367-0673-A6EF81312194}"/>
              </a:ext>
            </a:extLst>
          </p:cNvPr>
          <p:cNvSpPr txBox="1"/>
          <p:nvPr/>
        </p:nvSpPr>
        <p:spPr>
          <a:xfrm>
            <a:off x="7616889" y="3725309"/>
            <a:ext cx="36064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 advertisement interval timer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337ED78-36F5-7267-DF93-0C43A8EEC7FC}"/>
              </a:ext>
            </a:extLst>
          </p:cNvPr>
          <p:cNvCxnSpPr>
            <a:cxnSpLocks/>
            <a:stCxn id="25" idx="1"/>
          </p:cNvCxnSpPr>
          <p:nvPr/>
        </p:nvCxnSpPr>
        <p:spPr>
          <a:xfrm flipH="1" flipV="1">
            <a:off x="5410200" y="3561365"/>
            <a:ext cx="2206689" cy="3486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611CA17-9C54-FBB3-59C5-96111D5B8A36}"/>
              </a:ext>
            </a:extLst>
          </p:cNvPr>
          <p:cNvSpPr txBox="1"/>
          <p:nvPr/>
        </p:nvSpPr>
        <p:spPr>
          <a:xfrm>
            <a:off x="7616889" y="4258585"/>
            <a:ext cx="36064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 connect timer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836C36D-6794-B4FD-FD07-B26AA2EE9742}"/>
              </a:ext>
            </a:extLst>
          </p:cNvPr>
          <p:cNvCxnSpPr>
            <a:cxnSpLocks/>
            <a:stCxn id="28" idx="1"/>
          </p:cNvCxnSpPr>
          <p:nvPr/>
        </p:nvCxnSpPr>
        <p:spPr>
          <a:xfrm flipH="1" flipV="1">
            <a:off x="4648200" y="3828003"/>
            <a:ext cx="2968689" cy="6152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30869E7-AF34-A39C-7AD0-C7A0509CEAE9}"/>
              </a:ext>
            </a:extLst>
          </p:cNvPr>
          <p:cNvSpPr txBox="1"/>
          <p:nvPr/>
        </p:nvSpPr>
        <p:spPr>
          <a:xfrm>
            <a:off x="7616889" y="4804141"/>
            <a:ext cx="360642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interfaces to peer-group for unnumbered peering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9D3892C-9763-D7E9-356C-C79E14EB153A}"/>
              </a:ext>
            </a:extLst>
          </p:cNvPr>
          <p:cNvCxnSpPr>
            <a:cxnSpLocks/>
            <a:stCxn id="31" idx="1"/>
          </p:cNvCxnSpPr>
          <p:nvPr/>
        </p:nvCxnSpPr>
        <p:spPr>
          <a:xfrm flipH="1" flipV="1">
            <a:off x="5562600" y="4443251"/>
            <a:ext cx="2054289" cy="6840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85251A4-84FA-0B67-5CCC-313FEB0A2045}"/>
              </a:ext>
            </a:extLst>
          </p:cNvPr>
          <p:cNvSpPr txBox="1"/>
          <p:nvPr/>
        </p:nvSpPr>
        <p:spPr>
          <a:xfrm>
            <a:off x="7616889" y="5631294"/>
            <a:ext cx="36064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enable A.F. to peer-group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98821D4-64CB-AEB5-6875-110176AA4419}"/>
              </a:ext>
            </a:extLst>
          </p:cNvPr>
          <p:cNvCxnSpPr>
            <a:cxnSpLocks/>
            <a:stCxn id="34" idx="1"/>
          </p:cNvCxnSpPr>
          <p:nvPr/>
        </p:nvCxnSpPr>
        <p:spPr>
          <a:xfrm flipH="1" flipV="1">
            <a:off x="3733480" y="5539303"/>
            <a:ext cx="3883409" cy="2766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EEEFAAC-95EF-7CE0-3498-EF8C9BEE471D}"/>
              </a:ext>
            </a:extLst>
          </p:cNvPr>
          <p:cNvSpPr txBox="1"/>
          <p:nvPr/>
        </p:nvSpPr>
        <p:spPr>
          <a:xfrm>
            <a:off x="7616889" y="6174550"/>
            <a:ext cx="36064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maximum Multi-Path possibilities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4F0777-1FEF-6C7B-45A8-C9CB23D14A89}"/>
              </a:ext>
            </a:extLst>
          </p:cNvPr>
          <p:cNvCxnSpPr>
            <a:cxnSpLocks/>
            <a:stCxn id="38" idx="1"/>
          </p:cNvCxnSpPr>
          <p:nvPr/>
        </p:nvCxnSpPr>
        <p:spPr>
          <a:xfrm flipH="1" flipV="1">
            <a:off x="2819400" y="5718328"/>
            <a:ext cx="4797489" cy="64088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7990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6" grpId="0" animBg="1"/>
      <p:bldP spid="19" grpId="0" animBg="1"/>
      <p:bldP spid="25" grpId="0" animBg="1"/>
      <p:bldP spid="28" grpId="0" animBg="1"/>
      <p:bldP spid="31" grpId="0" animBg="1"/>
      <p:bldP spid="34" grpId="0" animBg="1"/>
      <p:bldP spid="3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36A50-B6D9-F38F-4881-9E2CDF857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Spine </a:t>
            </a:r>
            <a:r>
              <a:rPr lang="it-IT" err="1"/>
              <a:t>configuration</a:t>
            </a:r>
            <a:r>
              <a:rPr lang="it-IT"/>
              <a:t> </a:t>
            </a:r>
            <a:r>
              <a:rPr lang="it-IT" err="1"/>
              <a:t>example</a:t>
            </a:r>
            <a:endParaRPr lang="it-IT"/>
          </a:p>
        </p:txBody>
      </p:sp>
      <p:grpSp>
        <p:nvGrpSpPr>
          <p:cNvPr id="5" name="Group 15">
            <a:extLst>
              <a:ext uri="{FF2B5EF4-FFF2-40B4-BE49-F238E27FC236}">
                <a16:creationId xmlns:a16="http://schemas.microsoft.com/office/drawing/2014/main" id="{7C896500-F33B-AFBA-F977-CC460B45AE73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143000"/>
            <a:ext cx="5181510" cy="5105402"/>
            <a:chOff x="126" y="2432"/>
            <a:chExt cx="6855" cy="3216"/>
          </a:xfrm>
        </p:grpSpPr>
        <p:sp>
          <p:nvSpPr>
            <p:cNvPr id="6" name="AutoShape 5">
              <a:extLst>
                <a:ext uri="{FF2B5EF4-FFF2-40B4-BE49-F238E27FC236}">
                  <a16:creationId xmlns:a16="http://schemas.microsoft.com/office/drawing/2014/main" id="{9AF2F3C9-C460-88B7-B7F5-1E98FBAFE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14"/>
              <a:ext cx="6855" cy="3034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router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64514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timers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3 9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router-id 192.168.0.5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no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-requires-policy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bestpath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as-path multipath-relax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neighbor LEAFS peer-group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LEAFS remote-as external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LEAFS advertisement-interval 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LEAFS timers connect 10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eth0 interface peer-group LEAFS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eth1 interface peer-group LEAFS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neighbor CORES peer-group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CORES remote-as external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CORES advertisement-interval 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CORES timers connect 10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eth2 interface peer-group CORES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eth3 interface peer-group CORES</a:t>
              </a:r>
            </a:p>
          </p:txBody>
        </p:sp>
        <p:sp>
          <p:nvSpPr>
            <p:cNvPr id="7" name="AutoShape 9">
              <a:extLst>
                <a:ext uri="{FF2B5EF4-FFF2-40B4-BE49-F238E27FC236}">
                  <a16:creationId xmlns:a16="http://schemas.microsoft.com/office/drawing/2014/main" id="{95F89D24-8B84-216F-343C-8BD55BF94D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3987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err="1">
                  <a:latin typeface="Consolas" panose="020B0609020204030204" pitchFamily="49" charset="0"/>
                  <a:cs typeface="Consolas" panose="020B0609020204030204" pitchFamily="49" charset="0"/>
                </a:rPr>
                <a:t>bgpd.conf</a:t>
              </a:r>
              <a:r>
                <a:rPr lang="en-US" altLang="it-IT" sz="1600" b="1">
                  <a:latin typeface="Consolas" panose="020B0609020204030204" pitchFamily="49" charset="0"/>
                  <a:cs typeface="Consolas" panose="020B0609020204030204" pitchFamily="49" charset="0"/>
                </a:rPr>
                <a:t> – part 1</a:t>
              </a:r>
            </a:p>
          </p:txBody>
        </p:sp>
      </p:grpSp>
      <p:grpSp>
        <p:nvGrpSpPr>
          <p:cNvPr id="3" name="Group 15">
            <a:extLst>
              <a:ext uri="{FF2B5EF4-FFF2-40B4-BE49-F238E27FC236}">
                <a16:creationId xmlns:a16="http://schemas.microsoft.com/office/drawing/2014/main" id="{C06C26B3-1D58-ED31-F9E0-F9374A46C306}"/>
              </a:ext>
            </a:extLst>
          </p:cNvPr>
          <p:cNvGrpSpPr>
            <a:grpSpLocks/>
          </p:cNvGrpSpPr>
          <p:nvPr/>
        </p:nvGrpSpPr>
        <p:grpSpPr bwMode="auto">
          <a:xfrm>
            <a:off x="6281151" y="1143000"/>
            <a:ext cx="5181510" cy="5105402"/>
            <a:chOff x="126" y="2432"/>
            <a:chExt cx="6855" cy="3216"/>
          </a:xfrm>
        </p:grpSpPr>
        <p:sp>
          <p:nvSpPr>
            <p:cNvPr id="4" name="AutoShape 5">
              <a:extLst>
                <a:ext uri="{FF2B5EF4-FFF2-40B4-BE49-F238E27FC236}">
                  <a16:creationId xmlns:a16="http://schemas.microsoft.com/office/drawing/2014/main" id="{3F23B356-43EA-F39B-86C4-D435A48FB4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14"/>
              <a:ext cx="6855" cy="3034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address-family ipv4 unicast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neighbor CORES activate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neighbor LEAFS activate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maximum-paths 64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exit-address-family</a:t>
              </a:r>
            </a:p>
          </p:txBody>
        </p:sp>
        <p:sp>
          <p:nvSpPr>
            <p:cNvPr id="10" name="AutoShape 9">
              <a:extLst>
                <a:ext uri="{FF2B5EF4-FFF2-40B4-BE49-F238E27FC236}">
                  <a16:creationId xmlns:a16="http://schemas.microsoft.com/office/drawing/2014/main" id="{224A1056-6DBC-8EDE-DC4B-932DC75887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3987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err="1">
                  <a:latin typeface="Consolas" panose="020B0609020204030204" pitchFamily="49" charset="0"/>
                  <a:cs typeface="Consolas" panose="020B0609020204030204" pitchFamily="49" charset="0"/>
                </a:rPr>
                <a:t>bgpd.conf</a:t>
              </a:r>
              <a:r>
                <a:rPr lang="en-US" altLang="it-IT" sz="1600" b="1">
                  <a:latin typeface="Consolas" panose="020B0609020204030204" pitchFamily="49" charset="0"/>
                  <a:cs typeface="Consolas" panose="020B0609020204030204" pitchFamily="49" charset="0"/>
                </a:rPr>
                <a:t> – part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4859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6E726-7CDD-7593-4B4C-CB791C1D3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Leaf</a:t>
            </a:r>
            <a:r>
              <a:rPr lang="it-IT"/>
              <a:t> </a:t>
            </a:r>
            <a:r>
              <a:rPr lang="it-IT" err="1"/>
              <a:t>configuration</a:t>
            </a:r>
            <a:r>
              <a:rPr lang="it-IT"/>
              <a:t> </a:t>
            </a:r>
            <a:r>
              <a:rPr lang="it-IT" err="1"/>
              <a:t>example</a:t>
            </a:r>
            <a:endParaRPr lang="it-IT"/>
          </a:p>
        </p:txBody>
      </p:sp>
      <p:grpSp>
        <p:nvGrpSpPr>
          <p:cNvPr id="5" name="Group 15">
            <a:extLst>
              <a:ext uri="{FF2B5EF4-FFF2-40B4-BE49-F238E27FC236}">
                <a16:creationId xmlns:a16="http://schemas.microsoft.com/office/drawing/2014/main" id="{2BCC1184-43A2-465A-BFC1-065438226CD1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143000"/>
            <a:ext cx="5181510" cy="5105402"/>
            <a:chOff x="126" y="2432"/>
            <a:chExt cx="6855" cy="3216"/>
          </a:xfrm>
        </p:grpSpPr>
        <p:sp>
          <p:nvSpPr>
            <p:cNvPr id="6" name="AutoShape 5">
              <a:extLst>
                <a:ext uri="{FF2B5EF4-FFF2-40B4-BE49-F238E27FC236}">
                  <a16:creationId xmlns:a16="http://schemas.microsoft.com/office/drawing/2014/main" id="{9AF39586-D0D9-4656-45AA-C3DCB217A9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614"/>
              <a:ext cx="6855" cy="3034"/>
            </a:xfrm>
            <a:prstGeom prst="foldedCorner">
              <a:avLst>
                <a:gd name="adj" fmla="val 827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router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64512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timers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3 9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router-id 192.168.0.1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no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-requires-policy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bgp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it-IT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bestpath</a:t>
              </a: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as-path multipath-relax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neighbor SPINES peer-group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SPINES remote-as external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SPINES advertisement-interval 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SPINES timers connect 10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eth0 interface peer-group SPINES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neighbor eth1 interface peer-group SPINES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it-IT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address-family ipv4 unicast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neighbor SPINES activate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network 201.1.1.0/24</a:t>
              </a:r>
              <a:b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network 201.1.2.0/24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maximum-paths 64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exit-address-family</a:t>
              </a:r>
            </a:p>
          </p:txBody>
        </p:sp>
        <p:sp>
          <p:nvSpPr>
            <p:cNvPr id="7" name="AutoShape 9">
              <a:extLst>
                <a:ext uri="{FF2B5EF4-FFF2-40B4-BE49-F238E27FC236}">
                  <a16:creationId xmlns:a16="http://schemas.microsoft.com/office/drawing/2014/main" id="{F6EBC1DC-B347-6FAA-92A0-9B1546B79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32"/>
              <a:ext cx="3987" cy="227"/>
            </a:xfrm>
            <a:prstGeom prst="foldedCorner">
              <a:avLst>
                <a:gd name="adj" fmla="val 8278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t-IT" sz="1600" b="1" err="1">
                  <a:latin typeface="Consolas" panose="020B0609020204030204" pitchFamily="49" charset="0"/>
                  <a:cs typeface="Consolas" panose="020B0609020204030204" pitchFamily="49" charset="0"/>
                </a:rPr>
                <a:t>bgpd.conf</a:t>
              </a:r>
              <a:endParaRPr lang="en-US" altLang="it-IT" sz="1600" b="1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2F1166A-62A2-47F1-7493-9AFB9C3B35E5}"/>
              </a:ext>
            </a:extLst>
          </p:cNvPr>
          <p:cNvSpPr txBox="1"/>
          <p:nvPr/>
        </p:nvSpPr>
        <p:spPr>
          <a:xfrm>
            <a:off x="7696200" y="4038600"/>
            <a:ext cx="36064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announce the server prefixes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762394B-0FC3-2745-CEE7-1CC83D99F889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3276600" y="4223266"/>
            <a:ext cx="4419600" cy="10345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8">
            <a:extLst>
              <a:ext uri="{FF2B5EF4-FFF2-40B4-BE49-F238E27FC236}">
                <a16:creationId xmlns:a16="http://schemas.microsoft.com/office/drawing/2014/main" id="{18E5E0A4-4B20-8A9A-2F50-E37DFEAB4200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3276600" y="4223266"/>
            <a:ext cx="4419600" cy="12631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5082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451DD-9CE0-3ECB-08B4-6A47C45B2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C98D8-AE88-5F56-9CC5-42205685B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1: complete the Fat-Tree</a:t>
            </a:r>
          </a:p>
        </p:txBody>
      </p:sp>
      <p:grpSp>
        <p:nvGrpSpPr>
          <p:cNvPr id="495" name="Group 494">
            <a:extLst>
              <a:ext uri="{FF2B5EF4-FFF2-40B4-BE49-F238E27FC236}">
                <a16:creationId xmlns:a16="http://schemas.microsoft.com/office/drawing/2014/main" id="{A098B118-94C3-5E78-EC1A-5776904E9ADE}"/>
              </a:ext>
            </a:extLst>
          </p:cNvPr>
          <p:cNvGrpSpPr/>
          <p:nvPr/>
        </p:nvGrpSpPr>
        <p:grpSpPr>
          <a:xfrm>
            <a:off x="2998784" y="2872596"/>
            <a:ext cx="9143887" cy="3992041"/>
            <a:chOff x="538737" y="1265718"/>
            <a:chExt cx="11416106" cy="4984049"/>
          </a:xfrm>
        </p:grpSpPr>
        <p:sp>
          <p:nvSpPr>
            <p:cNvPr id="109" name="Line 66">
              <a:extLst>
                <a:ext uri="{FF2B5EF4-FFF2-40B4-BE49-F238E27FC236}">
                  <a16:creationId xmlns:a16="http://schemas.microsoft.com/office/drawing/2014/main" id="{58B722E7-5B92-C0FC-2148-5929490FC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94195" y="4397965"/>
              <a:ext cx="837518" cy="552159"/>
            </a:xfrm>
            <a:prstGeom prst="line">
              <a:avLst/>
            </a:prstGeom>
            <a:noFill/>
            <a:ln w="19050">
              <a:solidFill>
                <a:srgbClr val="5F5F5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it-IT" b="1"/>
            </a:p>
          </p:txBody>
        </p:sp>
        <p:sp>
          <p:nvSpPr>
            <p:cNvPr id="108" name="Line 66">
              <a:extLst>
                <a:ext uri="{FF2B5EF4-FFF2-40B4-BE49-F238E27FC236}">
                  <a16:creationId xmlns:a16="http://schemas.microsoft.com/office/drawing/2014/main" id="{4AC6F4B5-E5AA-391C-692B-9ACA803CF7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773916" y="4754469"/>
              <a:ext cx="475055" cy="31042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it-IT">
                <a:solidFill>
                  <a:schemeClr val="tx2"/>
                </a:solidFill>
              </a:endParaRPr>
            </a:p>
          </p:txBody>
        </p:sp>
        <p:sp>
          <p:nvSpPr>
            <p:cNvPr id="107" name="Line 66">
              <a:extLst>
                <a:ext uri="{FF2B5EF4-FFF2-40B4-BE49-F238E27FC236}">
                  <a16:creationId xmlns:a16="http://schemas.microsoft.com/office/drawing/2014/main" id="{67FAF2BA-5612-305A-A769-95C0789A79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53766" y="4836465"/>
              <a:ext cx="553121" cy="213315"/>
            </a:xfrm>
            <a:prstGeom prst="line">
              <a:avLst/>
            </a:prstGeom>
            <a:noFill/>
            <a:ln w="19050">
              <a:solidFill>
                <a:srgbClr val="5F5F5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it-IT"/>
            </a:p>
          </p:txBody>
        </p:sp>
        <p:sp>
          <p:nvSpPr>
            <p:cNvPr id="106" name="Line 66">
              <a:extLst>
                <a:ext uri="{FF2B5EF4-FFF2-40B4-BE49-F238E27FC236}">
                  <a16:creationId xmlns:a16="http://schemas.microsoft.com/office/drawing/2014/main" id="{A144E7C4-9B1A-614A-BEB4-B5D51F72E2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335318" y="4490994"/>
              <a:ext cx="1294400" cy="558786"/>
            </a:xfrm>
            <a:prstGeom prst="line">
              <a:avLst/>
            </a:prstGeom>
            <a:noFill/>
            <a:ln w="19050">
              <a:solidFill>
                <a:srgbClr val="5F5F5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it-IT"/>
            </a:p>
          </p:txBody>
        </p:sp>
        <p:sp>
          <p:nvSpPr>
            <p:cNvPr id="103" name="Line 66">
              <a:extLst>
                <a:ext uri="{FF2B5EF4-FFF2-40B4-BE49-F238E27FC236}">
                  <a16:creationId xmlns:a16="http://schemas.microsoft.com/office/drawing/2014/main" id="{3E815DE4-FB5A-C1E4-A598-DA5D8C1DEF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23897" y="4836465"/>
              <a:ext cx="344978" cy="223256"/>
            </a:xfrm>
            <a:prstGeom prst="line">
              <a:avLst/>
            </a:prstGeom>
            <a:noFill/>
            <a:ln w="19050">
              <a:solidFill>
                <a:srgbClr val="5F5F5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it-IT"/>
            </a:p>
          </p:txBody>
        </p:sp>
        <p:sp>
          <p:nvSpPr>
            <p:cNvPr id="102" name="Line 66">
              <a:extLst>
                <a:ext uri="{FF2B5EF4-FFF2-40B4-BE49-F238E27FC236}">
                  <a16:creationId xmlns:a16="http://schemas.microsoft.com/office/drawing/2014/main" id="{3FDC132C-A743-61A0-2BE8-2B1ABAFB0C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83453" y="4468604"/>
              <a:ext cx="985422" cy="546698"/>
            </a:xfrm>
            <a:prstGeom prst="line">
              <a:avLst/>
            </a:prstGeom>
            <a:noFill/>
            <a:ln w="19050">
              <a:solidFill>
                <a:srgbClr val="5F5F5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it-IT"/>
            </a:p>
          </p:txBody>
        </p:sp>
        <p:sp>
          <p:nvSpPr>
            <p:cNvPr id="101" name="Line 66">
              <a:extLst>
                <a:ext uri="{FF2B5EF4-FFF2-40B4-BE49-F238E27FC236}">
                  <a16:creationId xmlns:a16="http://schemas.microsoft.com/office/drawing/2014/main" id="{78C36F19-D172-DA2C-4C26-F99AB5E1AC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31200" y="4811279"/>
              <a:ext cx="466604" cy="128155"/>
            </a:xfrm>
            <a:prstGeom prst="line">
              <a:avLst/>
            </a:prstGeom>
            <a:noFill/>
            <a:ln w="19050">
              <a:solidFill>
                <a:srgbClr val="5F5F5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it-IT"/>
            </a:p>
          </p:txBody>
        </p:sp>
        <p:sp>
          <p:nvSpPr>
            <p:cNvPr id="100" name="Line 66">
              <a:extLst>
                <a:ext uri="{FF2B5EF4-FFF2-40B4-BE49-F238E27FC236}">
                  <a16:creationId xmlns:a16="http://schemas.microsoft.com/office/drawing/2014/main" id="{ED3A7E04-333A-2EB6-16DC-80DEC72B67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584145" y="4565591"/>
              <a:ext cx="1243490" cy="449711"/>
            </a:xfrm>
            <a:prstGeom prst="line">
              <a:avLst/>
            </a:prstGeom>
            <a:noFill/>
            <a:ln w="19050">
              <a:solidFill>
                <a:srgbClr val="5F5F5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it-IT"/>
            </a:p>
          </p:txBody>
        </p:sp>
        <p:sp>
          <p:nvSpPr>
            <p:cNvPr id="4" name="AutoShape 118">
              <a:extLst>
                <a:ext uri="{FF2B5EF4-FFF2-40B4-BE49-F238E27FC236}">
                  <a16:creationId xmlns:a16="http://schemas.microsoft.com/office/drawing/2014/main" id="{D34748F1-453A-F500-864A-2D641D2F0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4490" y="1328455"/>
              <a:ext cx="2838166" cy="668870"/>
            </a:xfrm>
            <a:prstGeom prst="roundRect">
              <a:avLst>
                <a:gd name="adj" fmla="val 31509"/>
              </a:avLst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/>
            </a:p>
          </p:txBody>
        </p:sp>
        <p:sp>
          <p:nvSpPr>
            <p:cNvPr id="5" name="AutoShape 8">
              <a:extLst>
                <a:ext uri="{FF2B5EF4-FFF2-40B4-BE49-F238E27FC236}">
                  <a16:creationId xmlns:a16="http://schemas.microsoft.com/office/drawing/2014/main" id="{A27CA8E4-E9CC-3035-8AC5-E88627E78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3569" y="4077295"/>
              <a:ext cx="1361030" cy="668870"/>
            </a:xfrm>
            <a:prstGeom prst="roundRect">
              <a:avLst>
                <a:gd name="adj" fmla="val 31509"/>
              </a:avLst>
            </a:prstGeom>
            <a:solidFill>
              <a:srgbClr val="000066">
                <a:alpha val="25000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/>
            </a:p>
          </p:txBody>
        </p:sp>
        <p:sp>
          <p:nvSpPr>
            <p:cNvPr id="6" name="AutoShape 9">
              <a:extLst>
                <a:ext uri="{FF2B5EF4-FFF2-40B4-BE49-F238E27FC236}">
                  <a16:creationId xmlns:a16="http://schemas.microsoft.com/office/drawing/2014/main" id="{002EF010-4798-C1F1-7D0F-29854D061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8147" y="4077393"/>
              <a:ext cx="1261302" cy="668870"/>
            </a:xfrm>
            <a:prstGeom prst="roundRect">
              <a:avLst>
                <a:gd name="adj" fmla="val 31509"/>
              </a:avLst>
            </a:prstGeom>
            <a:solidFill>
              <a:srgbClr val="000066">
                <a:alpha val="50000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/>
            </a:p>
          </p:txBody>
        </p:sp>
        <p:sp>
          <p:nvSpPr>
            <p:cNvPr id="7" name="AutoShape 10">
              <a:extLst>
                <a:ext uri="{FF2B5EF4-FFF2-40B4-BE49-F238E27FC236}">
                  <a16:creationId xmlns:a16="http://schemas.microsoft.com/office/drawing/2014/main" id="{F91F1D69-3DDA-C60E-AEAC-1C56FC2698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5768" y="4085601"/>
              <a:ext cx="1315834" cy="668870"/>
            </a:xfrm>
            <a:prstGeom prst="roundRect">
              <a:avLst>
                <a:gd name="adj" fmla="val 31509"/>
              </a:avLst>
            </a:prstGeom>
            <a:solidFill>
              <a:srgbClr val="006600">
                <a:alpha val="25000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/>
            </a:p>
          </p:txBody>
        </p:sp>
        <p:sp>
          <p:nvSpPr>
            <p:cNvPr id="8" name="AutoShape 11">
              <a:extLst>
                <a:ext uri="{FF2B5EF4-FFF2-40B4-BE49-F238E27FC236}">
                  <a16:creationId xmlns:a16="http://schemas.microsoft.com/office/drawing/2014/main" id="{25ECFB5E-1B65-FFDA-27B4-D47359468F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310" y="4085601"/>
              <a:ext cx="1321666" cy="668870"/>
            </a:xfrm>
            <a:prstGeom prst="roundRect">
              <a:avLst>
                <a:gd name="adj" fmla="val 31509"/>
              </a:avLst>
            </a:prstGeom>
            <a:solidFill>
              <a:srgbClr val="006600">
                <a:alpha val="50000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/>
            </a:p>
          </p:txBody>
        </p:sp>
        <p:sp>
          <p:nvSpPr>
            <p:cNvPr id="9" name="AutoShape 14">
              <a:extLst>
                <a:ext uri="{FF2B5EF4-FFF2-40B4-BE49-F238E27FC236}">
                  <a16:creationId xmlns:a16="http://schemas.microsoft.com/office/drawing/2014/main" id="{5D13D2E0-BAA4-5BA4-9F1F-D99EA6E5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4489" y="2971496"/>
              <a:ext cx="2886301" cy="668870"/>
            </a:xfrm>
            <a:prstGeom prst="roundRect">
              <a:avLst>
                <a:gd name="adj" fmla="val 31509"/>
              </a:avLst>
            </a:prstGeom>
            <a:solidFill>
              <a:srgbClr val="CCFF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/>
            </a:p>
          </p:txBody>
        </p:sp>
        <p:sp>
          <p:nvSpPr>
            <p:cNvPr id="10" name="AutoShape 15">
              <a:extLst>
                <a:ext uri="{FF2B5EF4-FFF2-40B4-BE49-F238E27FC236}">
                  <a16:creationId xmlns:a16="http://schemas.microsoft.com/office/drawing/2014/main" id="{6F5C541E-D984-183D-5AA6-472CC831D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8738" y="2935053"/>
              <a:ext cx="2813833" cy="668870"/>
            </a:xfrm>
            <a:prstGeom prst="roundRect">
              <a:avLst>
                <a:gd name="adj" fmla="val 31509"/>
              </a:avLst>
            </a:prstGeom>
            <a:solidFill>
              <a:srgbClr val="CCFF99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/>
            </a:p>
          </p:txBody>
        </p:sp>
        <p:cxnSp>
          <p:nvCxnSpPr>
            <p:cNvPr id="15" name="AutoShape 30">
              <a:extLst>
                <a:ext uri="{FF2B5EF4-FFF2-40B4-BE49-F238E27FC236}">
                  <a16:creationId xmlns:a16="http://schemas.microsoft.com/office/drawing/2014/main" id="{463E5291-2343-B509-9D2B-305E342C262A}"/>
                </a:ext>
              </a:extLst>
            </p:cNvPr>
            <p:cNvCxnSpPr>
              <a:cxnSpLocks noChangeShapeType="1"/>
              <a:stCxn id="549" idx="3"/>
            </p:cNvCxnSpPr>
            <p:nvPr/>
          </p:nvCxnSpPr>
          <p:spPr bwMode="auto">
            <a:xfrm>
              <a:off x="5231085" y="1881271"/>
              <a:ext cx="3106296" cy="1179528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AutoShape 32">
              <a:extLst>
                <a:ext uri="{FF2B5EF4-FFF2-40B4-BE49-F238E27FC236}">
                  <a16:creationId xmlns:a16="http://schemas.microsoft.com/office/drawing/2014/main" id="{753949FC-C4BA-D5FA-BE2E-53713E5BB92D}"/>
                </a:ext>
              </a:extLst>
            </p:cNvPr>
            <p:cNvCxnSpPr>
              <a:cxnSpLocks noChangeShapeType="1"/>
              <a:stCxn id="549" idx="3"/>
            </p:cNvCxnSpPr>
            <p:nvPr/>
          </p:nvCxnSpPr>
          <p:spPr bwMode="auto">
            <a:xfrm flipH="1">
              <a:off x="4386353" y="1881271"/>
              <a:ext cx="844732" cy="1194643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AutoShape 33">
              <a:extLst>
                <a:ext uri="{FF2B5EF4-FFF2-40B4-BE49-F238E27FC236}">
                  <a16:creationId xmlns:a16="http://schemas.microsoft.com/office/drawing/2014/main" id="{AF899F8D-7117-D44A-5432-B2A232EA846F}"/>
                </a:ext>
              </a:extLst>
            </p:cNvPr>
            <p:cNvCxnSpPr>
              <a:cxnSpLocks noChangeShapeType="1"/>
              <a:stCxn id="549" idx="3"/>
            </p:cNvCxnSpPr>
            <p:nvPr/>
          </p:nvCxnSpPr>
          <p:spPr bwMode="auto">
            <a:xfrm>
              <a:off x="5231085" y="1881271"/>
              <a:ext cx="4863111" cy="1179528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AutoShape 40">
              <a:extLst>
                <a:ext uri="{FF2B5EF4-FFF2-40B4-BE49-F238E27FC236}">
                  <a16:creationId xmlns:a16="http://schemas.microsoft.com/office/drawing/2014/main" id="{0FB877D3-98AE-48A0-112F-3F5949C4DD18}"/>
                </a:ext>
              </a:extLst>
            </p:cNvPr>
            <p:cNvCxnSpPr>
              <a:cxnSpLocks noChangeShapeType="1"/>
              <a:stCxn id="549" idx="3"/>
            </p:cNvCxnSpPr>
            <p:nvPr/>
          </p:nvCxnSpPr>
          <p:spPr bwMode="auto">
            <a:xfrm flipH="1">
              <a:off x="2682511" y="1881271"/>
              <a:ext cx="2548574" cy="1178612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AutoShape 51">
              <a:extLst>
                <a:ext uri="{FF2B5EF4-FFF2-40B4-BE49-F238E27FC236}">
                  <a16:creationId xmlns:a16="http://schemas.microsoft.com/office/drawing/2014/main" id="{842B355A-ED6E-8B6D-FF71-37CE02A89B7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682511" y="3522934"/>
              <a:ext cx="1712393" cy="674244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AutoShape 52">
              <a:extLst>
                <a:ext uri="{FF2B5EF4-FFF2-40B4-BE49-F238E27FC236}">
                  <a16:creationId xmlns:a16="http://schemas.microsoft.com/office/drawing/2014/main" id="{E041C6E1-B7A8-ECB1-CF67-293A6AA6844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4386353" y="3538965"/>
              <a:ext cx="8551" cy="658213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AutoShape 53">
              <a:extLst>
                <a:ext uri="{FF2B5EF4-FFF2-40B4-BE49-F238E27FC236}">
                  <a16:creationId xmlns:a16="http://schemas.microsoft.com/office/drawing/2014/main" id="{114DD8AF-FCE8-6A10-C6FD-65103A1D3B9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682511" y="3522934"/>
              <a:ext cx="1938" cy="681684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AutoShape 54">
              <a:extLst>
                <a:ext uri="{FF2B5EF4-FFF2-40B4-BE49-F238E27FC236}">
                  <a16:creationId xmlns:a16="http://schemas.microsoft.com/office/drawing/2014/main" id="{D6D9952D-E4A7-5482-3D5B-23434D74084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684449" y="3538965"/>
              <a:ext cx="1701904" cy="665653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AutoShape 55">
              <a:extLst>
                <a:ext uri="{FF2B5EF4-FFF2-40B4-BE49-F238E27FC236}">
                  <a16:creationId xmlns:a16="http://schemas.microsoft.com/office/drawing/2014/main" id="{C8241E1C-1C22-69AB-850B-EAF9C96FACA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8337381" y="3523850"/>
              <a:ext cx="1766118" cy="656352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AutoShape 56">
              <a:extLst>
                <a:ext uri="{FF2B5EF4-FFF2-40B4-BE49-F238E27FC236}">
                  <a16:creationId xmlns:a16="http://schemas.microsoft.com/office/drawing/2014/main" id="{FE8FF40C-BB50-C71C-2923-9C772D1EAD9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0094196" y="3523850"/>
              <a:ext cx="9303" cy="656352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" name="AutoShape 57">
              <a:extLst>
                <a:ext uri="{FF2B5EF4-FFF2-40B4-BE49-F238E27FC236}">
                  <a16:creationId xmlns:a16="http://schemas.microsoft.com/office/drawing/2014/main" id="{ED312774-691F-1599-1F90-1F3F9B9E235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8337381" y="3523850"/>
              <a:ext cx="5039" cy="665121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" name="AutoShape 58">
              <a:extLst>
                <a:ext uri="{FF2B5EF4-FFF2-40B4-BE49-F238E27FC236}">
                  <a16:creationId xmlns:a16="http://schemas.microsoft.com/office/drawing/2014/main" id="{4A22D2D2-8D69-4ACA-8689-24FFEEE2CEF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342420" y="3523850"/>
              <a:ext cx="1751776" cy="665121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" name="Line 71">
              <a:extLst>
                <a:ext uri="{FF2B5EF4-FFF2-40B4-BE49-F238E27FC236}">
                  <a16:creationId xmlns:a16="http://schemas.microsoft.com/office/drawing/2014/main" id="{7F8775EC-5A85-5848-7E3A-82BFDE91234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2492471" y="4805171"/>
              <a:ext cx="616142" cy="34519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/>
            </a:p>
          </p:txBody>
        </p:sp>
        <p:sp>
          <p:nvSpPr>
            <p:cNvPr id="33" name="Line 72">
              <a:extLst>
                <a:ext uri="{FF2B5EF4-FFF2-40B4-BE49-F238E27FC236}">
                  <a16:creationId xmlns:a16="http://schemas.microsoft.com/office/drawing/2014/main" id="{909CEB47-4BB6-461F-C0C5-70B5CBBD067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1941088" y="4588865"/>
              <a:ext cx="598014" cy="775699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/>
            </a:p>
          </p:txBody>
        </p:sp>
        <p:cxnSp>
          <p:nvCxnSpPr>
            <p:cNvPr id="41" name="AutoShape 93">
              <a:extLst>
                <a:ext uri="{FF2B5EF4-FFF2-40B4-BE49-F238E27FC236}">
                  <a16:creationId xmlns:a16="http://schemas.microsoft.com/office/drawing/2014/main" id="{5175431D-5800-1EB8-7AEB-14E07078D44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49638" y="1900531"/>
              <a:ext cx="1387743" cy="1160268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AutoShape 94">
              <a:extLst>
                <a:ext uri="{FF2B5EF4-FFF2-40B4-BE49-F238E27FC236}">
                  <a16:creationId xmlns:a16="http://schemas.microsoft.com/office/drawing/2014/main" id="{8D90D529-6C58-EF7E-9149-6279EEB88A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386353" y="1900531"/>
              <a:ext cx="2563285" cy="1175383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AutoShape 95">
              <a:extLst>
                <a:ext uri="{FF2B5EF4-FFF2-40B4-BE49-F238E27FC236}">
                  <a16:creationId xmlns:a16="http://schemas.microsoft.com/office/drawing/2014/main" id="{0CEE5F47-EE69-2E80-E95D-2CBB75E2760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49638" y="1900531"/>
              <a:ext cx="3144558" cy="1160268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AutoShape 102">
              <a:extLst>
                <a:ext uri="{FF2B5EF4-FFF2-40B4-BE49-F238E27FC236}">
                  <a16:creationId xmlns:a16="http://schemas.microsoft.com/office/drawing/2014/main" id="{84924FD9-40DD-0064-BF8A-2E930606B9F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682511" y="1900531"/>
              <a:ext cx="4267127" cy="1159352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55903A06-B28D-ABB4-671A-AE55B038B37D}"/>
                </a:ext>
              </a:extLst>
            </p:cNvPr>
            <p:cNvSpPr/>
            <p:nvPr/>
          </p:nvSpPr>
          <p:spPr>
            <a:xfrm>
              <a:off x="2029350" y="2905356"/>
              <a:ext cx="3028765" cy="1949481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  <a:prstDash val="sysDot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6EFDA5D1-56ED-7DFA-56BA-AC1FDA91B826}"/>
                </a:ext>
              </a:extLst>
            </p:cNvPr>
            <p:cNvSpPr/>
            <p:nvPr/>
          </p:nvSpPr>
          <p:spPr>
            <a:xfrm>
              <a:off x="7666328" y="2903162"/>
              <a:ext cx="3083567" cy="1949481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  <a:prstDash val="sysDot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1C8781CA-DCF6-8F63-E9D9-87DF8A4386A6}"/>
                </a:ext>
              </a:extLst>
            </p:cNvPr>
            <p:cNvSpPr/>
            <p:nvPr/>
          </p:nvSpPr>
          <p:spPr>
            <a:xfrm>
              <a:off x="4593630" y="1265718"/>
              <a:ext cx="3018696" cy="826056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369" name="Group 368">
              <a:extLst>
                <a:ext uri="{FF2B5EF4-FFF2-40B4-BE49-F238E27FC236}">
                  <a16:creationId xmlns:a16="http://schemas.microsoft.com/office/drawing/2014/main" id="{DC0C7BD2-E010-44F6-88EC-046D2E85119E}"/>
                </a:ext>
              </a:extLst>
            </p:cNvPr>
            <p:cNvGrpSpPr/>
            <p:nvPr/>
          </p:nvGrpSpPr>
          <p:grpSpPr>
            <a:xfrm>
              <a:off x="2277810" y="3059883"/>
              <a:ext cx="809402" cy="463051"/>
              <a:chOff x="967835" y="2541918"/>
              <a:chExt cx="1426054" cy="463051"/>
            </a:xfrm>
          </p:grpSpPr>
          <p:grpSp>
            <p:nvGrpSpPr>
              <p:cNvPr id="370" name="Group 93">
                <a:extLst>
                  <a:ext uri="{FF2B5EF4-FFF2-40B4-BE49-F238E27FC236}">
                    <a16:creationId xmlns:a16="http://schemas.microsoft.com/office/drawing/2014/main" id="{B13A3F50-B78E-0A37-B276-2943CF6E7D1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372" name="Group 94">
                  <a:extLst>
                    <a:ext uri="{FF2B5EF4-FFF2-40B4-BE49-F238E27FC236}">
                      <a16:creationId xmlns:a16="http://schemas.microsoft.com/office/drawing/2014/main" id="{BE6AB70B-42CF-443E-1FA0-9FF2AAE15E4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374" name="AutoShape 95">
                    <a:extLst>
                      <a:ext uri="{FF2B5EF4-FFF2-40B4-BE49-F238E27FC236}">
                        <a16:creationId xmlns:a16="http://schemas.microsoft.com/office/drawing/2014/main" id="{BB528AC0-D73F-71C1-3FCD-4AC79FCAF338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8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375" name="Group 96">
                    <a:extLst>
                      <a:ext uri="{FF2B5EF4-FFF2-40B4-BE49-F238E27FC236}">
                        <a16:creationId xmlns:a16="http://schemas.microsoft.com/office/drawing/2014/main" id="{8A5001A3-CF82-BD90-5C06-887EBC6D9FC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376" name="Group 97">
                      <a:extLst>
                        <a:ext uri="{FF2B5EF4-FFF2-40B4-BE49-F238E27FC236}">
                          <a16:creationId xmlns:a16="http://schemas.microsoft.com/office/drawing/2014/main" id="{99604A00-F9BA-9337-CF56-C36FCA20AB80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386" name="Freeform 98">
                        <a:extLst>
                          <a:ext uri="{FF2B5EF4-FFF2-40B4-BE49-F238E27FC236}">
                            <a16:creationId xmlns:a16="http://schemas.microsoft.com/office/drawing/2014/main" id="{EF7E73EE-3B12-0B34-8061-6187151ABE8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387" name="Freeform 99">
                        <a:extLst>
                          <a:ext uri="{FF2B5EF4-FFF2-40B4-BE49-F238E27FC236}">
                            <a16:creationId xmlns:a16="http://schemas.microsoft.com/office/drawing/2014/main" id="{EA178960-B010-6952-A893-B662D8A503B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388" name="Freeform 100">
                        <a:extLst>
                          <a:ext uri="{FF2B5EF4-FFF2-40B4-BE49-F238E27FC236}">
                            <a16:creationId xmlns:a16="http://schemas.microsoft.com/office/drawing/2014/main" id="{17D09CAD-3BB0-1467-4A01-5FDBD387BA0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389" name="Freeform 101">
                        <a:extLst>
                          <a:ext uri="{FF2B5EF4-FFF2-40B4-BE49-F238E27FC236}">
                            <a16:creationId xmlns:a16="http://schemas.microsoft.com/office/drawing/2014/main" id="{F040ACC9-64BD-275E-42CB-8471552E7DB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390" name="Freeform 102">
                        <a:extLst>
                          <a:ext uri="{FF2B5EF4-FFF2-40B4-BE49-F238E27FC236}">
                            <a16:creationId xmlns:a16="http://schemas.microsoft.com/office/drawing/2014/main" id="{7150FB31-D3EA-C49C-550A-4E346EAE51C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391" name="Freeform 103">
                        <a:extLst>
                          <a:ext uri="{FF2B5EF4-FFF2-40B4-BE49-F238E27FC236}">
                            <a16:creationId xmlns:a16="http://schemas.microsoft.com/office/drawing/2014/main" id="{82B5A992-5BAB-EC8A-4947-3A970535632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392" name="Freeform 104">
                        <a:extLst>
                          <a:ext uri="{FF2B5EF4-FFF2-40B4-BE49-F238E27FC236}">
                            <a16:creationId xmlns:a16="http://schemas.microsoft.com/office/drawing/2014/main" id="{EDD6DF94-48B2-9344-DF55-8C817F843A0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393" name="Freeform 105">
                        <a:extLst>
                          <a:ext uri="{FF2B5EF4-FFF2-40B4-BE49-F238E27FC236}">
                            <a16:creationId xmlns:a16="http://schemas.microsoft.com/office/drawing/2014/main" id="{5F5EDB7A-FA5E-96C4-9AD2-0E8D363C9D2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  <p:grpSp>
                  <p:nvGrpSpPr>
                    <p:cNvPr id="377" name="Group 106">
                      <a:extLst>
                        <a:ext uri="{FF2B5EF4-FFF2-40B4-BE49-F238E27FC236}">
                          <a16:creationId xmlns:a16="http://schemas.microsoft.com/office/drawing/2014/main" id="{0F04436B-AB29-AAF1-832A-1EEEE0F7D59E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378" name="Freeform 107">
                        <a:extLst>
                          <a:ext uri="{FF2B5EF4-FFF2-40B4-BE49-F238E27FC236}">
                            <a16:creationId xmlns:a16="http://schemas.microsoft.com/office/drawing/2014/main" id="{AC1E61FF-2A91-6061-EC18-B5370905D26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379" name="Freeform 108">
                        <a:extLst>
                          <a:ext uri="{FF2B5EF4-FFF2-40B4-BE49-F238E27FC236}">
                            <a16:creationId xmlns:a16="http://schemas.microsoft.com/office/drawing/2014/main" id="{879923CE-0F7F-4306-D3F5-5DCD7DCCB8A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380" name="Freeform 109">
                        <a:extLst>
                          <a:ext uri="{FF2B5EF4-FFF2-40B4-BE49-F238E27FC236}">
                            <a16:creationId xmlns:a16="http://schemas.microsoft.com/office/drawing/2014/main" id="{A3DBDBCA-E9E9-F94F-D1CC-C3C8D3D0F88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381" name="Freeform 110">
                        <a:extLst>
                          <a:ext uri="{FF2B5EF4-FFF2-40B4-BE49-F238E27FC236}">
                            <a16:creationId xmlns:a16="http://schemas.microsoft.com/office/drawing/2014/main" id="{28DB25D6-BFBD-E42D-81CF-752F2E51EEE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382" name="Freeform 111">
                        <a:extLst>
                          <a:ext uri="{FF2B5EF4-FFF2-40B4-BE49-F238E27FC236}">
                            <a16:creationId xmlns:a16="http://schemas.microsoft.com/office/drawing/2014/main" id="{69AAB830-A707-4666-BA2E-7C0857F884E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383" name="Freeform 112">
                        <a:extLst>
                          <a:ext uri="{FF2B5EF4-FFF2-40B4-BE49-F238E27FC236}">
                            <a16:creationId xmlns:a16="http://schemas.microsoft.com/office/drawing/2014/main" id="{EBCDE916-FF6E-F226-EE6D-2C2AF3B2BAE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384" name="Freeform 113">
                        <a:extLst>
                          <a:ext uri="{FF2B5EF4-FFF2-40B4-BE49-F238E27FC236}">
                            <a16:creationId xmlns:a16="http://schemas.microsoft.com/office/drawing/2014/main" id="{5CB038AB-5C27-F3BE-F54E-CBF0D5F3707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385" name="Freeform 114">
                        <a:extLst>
                          <a:ext uri="{FF2B5EF4-FFF2-40B4-BE49-F238E27FC236}">
                            <a16:creationId xmlns:a16="http://schemas.microsoft.com/office/drawing/2014/main" id="{820E18E8-7181-361A-9738-60FB9FFAB28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</p:grpSp>
            </p:grpSp>
            <p:sp>
              <p:nvSpPr>
                <p:cNvPr id="373" name="WordArt 115">
                  <a:extLst>
                    <a:ext uri="{FF2B5EF4-FFF2-40B4-BE49-F238E27FC236}">
                      <a16:creationId xmlns:a16="http://schemas.microsoft.com/office/drawing/2014/main" id="{7A779A3C-02B8-F7C6-2357-C4CD7A409516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371" name="WordArt 68">
                <a:extLst>
                  <a:ext uri="{FF2B5EF4-FFF2-40B4-BE49-F238E27FC236}">
                    <a16:creationId xmlns:a16="http://schemas.microsoft.com/office/drawing/2014/main" id="{9BA25628-3CB4-385F-BF2B-9790D9A094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4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spine_1_1</a:t>
                </a:r>
              </a:p>
            </p:txBody>
          </p:sp>
        </p:grpSp>
        <p:grpSp>
          <p:nvGrpSpPr>
            <p:cNvPr id="394" name="Group 393">
              <a:extLst>
                <a:ext uri="{FF2B5EF4-FFF2-40B4-BE49-F238E27FC236}">
                  <a16:creationId xmlns:a16="http://schemas.microsoft.com/office/drawing/2014/main" id="{98A6CF18-2416-7ACF-89C0-4A8084E7F7E1}"/>
                </a:ext>
              </a:extLst>
            </p:cNvPr>
            <p:cNvGrpSpPr/>
            <p:nvPr/>
          </p:nvGrpSpPr>
          <p:grpSpPr>
            <a:xfrm>
              <a:off x="2279748" y="4204618"/>
              <a:ext cx="809402" cy="463051"/>
              <a:chOff x="967835" y="2541918"/>
              <a:chExt cx="1426054" cy="463051"/>
            </a:xfrm>
          </p:grpSpPr>
          <p:grpSp>
            <p:nvGrpSpPr>
              <p:cNvPr id="395" name="Group 93">
                <a:extLst>
                  <a:ext uri="{FF2B5EF4-FFF2-40B4-BE49-F238E27FC236}">
                    <a16:creationId xmlns:a16="http://schemas.microsoft.com/office/drawing/2014/main" id="{1E622FD6-2767-C1D6-3101-DA07E646845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397" name="Group 94">
                  <a:extLst>
                    <a:ext uri="{FF2B5EF4-FFF2-40B4-BE49-F238E27FC236}">
                      <a16:creationId xmlns:a16="http://schemas.microsoft.com/office/drawing/2014/main" id="{C3042809-ED05-DD5F-DDCB-049F3A8C33D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399" name="AutoShape 95">
                    <a:extLst>
                      <a:ext uri="{FF2B5EF4-FFF2-40B4-BE49-F238E27FC236}">
                        <a16:creationId xmlns:a16="http://schemas.microsoft.com/office/drawing/2014/main" id="{CE2C14A4-42FF-9DDC-5A60-5FA932333741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8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400" name="Group 96">
                    <a:extLst>
                      <a:ext uri="{FF2B5EF4-FFF2-40B4-BE49-F238E27FC236}">
                        <a16:creationId xmlns:a16="http://schemas.microsoft.com/office/drawing/2014/main" id="{34524950-22D8-52E6-3DAF-1752911C1A1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401" name="Group 97">
                      <a:extLst>
                        <a:ext uri="{FF2B5EF4-FFF2-40B4-BE49-F238E27FC236}">
                          <a16:creationId xmlns:a16="http://schemas.microsoft.com/office/drawing/2014/main" id="{EBB31E96-B454-581B-63C7-5BD708A76B32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411" name="Freeform 98">
                        <a:extLst>
                          <a:ext uri="{FF2B5EF4-FFF2-40B4-BE49-F238E27FC236}">
                            <a16:creationId xmlns:a16="http://schemas.microsoft.com/office/drawing/2014/main" id="{00EF9F87-61CC-D536-98A8-0D1E8D30C9C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12" name="Freeform 99">
                        <a:extLst>
                          <a:ext uri="{FF2B5EF4-FFF2-40B4-BE49-F238E27FC236}">
                            <a16:creationId xmlns:a16="http://schemas.microsoft.com/office/drawing/2014/main" id="{9A1AA075-79B4-9222-8D06-597D06CB6FB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13" name="Freeform 100">
                        <a:extLst>
                          <a:ext uri="{FF2B5EF4-FFF2-40B4-BE49-F238E27FC236}">
                            <a16:creationId xmlns:a16="http://schemas.microsoft.com/office/drawing/2014/main" id="{0C11FC17-F59A-E2D6-B14E-764FB590C6B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14" name="Freeform 101">
                        <a:extLst>
                          <a:ext uri="{FF2B5EF4-FFF2-40B4-BE49-F238E27FC236}">
                            <a16:creationId xmlns:a16="http://schemas.microsoft.com/office/drawing/2014/main" id="{A111D5A6-7ABA-2B55-65B2-AC7F8521B22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15" name="Freeform 102">
                        <a:extLst>
                          <a:ext uri="{FF2B5EF4-FFF2-40B4-BE49-F238E27FC236}">
                            <a16:creationId xmlns:a16="http://schemas.microsoft.com/office/drawing/2014/main" id="{A554A4A2-59FE-5C0D-2927-EFFFF50A99F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16" name="Freeform 103">
                        <a:extLst>
                          <a:ext uri="{FF2B5EF4-FFF2-40B4-BE49-F238E27FC236}">
                            <a16:creationId xmlns:a16="http://schemas.microsoft.com/office/drawing/2014/main" id="{79FAFA7E-DF70-FFC0-DDEF-A8F25C11B04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17" name="Freeform 104">
                        <a:extLst>
                          <a:ext uri="{FF2B5EF4-FFF2-40B4-BE49-F238E27FC236}">
                            <a16:creationId xmlns:a16="http://schemas.microsoft.com/office/drawing/2014/main" id="{4E5A78DA-4A43-4442-3E51-4A39D8146CC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18" name="Freeform 105">
                        <a:extLst>
                          <a:ext uri="{FF2B5EF4-FFF2-40B4-BE49-F238E27FC236}">
                            <a16:creationId xmlns:a16="http://schemas.microsoft.com/office/drawing/2014/main" id="{42A8BE34-60B0-A566-20F1-D0E3A9A2B6C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  <p:grpSp>
                  <p:nvGrpSpPr>
                    <p:cNvPr id="402" name="Group 106">
                      <a:extLst>
                        <a:ext uri="{FF2B5EF4-FFF2-40B4-BE49-F238E27FC236}">
                          <a16:creationId xmlns:a16="http://schemas.microsoft.com/office/drawing/2014/main" id="{6A6163D1-D691-CBFB-5B53-08034767D2D6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403" name="Freeform 107">
                        <a:extLst>
                          <a:ext uri="{FF2B5EF4-FFF2-40B4-BE49-F238E27FC236}">
                            <a16:creationId xmlns:a16="http://schemas.microsoft.com/office/drawing/2014/main" id="{B0FEA239-3202-B31E-EC25-0DF9458334E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04" name="Freeform 108">
                        <a:extLst>
                          <a:ext uri="{FF2B5EF4-FFF2-40B4-BE49-F238E27FC236}">
                            <a16:creationId xmlns:a16="http://schemas.microsoft.com/office/drawing/2014/main" id="{4A84D9E9-CED1-565E-F55A-8C4225E96F9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05" name="Freeform 109">
                        <a:extLst>
                          <a:ext uri="{FF2B5EF4-FFF2-40B4-BE49-F238E27FC236}">
                            <a16:creationId xmlns:a16="http://schemas.microsoft.com/office/drawing/2014/main" id="{6BD1DE05-CB23-5274-A0EC-34682F76834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06" name="Freeform 110">
                        <a:extLst>
                          <a:ext uri="{FF2B5EF4-FFF2-40B4-BE49-F238E27FC236}">
                            <a16:creationId xmlns:a16="http://schemas.microsoft.com/office/drawing/2014/main" id="{0A59CA85-86A9-7913-76B5-12465AD09AB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07" name="Freeform 111">
                        <a:extLst>
                          <a:ext uri="{FF2B5EF4-FFF2-40B4-BE49-F238E27FC236}">
                            <a16:creationId xmlns:a16="http://schemas.microsoft.com/office/drawing/2014/main" id="{8082283E-1ADE-D055-34CC-1E144F0CBEC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08" name="Freeform 112">
                        <a:extLst>
                          <a:ext uri="{FF2B5EF4-FFF2-40B4-BE49-F238E27FC236}">
                            <a16:creationId xmlns:a16="http://schemas.microsoft.com/office/drawing/2014/main" id="{DA8B3123-99F6-D83A-538D-9AB9E3F49DC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09" name="Freeform 113">
                        <a:extLst>
                          <a:ext uri="{FF2B5EF4-FFF2-40B4-BE49-F238E27FC236}">
                            <a16:creationId xmlns:a16="http://schemas.microsoft.com/office/drawing/2014/main" id="{D88ABBB4-1BAB-59B4-2240-3AFB9C9386E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10" name="Freeform 114">
                        <a:extLst>
                          <a:ext uri="{FF2B5EF4-FFF2-40B4-BE49-F238E27FC236}">
                            <a16:creationId xmlns:a16="http://schemas.microsoft.com/office/drawing/2014/main" id="{11F5EBB2-B06E-F71B-895D-E945584FCEB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</p:grpSp>
            </p:grpSp>
            <p:sp>
              <p:nvSpPr>
                <p:cNvPr id="398" name="WordArt 115">
                  <a:extLst>
                    <a:ext uri="{FF2B5EF4-FFF2-40B4-BE49-F238E27FC236}">
                      <a16:creationId xmlns:a16="http://schemas.microsoft.com/office/drawing/2014/main" id="{DA751A71-4616-A7CC-0B0E-59A0206E6D46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396" name="WordArt 68">
                <a:extLst>
                  <a:ext uri="{FF2B5EF4-FFF2-40B4-BE49-F238E27FC236}">
                    <a16:creationId xmlns:a16="http://schemas.microsoft.com/office/drawing/2014/main" id="{CE9723E7-CF8D-F315-C636-5F4CFA0802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4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leaf_1_1</a:t>
                </a:r>
              </a:p>
            </p:txBody>
          </p:sp>
        </p:grpSp>
        <p:grpSp>
          <p:nvGrpSpPr>
            <p:cNvPr id="419" name="Group 418">
              <a:extLst>
                <a:ext uri="{FF2B5EF4-FFF2-40B4-BE49-F238E27FC236}">
                  <a16:creationId xmlns:a16="http://schemas.microsoft.com/office/drawing/2014/main" id="{7FACD2E9-FE06-433D-D745-CFEE79A19C3D}"/>
                </a:ext>
              </a:extLst>
            </p:cNvPr>
            <p:cNvGrpSpPr/>
            <p:nvPr/>
          </p:nvGrpSpPr>
          <p:grpSpPr>
            <a:xfrm>
              <a:off x="3990203" y="4197178"/>
              <a:ext cx="809402" cy="463051"/>
              <a:chOff x="967835" y="2541918"/>
              <a:chExt cx="1426054" cy="463051"/>
            </a:xfrm>
          </p:grpSpPr>
          <p:grpSp>
            <p:nvGrpSpPr>
              <p:cNvPr id="420" name="Group 93">
                <a:extLst>
                  <a:ext uri="{FF2B5EF4-FFF2-40B4-BE49-F238E27FC236}">
                    <a16:creationId xmlns:a16="http://schemas.microsoft.com/office/drawing/2014/main" id="{73850C20-3768-B6A5-D7D9-B6B1B6F9465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422" name="Group 94">
                  <a:extLst>
                    <a:ext uri="{FF2B5EF4-FFF2-40B4-BE49-F238E27FC236}">
                      <a16:creationId xmlns:a16="http://schemas.microsoft.com/office/drawing/2014/main" id="{D18E27DC-071D-5C5F-D5A5-E1B9B242DAD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424" name="AutoShape 95">
                    <a:extLst>
                      <a:ext uri="{FF2B5EF4-FFF2-40B4-BE49-F238E27FC236}">
                        <a16:creationId xmlns:a16="http://schemas.microsoft.com/office/drawing/2014/main" id="{D5E75E4B-9473-8101-D5E7-2507C0AB57D0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8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425" name="Group 96">
                    <a:extLst>
                      <a:ext uri="{FF2B5EF4-FFF2-40B4-BE49-F238E27FC236}">
                        <a16:creationId xmlns:a16="http://schemas.microsoft.com/office/drawing/2014/main" id="{A768C54E-6320-5DA7-73E4-DE7C57C58A1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426" name="Group 97">
                      <a:extLst>
                        <a:ext uri="{FF2B5EF4-FFF2-40B4-BE49-F238E27FC236}">
                          <a16:creationId xmlns:a16="http://schemas.microsoft.com/office/drawing/2014/main" id="{5A25EEBA-B761-8D5D-A365-3C14AA76F574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436" name="Freeform 98">
                        <a:extLst>
                          <a:ext uri="{FF2B5EF4-FFF2-40B4-BE49-F238E27FC236}">
                            <a16:creationId xmlns:a16="http://schemas.microsoft.com/office/drawing/2014/main" id="{E6B7AE5B-C1C0-FBAA-6EF0-FC71AB56019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37" name="Freeform 99">
                        <a:extLst>
                          <a:ext uri="{FF2B5EF4-FFF2-40B4-BE49-F238E27FC236}">
                            <a16:creationId xmlns:a16="http://schemas.microsoft.com/office/drawing/2014/main" id="{A83C0949-2134-485B-70F5-DEF0EEADA68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38" name="Freeform 100">
                        <a:extLst>
                          <a:ext uri="{FF2B5EF4-FFF2-40B4-BE49-F238E27FC236}">
                            <a16:creationId xmlns:a16="http://schemas.microsoft.com/office/drawing/2014/main" id="{1904DB3E-E867-39DD-760A-6BB04E4E812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39" name="Freeform 101">
                        <a:extLst>
                          <a:ext uri="{FF2B5EF4-FFF2-40B4-BE49-F238E27FC236}">
                            <a16:creationId xmlns:a16="http://schemas.microsoft.com/office/drawing/2014/main" id="{26981CF8-D904-2D5E-83ED-0D3FE80F2AD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40" name="Freeform 102">
                        <a:extLst>
                          <a:ext uri="{FF2B5EF4-FFF2-40B4-BE49-F238E27FC236}">
                            <a16:creationId xmlns:a16="http://schemas.microsoft.com/office/drawing/2014/main" id="{169E9B93-88BC-9EB5-4FE4-DA29CF83C44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41" name="Freeform 103">
                        <a:extLst>
                          <a:ext uri="{FF2B5EF4-FFF2-40B4-BE49-F238E27FC236}">
                            <a16:creationId xmlns:a16="http://schemas.microsoft.com/office/drawing/2014/main" id="{EE839DAB-1B97-9777-172E-312C27B6EE0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42" name="Freeform 104">
                        <a:extLst>
                          <a:ext uri="{FF2B5EF4-FFF2-40B4-BE49-F238E27FC236}">
                            <a16:creationId xmlns:a16="http://schemas.microsoft.com/office/drawing/2014/main" id="{46429E35-2C45-1458-CCB1-5E031E70BBD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43" name="Freeform 105">
                        <a:extLst>
                          <a:ext uri="{FF2B5EF4-FFF2-40B4-BE49-F238E27FC236}">
                            <a16:creationId xmlns:a16="http://schemas.microsoft.com/office/drawing/2014/main" id="{4D5147F5-06AF-8031-51A0-2B3A725EA55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  <p:grpSp>
                  <p:nvGrpSpPr>
                    <p:cNvPr id="427" name="Group 106">
                      <a:extLst>
                        <a:ext uri="{FF2B5EF4-FFF2-40B4-BE49-F238E27FC236}">
                          <a16:creationId xmlns:a16="http://schemas.microsoft.com/office/drawing/2014/main" id="{E7A1C116-A1AB-09E1-B524-66E7E04D1CC6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428" name="Freeform 107">
                        <a:extLst>
                          <a:ext uri="{FF2B5EF4-FFF2-40B4-BE49-F238E27FC236}">
                            <a16:creationId xmlns:a16="http://schemas.microsoft.com/office/drawing/2014/main" id="{8D7F6D60-4591-DDB3-1A24-EB5BDE4FE1C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29" name="Freeform 108">
                        <a:extLst>
                          <a:ext uri="{FF2B5EF4-FFF2-40B4-BE49-F238E27FC236}">
                            <a16:creationId xmlns:a16="http://schemas.microsoft.com/office/drawing/2014/main" id="{7F01331F-2373-AA3E-02BD-E879D139BDB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30" name="Freeform 109">
                        <a:extLst>
                          <a:ext uri="{FF2B5EF4-FFF2-40B4-BE49-F238E27FC236}">
                            <a16:creationId xmlns:a16="http://schemas.microsoft.com/office/drawing/2014/main" id="{CE4C5233-D92A-4AD8-B36F-95914CA4E20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31" name="Freeform 110">
                        <a:extLst>
                          <a:ext uri="{FF2B5EF4-FFF2-40B4-BE49-F238E27FC236}">
                            <a16:creationId xmlns:a16="http://schemas.microsoft.com/office/drawing/2014/main" id="{91ECC239-FA48-7864-1C18-EBA16DFE92C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32" name="Freeform 111">
                        <a:extLst>
                          <a:ext uri="{FF2B5EF4-FFF2-40B4-BE49-F238E27FC236}">
                            <a16:creationId xmlns:a16="http://schemas.microsoft.com/office/drawing/2014/main" id="{DEF31F54-9F50-5967-447D-0AB776EFC40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33" name="Freeform 112">
                        <a:extLst>
                          <a:ext uri="{FF2B5EF4-FFF2-40B4-BE49-F238E27FC236}">
                            <a16:creationId xmlns:a16="http://schemas.microsoft.com/office/drawing/2014/main" id="{3ED7E3C8-139E-3428-D548-0D46F8379AE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34" name="Freeform 113">
                        <a:extLst>
                          <a:ext uri="{FF2B5EF4-FFF2-40B4-BE49-F238E27FC236}">
                            <a16:creationId xmlns:a16="http://schemas.microsoft.com/office/drawing/2014/main" id="{44E225E0-72D6-6E37-B84B-76CB6BD7F21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35" name="Freeform 114">
                        <a:extLst>
                          <a:ext uri="{FF2B5EF4-FFF2-40B4-BE49-F238E27FC236}">
                            <a16:creationId xmlns:a16="http://schemas.microsoft.com/office/drawing/2014/main" id="{1E52D896-6B42-CD3F-77A0-62F4E24F556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</p:grpSp>
            </p:grpSp>
            <p:sp>
              <p:nvSpPr>
                <p:cNvPr id="423" name="WordArt 115">
                  <a:extLst>
                    <a:ext uri="{FF2B5EF4-FFF2-40B4-BE49-F238E27FC236}">
                      <a16:creationId xmlns:a16="http://schemas.microsoft.com/office/drawing/2014/main" id="{BF27A335-4CE3-A5FB-5FF3-33C8562C3FC2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421" name="WordArt 68">
                <a:extLst>
                  <a:ext uri="{FF2B5EF4-FFF2-40B4-BE49-F238E27FC236}">
                    <a16:creationId xmlns:a16="http://schemas.microsoft.com/office/drawing/2014/main" id="{C96D20FC-E7C1-AC6C-EB94-1D6BF5196C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4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leaf_1_2</a:t>
                </a:r>
              </a:p>
            </p:txBody>
          </p:sp>
        </p:grpSp>
        <p:grpSp>
          <p:nvGrpSpPr>
            <p:cNvPr id="444" name="Group 443">
              <a:extLst>
                <a:ext uri="{FF2B5EF4-FFF2-40B4-BE49-F238E27FC236}">
                  <a16:creationId xmlns:a16="http://schemas.microsoft.com/office/drawing/2014/main" id="{23DBD7C8-81E2-97C3-78E5-80D20E391626}"/>
                </a:ext>
              </a:extLst>
            </p:cNvPr>
            <p:cNvGrpSpPr/>
            <p:nvPr/>
          </p:nvGrpSpPr>
          <p:grpSpPr>
            <a:xfrm>
              <a:off x="7932680" y="3060799"/>
              <a:ext cx="809402" cy="463051"/>
              <a:chOff x="967835" y="2541918"/>
              <a:chExt cx="1426054" cy="463051"/>
            </a:xfrm>
          </p:grpSpPr>
          <p:grpSp>
            <p:nvGrpSpPr>
              <p:cNvPr id="445" name="Group 93">
                <a:extLst>
                  <a:ext uri="{FF2B5EF4-FFF2-40B4-BE49-F238E27FC236}">
                    <a16:creationId xmlns:a16="http://schemas.microsoft.com/office/drawing/2014/main" id="{35371327-3C6A-8417-24CB-65036C67B3A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447" name="Group 94">
                  <a:extLst>
                    <a:ext uri="{FF2B5EF4-FFF2-40B4-BE49-F238E27FC236}">
                      <a16:creationId xmlns:a16="http://schemas.microsoft.com/office/drawing/2014/main" id="{747539CC-0DC5-D83F-7A95-07A7D8CDE9E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449" name="AutoShape 95">
                    <a:extLst>
                      <a:ext uri="{FF2B5EF4-FFF2-40B4-BE49-F238E27FC236}">
                        <a16:creationId xmlns:a16="http://schemas.microsoft.com/office/drawing/2014/main" id="{A1DD446E-4071-7292-DC36-C85F9B936204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8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450" name="Group 96">
                    <a:extLst>
                      <a:ext uri="{FF2B5EF4-FFF2-40B4-BE49-F238E27FC236}">
                        <a16:creationId xmlns:a16="http://schemas.microsoft.com/office/drawing/2014/main" id="{08145F86-E5C3-217B-4ADD-7D35D188E48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451" name="Group 97">
                      <a:extLst>
                        <a:ext uri="{FF2B5EF4-FFF2-40B4-BE49-F238E27FC236}">
                          <a16:creationId xmlns:a16="http://schemas.microsoft.com/office/drawing/2014/main" id="{7FCA70A1-9A33-B7E1-0D7D-CD2FCE8D87ED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461" name="Freeform 98">
                        <a:extLst>
                          <a:ext uri="{FF2B5EF4-FFF2-40B4-BE49-F238E27FC236}">
                            <a16:creationId xmlns:a16="http://schemas.microsoft.com/office/drawing/2014/main" id="{CFFBE36D-2DA4-C376-B04E-DFD816063AA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62" name="Freeform 99">
                        <a:extLst>
                          <a:ext uri="{FF2B5EF4-FFF2-40B4-BE49-F238E27FC236}">
                            <a16:creationId xmlns:a16="http://schemas.microsoft.com/office/drawing/2014/main" id="{001314EC-E370-E3D8-25FD-AB9ADC71338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63" name="Freeform 100">
                        <a:extLst>
                          <a:ext uri="{FF2B5EF4-FFF2-40B4-BE49-F238E27FC236}">
                            <a16:creationId xmlns:a16="http://schemas.microsoft.com/office/drawing/2014/main" id="{1DC3A278-956E-D70F-1BFD-3070818B847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64" name="Freeform 101">
                        <a:extLst>
                          <a:ext uri="{FF2B5EF4-FFF2-40B4-BE49-F238E27FC236}">
                            <a16:creationId xmlns:a16="http://schemas.microsoft.com/office/drawing/2014/main" id="{8C8E6EF7-06D2-C92A-1C14-064B5183766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65" name="Freeform 102">
                        <a:extLst>
                          <a:ext uri="{FF2B5EF4-FFF2-40B4-BE49-F238E27FC236}">
                            <a16:creationId xmlns:a16="http://schemas.microsoft.com/office/drawing/2014/main" id="{E6106D0D-D70B-0903-B6A1-80DA37B35A2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66" name="Freeform 103">
                        <a:extLst>
                          <a:ext uri="{FF2B5EF4-FFF2-40B4-BE49-F238E27FC236}">
                            <a16:creationId xmlns:a16="http://schemas.microsoft.com/office/drawing/2014/main" id="{90059A70-7930-9D20-6660-00475E9FFE0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67" name="Freeform 104">
                        <a:extLst>
                          <a:ext uri="{FF2B5EF4-FFF2-40B4-BE49-F238E27FC236}">
                            <a16:creationId xmlns:a16="http://schemas.microsoft.com/office/drawing/2014/main" id="{436E4327-267F-77A9-BBB3-B33BE1A1D69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68" name="Freeform 105">
                        <a:extLst>
                          <a:ext uri="{FF2B5EF4-FFF2-40B4-BE49-F238E27FC236}">
                            <a16:creationId xmlns:a16="http://schemas.microsoft.com/office/drawing/2014/main" id="{C4C8C35D-E9E6-E5E2-A05F-5C511881E0D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  <p:grpSp>
                  <p:nvGrpSpPr>
                    <p:cNvPr id="452" name="Group 106">
                      <a:extLst>
                        <a:ext uri="{FF2B5EF4-FFF2-40B4-BE49-F238E27FC236}">
                          <a16:creationId xmlns:a16="http://schemas.microsoft.com/office/drawing/2014/main" id="{1CEA9D50-2C69-49E7-D2FB-66184DA51E56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453" name="Freeform 107">
                        <a:extLst>
                          <a:ext uri="{FF2B5EF4-FFF2-40B4-BE49-F238E27FC236}">
                            <a16:creationId xmlns:a16="http://schemas.microsoft.com/office/drawing/2014/main" id="{05CA7977-1460-5216-C7E1-892046C8944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54" name="Freeform 108">
                        <a:extLst>
                          <a:ext uri="{FF2B5EF4-FFF2-40B4-BE49-F238E27FC236}">
                            <a16:creationId xmlns:a16="http://schemas.microsoft.com/office/drawing/2014/main" id="{7F34CB76-A0E5-F847-C8C1-2145E72F362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55" name="Freeform 109">
                        <a:extLst>
                          <a:ext uri="{FF2B5EF4-FFF2-40B4-BE49-F238E27FC236}">
                            <a16:creationId xmlns:a16="http://schemas.microsoft.com/office/drawing/2014/main" id="{F37EB75B-75CA-9C68-C4B4-B804561055D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56" name="Freeform 110">
                        <a:extLst>
                          <a:ext uri="{FF2B5EF4-FFF2-40B4-BE49-F238E27FC236}">
                            <a16:creationId xmlns:a16="http://schemas.microsoft.com/office/drawing/2014/main" id="{D597FF59-8170-D3A4-F078-CE106D82198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57" name="Freeform 111">
                        <a:extLst>
                          <a:ext uri="{FF2B5EF4-FFF2-40B4-BE49-F238E27FC236}">
                            <a16:creationId xmlns:a16="http://schemas.microsoft.com/office/drawing/2014/main" id="{9087AC2B-C829-02F0-58AC-9A8306E2196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58" name="Freeform 112">
                        <a:extLst>
                          <a:ext uri="{FF2B5EF4-FFF2-40B4-BE49-F238E27FC236}">
                            <a16:creationId xmlns:a16="http://schemas.microsoft.com/office/drawing/2014/main" id="{AA76AB18-8202-898C-27FC-F1568B8BF06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59" name="Freeform 113">
                        <a:extLst>
                          <a:ext uri="{FF2B5EF4-FFF2-40B4-BE49-F238E27FC236}">
                            <a16:creationId xmlns:a16="http://schemas.microsoft.com/office/drawing/2014/main" id="{12236839-872A-F6DF-02E1-37950CF733F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60" name="Freeform 114">
                        <a:extLst>
                          <a:ext uri="{FF2B5EF4-FFF2-40B4-BE49-F238E27FC236}">
                            <a16:creationId xmlns:a16="http://schemas.microsoft.com/office/drawing/2014/main" id="{163CD191-DBEB-603F-D497-42198636AAD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</p:grpSp>
            </p:grpSp>
            <p:sp>
              <p:nvSpPr>
                <p:cNvPr id="448" name="WordArt 115">
                  <a:extLst>
                    <a:ext uri="{FF2B5EF4-FFF2-40B4-BE49-F238E27FC236}">
                      <a16:creationId xmlns:a16="http://schemas.microsoft.com/office/drawing/2014/main" id="{BB3ABDD4-B57C-8239-A884-C4F6121E25C2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446" name="WordArt 68">
                <a:extLst>
                  <a:ext uri="{FF2B5EF4-FFF2-40B4-BE49-F238E27FC236}">
                    <a16:creationId xmlns:a16="http://schemas.microsoft.com/office/drawing/2014/main" id="{052AA219-5CF2-F679-F662-760EB24FE3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4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spine_2_1</a:t>
                </a:r>
              </a:p>
            </p:txBody>
          </p:sp>
        </p:grpSp>
        <p:grpSp>
          <p:nvGrpSpPr>
            <p:cNvPr id="469" name="Group 468">
              <a:extLst>
                <a:ext uri="{FF2B5EF4-FFF2-40B4-BE49-F238E27FC236}">
                  <a16:creationId xmlns:a16="http://schemas.microsoft.com/office/drawing/2014/main" id="{1EF0BA34-A2F9-D39E-C33C-AB5DCBD05D8F}"/>
                </a:ext>
              </a:extLst>
            </p:cNvPr>
            <p:cNvGrpSpPr/>
            <p:nvPr/>
          </p:nvGrpSpPr>
          <p:grpSpPr>
            <a:xfrm>
              <a:off x="9689495" y="3060799"/>
              <a:ext cx="809402" cy="463051"/>
              <a:chOff x="967835" y="2541918"/>
              <a:chExt cx="1426054" cy="463051"/>
            </a:xfrm>
          </p:grpSpPr>
          <p:grpSp>
            <p:nvGrpSpPr>
              <p:cNvPr id="470" name="Group 93">
                <a:extLst>
                  <a:ext uri="{FF2B5EF4-FFF2-40B4-BE49-F238E27FC236}">
                    <a16:creationId xmlns:a16="http://schemas.microsoft.com/office/drawing/2014/main" id="{37C62B25-CB15-2395-4F17-09F061674DB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472" name="Group 94">
                  <a:extLst>
                    <a:ext uri="{FF2B5EF4-FFF2-40B4-BE49-F238E27FC236}">
                      <a16:creationId xmlns:a16="http://schemas.microsoft.com/office/drawing/2014/main" id="{6112429A-E87A-E1F7-DF00-F8B83C29251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474" name="AutoShape 95">
                    <a:extLst>
                      <a:ext uri="{FF2B5EF4-FFF2-40B4-BE49-F238E27FC236}">
                        <a16:creationId xmlns:a16="http://schemas.microsoft.com/office/drawing/2014/main" id="{67010A88-3D2D-6EB4-417A-6D03E61D07EB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8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475" name="Group 96">
                    <a:extLst>
                      <a:ext uri="{FF2B5EF4-FFF2-40B4-BE49-F238E27FC236}">
                        <a16:creationId xmlns:a16="http://schemas.microsoft.com/office/drawing/2014/main" id="{9790D98A-7205-C8E6-2BDC-9D6E598F910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476" name="Group 97">
                      <a:extLst>
                        <a:ext uri="{FF2B5EF4-FFF2-40B4-BE49-F238E27FC236}">
                          <a16:creationId xmlns:a16="http://schemas.microsoft.com/office/drawing/2014/main" id="{B1DCBF58-67BA-611A-0EF2-C46B4CB7B380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486" name="Freeform 98">
                        <a:extLst>
                          <a:ext uri="{FF2B5EF4-FFF2-40B4-BE49-F238E27FC236}">
                            <a16:creationId xmlns:a16="http://schemas.microsoft.com/office/drawing/2014/main" id="{1CD79BE4-DB46-0DF5-6515-9EDE7FCF1E0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87" name="Freeform 99">
                        <a:extLst>
                          <a:ext uri="{FF2B5EF4-FFF2-40B4-BE49-F238E27FC236}">
                            <a16:creationId xmlns:a16="http://schemas.microsoft.com/office/drawing/2014/main" id="{85F805A5-A144-B1FA-96BF-A971CDAE33F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88" name="Freeform 100">
                        <a:extLst>
                          <a:ext uri="{FF2B5EF4-FFF2-40B4-BE49-F238E27FC236}">
                            <a16:creationId xmlns:a16="http://schemas.microsoft.com/office/drawing/2014/main" id="{B736A06B-FBF1-9A35-DFCC-4CC9B965024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89" name="Freeform 101">
                        <a:extLst>
                          <a:ext uri="{FF2B5EF4-FFF2-40B4-BE49-F238E27FC236}">
                            <a16:creationId xmlns:a16="http://schemas.microsoft.com/office/drawing/2014/main" id="{4EBC8775-2FE2-F0DF-7E4B-EA31B12DD33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90" name="Freeform 102">
                        <a:extLst>
                          <a:ext uri="{FF2B5EF4-FFF2-40B4-BE49-F238E27FC236}">
                            <a16:creationId xmlns:a16="http://schemas.microsoft.com/office/drawing/2014/main" id="{9B44385B-6B09-117F-3F15-0C01CB5C6A3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91" name="Freeform 103">
                        <a:extLst>
                          <a:ext uri="{FF2B5EF4-FFF2-40B4-BE49-F238E27FC236}">
                            <a16:creationId xmlns:a16="http://schemas.microsoft.com/office/drawing/2014/main" id="{FF11CFE7-6AFA-BC61-BA9B-B24AD8C7360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92" name="Freeform 104">
                        <a:extLst>
                          <a:ext uri="{FF2B5EF4-FFF2-40B4-BE49-F238E27FC236}">
                            <a16:creationId xmlns:a16="http://schemas.microsoft.com/office/drawing/2014/main" id="{DACD5573-7EE5-6F84-2EC6-71F28A24407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93" name="Freeform 105">
                        <a:extLst>
                          <a:ext uri="{FF2B5EF4-FFF2-40B4-BE49-F238E27FC236}">
                            <a16:creationId xmlns:a16="http://schemas.microsoft.com/office/drawing/2014/main" id="{FF55F0A3-62A2-0C01-95E5-25F13A2E112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  <p:grpSp>
                  <p:nvGrpSpPr>
                    <p:cNvPr id="477" name="Group 106">
                      <a:extLst>
                        <a:ext uri="{FF2B5EF4-FFF2-40B4-BE49-F238E27FC236}">
                          <a16:creationId xmlns:a16="http://schemas.microsoft.com/office/drawing/2014/main" id="{FFBEE629-C92C-DDDA-F15D-C7AC81E20FD6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478" name="Freeform 107">
                        <a:extLst>
                          <a:ext uri="{FF2B5EF4-FFF2-40B4-BE49-F238E27FC236}">
                            <a16:creationId xmlns:a16="http://schemas.microsoft.com/office/drawing/2014/main" id="{FBF88545-9AA5-1BFF-731B-4B692724A2A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79" name="Freeform 108">
                        <a:extLst>
                          <a:ext uri="{FF2B5EF4-FFF2-40B4-BE49-F238E27FC236}">
                            <a16:creationId xmlns:a16="http://schemas.microsoft.com/office/drawing/2014/main" id="{ED400010-8B5C-90A3-E5D7-3204DEBB6B5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80" name="Freeform 109">
                        <a:extLst>
                          <a:ext uri="{FF2B5EF4-FFF2-40B4-BE49-F238E27FC236}">
                            <a16:creationId xmlns:a16="http://schemas.microsoft.com/office/drawing/2014/main" id="{9D378A86-1669-1EEA-1391-AAB3DAB8194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81" name="Freeform 110">
                        <a:extLst>
                          <a:ext uri="{FF2B5EF4-FFF2-40B4-BE49-F238E27FC236}">
                            <a16:creationId xmlns:a16="http://schemas.microsoft.com/office/drawing/2014/main" id="{9252A402-B09C-521E-584B-9717E307DF8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82" name="Freeform 111">
                        <a:extLst>
                          <a:ext uri="{FF2B5EF4-FFF2-40B4-BE49-F238E27FC236}">
                            <a16:creationId xmlns:a16="http://schemas.microsoft.com/office/drawing/2014/main" id="{BC4AA061-C2ED-2797-3535-A70A9322041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83" name="Freeform 112">
                        <a:extLst>
                          <a:ext uri="{FF2B5EF4-FFF2-40B4-BE49-F238E27FC236}">
                            <a16:creationId xmlns:a16="http://schemas.microsoft.com/office/drawing/2014/main" id="{C9CE5E67-0DB1-9249-E444-4EA97555762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84" name="Freeform 113">
                        <a:extLst>
                          <a:ext uri="{FF2B5EF4-FFF2-40B4-BE49-F238E27FC236}">
                            <a16:creationId xmlns:a16="http://schemas.microsoft.com/office/drawing/2014/main" id="{B821862E-C206-F63D-6CF0-07B6AF009AB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85" name="Freeform 114">
                        <a:extLst>
                          <a:ext uri="{FF2B5EF4-FFF2-40B4-BE49-F238E27FC236}">
                            <a16:creationId xmlns:a16="http://schemas.microsoft.com/office/drawing/2014/main" id="{93B29E98-A0BA-E8DC-717C-C0784EA0159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</p:grpSp>
            </p:grpSp>
            <p:sp>
              <p:nvSpPr>
                <p:cNvPr id="473" name="WordArt 115">
                  <a:extLst>
                    <a:ext uri="{FF2B5EF4-FFF2-40B4-BE49-F238E27FC236}">
                      <a16:creationId xmlns:a16="http://schemas.microsoft.com/office/drawing/2014/main" id="{165712B9-2C2C-8EA4-A0C0-9E6011222240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471" name="WordArt 68">
                <a:extLst>
                  <a:ext uri="{FF2B5EF4-FFF2-40B4-BE49-F238E27FC236}">
                    <a16:creationId xmlns:a16="http://schemas.microsoft.com/office/drawing/2014/main" id="{0F14FBFF-DEFB-3D64-4162-AC8E3B94D2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4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spine_2_2</a:t>
                </a:r>
              </a:p>
            </p:txBody>
          </p:sp>
        </p:grpSp>
        <p:grpSp>
          <p:nvGrpSpPr>
            <p:cNvPr id="544" name="Group 543">
              <a:extLst>
                <a:ext uri="{FF2B5EF4-FFF2-40B4-BE49-F238E27FC236}">
                  <a16:creationId xmlns:a16="http://schemas.microsoft.com/office/drawing/2014/main" id="{8BFC96DF-8187-9806-F7BC-442643B78FE5}"/>
                </a:ext>
              </a:extLst>
            </p:cNvPr>
            <p:cNvGrpSpPr/>
            <p:nvPr/>
          </p:nvGrpSpPr>
          <p:grpSpPr>
            <a:xfrm>
              <a:off x="4826384" y="1418220"/>
              <a:ext cx="809402" cy="463051"/>
              <a:chOff x="967835" y="2541918"/>
              <a:chExt cx="1426054" cy="463051"/>
            </a:xfrm>
          </p:grpSpPr>
          <p:grpSp>
            <p:nvGrpSpPr>
              <p:cNvPr id="545" name="Group 93">
                <a:extLst>
                  <a:ext uri="{FF2B5EF4-FFF2-40B4-BE49-F238E27FC236}">
                    <a16:creationId xmlns:a16="http://schemas.microsoft.com/office/drawing/2014/main" id="{B36E0DF5-AC10-228F-22D3-764E136229F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547" name="Group 94">
                  <a:extLst>
                    <a:ext uri="{FF2B5EF4-FFF2-40B4-BE49-F238E27FC236}">
                      <a16:creationId xmlns:a16="http://schemas.microsoft.com/office/drawing/2014/main" id="{ABD92FD5-4B69-B1E3-A536-C2D3379A0BC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549" name="AutoShape 95">
                    <a:extLst>
                      <a:ext uri="{FF2B5EF4-FFF2-40B4-BE49-F238E27FC236}">
                        <a16:creationId xmlns:a16="http://schemas.microsoft.com/office/drawing/2014/main" id="{45FA1F3E-620E-73C5-8490-B2C356D3554D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8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550" name="Group 96">
                    <a:extLst>
                      <a:ext uri="{FF2B5EF4-FFF2-40B4-BE49-F238E27FC236}">
                        <a16:creationId xmlns:a16="http://schemas.microsoft.com/office/drawing/2014/main" id="{F3B204AF-CA71-2F97-F8C5-0C006EB6EF0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551" name="Group 97">
                      <a:extLst>
                        <a:ext uri="{FF2B5EF4-FFF2-40B4-BE49-F238E27FC236}">
                          <a16:creationId xmlns:a16="http://schemas.microsoft.com/office/drawing/2014/main" id="{BF1F39AA-6920-36B3-7070-6FDE8646F566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561" name="Freeform 98">
                        <a:extLst>
                          <a:ext uri="{FF2B5EF4-FFF2-40B4-BE49-F238E27FC236}">
                            <a16:creationId xmlns:a16="http://schemas.microsoft.com/office/drawing/2014/main" id="{A51459D4-8D61-860A-3D78-E87A8B46264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562" name="Freeform 99">
                        <a:extLst>
                          <a:ext uri="{FF2B5EF4-FFF2-40B4-BE49-F238E27FC236}">
                            <a16:creationId xmlns:a16="http://schemas.microsoft.com/office/drawing/2014/main" id="{7A3D4E4D-5B00-F07B-3367-6740721E811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563" name="Freeform 100">
                        <a:extLst>
                          <a:ext uri="{FF2B5EF4-FFF2-40B4-BE49-F238E27FC236}">
                            <a16:creationId xmlns:a16="http://schemas.microsoft.com/office/drawing/2014/main" id="{4522A566-AE2C-7A55-6DB7-DEEF7A727A9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564" name="Freeform 101">
                        <a:extLst>
                          <a:ext uri="{FF2B5EF4-FFF2-40B4-BE49-F238E27FC236}">
                            <a16:creationId xmlns:a16="http://schemas.microsoft.com/office/drawing/2014/main" id="{3EA3DB53-2E7C-0C0A-4261-D42DCE07A35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565" name="Freeform 102">
                        <a:extLst>
                          <a:ext uri="{FF2B5EF4-FFF2-40B4-BE49-F238E27FC236}">
                            <a16:creationId xmlns:a16="http://schemas.microsoft.com/office/drawing/2014/main" id="{0DBE29A8-4FA0-5A02-0998-2EC975CB828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566" name="Freeform 103">
                        <a:extLst>
                          <a:ext uri="{FF2B5EF4-FFF2-40B4-BE49-F238E27FC236}">
                            <a16:creationId xmlns:a16="http://schemas.microsoft.com/office/drawing/2014/main" id="{1C38CA28-AF73-ACF7-E07F-531B9656FF8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567" name="Freeform 104">
                        <a:extLst>
                          <a:ext uri="{FF2B5EF4-FFF2-40B4-BE49-F238E27FC236}">
                            <a16:creationId xmlns:a16="http://schemas.microsoft.com/office/drawing/2014/main" id="{F12677A3-51CD-EB24-232D-897B3493EB1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568" name="Freeform 105">
                        <a:extLst>
                          <a:ext uri="{FF2B5EF4-FFF2-40B4-BE49-F238E27FC236}">
                            <a16:creationId xmlns:a16="http://schemas.microsoft.com/office/drawing/2014/main" id="{22244D88-4B9A-D0F2-00B0-8D255688EED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  <p:grpSp>
                  <p:nvGrpSpPr>
                    <p:cNvPr id="552" name="Group 106">
                      <a:extLst>
                        <a:ext uri="{FF2B5EF4-FFF2-40B4-BE49-F238E27FC236}">
                          <a16:creationId xmlns:a16="http://schemas.microsoft.com/office/drawing/2014/main" id="{BE309F39-CE77-A825-9D1B-9179DC010247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553" name="Freeform 107">
                        <a:extLst>
                          <a:ext uri="{FF2B5EF4-FFF2-40B4-BE49-F238E27FC236}">
                            <a16:creationId xmlns:a16="http://schemas.microsoft.com/office/drawing/2014/main" id="{8117808F-51E4-596F-8CC5-86671DA529E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554" name="Freeform 108">
                        <a:extLst>
                          <a:ext uri="{FF2B5EF4-FFF2-40B4-BE49-F238E27FC236}">
                            <a16:creationId xmlns:a16="http://schemas.microsoft.com/office/drawing/2014/main" id="{0CA9D6FD-DFD4-7015-A315-53A227385D3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555" name="Freeform 109">
                        <a:extLst>
                          <a:ext uri="{FF2B5EF4-FFF2-40B4-BE49-F238E27FC236}">
                            <a16:creationId xmlns:a16="http://schemas.microsoft.com/office/drawing/2014/main" id="{43F0A00E-E534-4F3F-6FFF-1B4A5E652A2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556" name="Freeform 110">
                        <a:extLst>
                          <a:ext uri="{FF2B5EF4-FFF2-40B4-BE49-F238E27FC236}">
                            <a16:creationId xmlns:a16="http://schemas.microsoft.com/office/drawing/2014/main" id="{AB0C4E1B-ED35-4123-88BA-AE00DA154CF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557" name="Freeform 111">
                        <a:extLst>
                          <a:ext uri="{FF2B5EF4-FFF2-40B4-BE49-F238E27FC236}">
                            <a16:creationId xmlns:a16="http://schemas.microsoft.com/office/drawing/2014/main" id="{7190F12C-CD67-4C2D-8B81-AD7545CED9F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558" name="Freeform 112">
                        <a:extLst>
                          <a:ext uri="{FF2B5EF4-FFF2-40B4-BE49-F238E27FC236}">
                            <a16:creationId xmlns:a16="http://schemas.microsoft.com/office/drawing/2014/main" id="{BB03766E-8C25-1C2A-E6F7-CBE108A898E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559" name="Freeform 113">
                        <a:extLst>
                          <a:ext uri="{FF2B5EF4-FFF2-40B4-BE49-F238E27FC236}">
                            <a16:creationId xmlns:a16="http://schemas.microsoft.com/office/drawing/2014/main" id="{BF313B15-942F-93F0-5DF3-F85D8CABE79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560" name="Freeform 114">
                        <a:extLst>
                          <a:ext uri="{FF2B5EF4-FFF2-40B4-BE49-F238E27FC236}">
                            <a16:creationId xmlns:a16="http://schemas.microsoft.com/office/drawing/2014/main" id="{63DF3592-B8B4-895D-7321-0653D33FC67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</p:grpSp>
            </p:grpSp>
            <p:sp>
              <p:nvSpPr>
                <p:cNvPr id="548" name="WordArt 115">
                  <a:extLst>
                    <a:ext uri="{FF2B5EF4-FFF2-40B4-BE49-F238E27FC236}">
                      <a16:creationId xmlns:a16="http://schemas.microsoft.com/office/drawing/2014/main" id="{884EFA91-E2BB-7937-58DF-6478FADD49D0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546" name="WordArt 68">
                <a:extLst>
                  <a:ext uri="{FF2B5EF4-FFF2-40B4-BE49-F238E27FC236}">
                    <a16:creationId xmlns:a16="http://schemas.microsoft.com/office/drawing/2014/main" id="{214CB161-3082-3B52-9887-D4F4D1C3D9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4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core_1_1</a:t>
                </a:r>
              </a:p>
            </p:txBody>
          </p:sp>
        </p:grpSp>
        <p:grpSp>
          <p:nvGrpSpPr>
            <p:cNvPr id="607" name="Gruppo 599">
              <a:extLst>
                <a:ext uri="{FF2B5EF4-FFF2-40B4-BE49-F238E27FC236}">
                  <a16:creationId xmlns:a16="http://schemas.microsoft.com/office/drawing/2014/main" id="{E1E928F2-95BB-9138-3B6D-98C18F414DDB}"/>
                </a:ext>
              </a:extLst>
            </p:cNvPr>
            <p:cNvGrpSpPr/>
            <p:nvPr/>
          </p:nvGrpSpPr>
          <p:grpSpPr>
            <a:xfrm>
              <a:off x="954056" y="5280514"/>
              <a:ext cx="1640338" cy="913647"/>
              <a:chOff x="10393605" y="4306849"/>
              <a:chExt cx="907197" cy="505297"/>
            </a:xfrm>
          </p:grpSpPr>
          <p:sp>
            <p:nvSpPr>
              <p:cNvPr id="608" name="Text Box 169">
                <a:extLst>
                  <a:ext uri="{FF2B5EF4-FFF2-40B4-BE49-F238E27FC236}">
                    <a16:creationId xmlns:a16="http://schemas.microsoft.com/office/drawing/2014/main" id="{F8D569A6-A85E-C07C-0811-DACE6D359A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93605" y="4657291"/>
                <a:ext cx="907197" cy="1548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it-IT" sz="900" b="1"/>
                  <a:t>server_1_1_1</a:t>
                </a:r>
              </a:p>
            </p:txBody>
          </p:sp>
          <p:sp>
            <p:nvSpPr>
              <p:cNvPr id="609" name="AutoShape 171">
                <a:extLst>
                  <a:ext uri="{FF2B5EF4-FFF2-40B4-BE49-F238E27FC236}">
                    <a16:creationId xmlns:a16="http://schemas.microsoft.com/office/drawing/2014/main" id="{7BC9515A-155F-9DAC-7F32-313168BB6C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1757" y="4306849"/>
                <a:ext cx="378624" cy="350441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10" name="mainfrm">
                <a:extLst>
                  <a:ext uri="{FF2B5EF4-FFF2-40B4-BE49-F238E27FC236}">
                    <a16:creationId xmlns:a16="http://schemas.microsoft.com/office/drawing/2014/main" id="{67FDF7DA-1962-7282-5A99-A4641DE00221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0691757" y="4360763"/>
                <a:ext cx="324710" cy="29652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617" name="Gruppo 599">
              <a:extLst>
                <a:ext uri="{FF2B5EF4-FFF2-40B4-BE49-F238E27FC236}">
                  <a16:creationId xmlns:a16="http://schemas.microsoft.com/office/drawing/2014/main" id="{711B364C-C9AE-896B-EE1E-0B685BCDE3B7}"/>
                </a:ext>
              </a:extLst>
            </p:cNvPr>
            <p:cNvGrpSpPr/>
            <p:nvPr/>
          </p:nvGrpSpPr>
          <p:grpSpPr>
            <a:xfrm>
              <a:off x="2073590" y="5283732"/>
              <a:ext cx="1640338" cy="913647"/>
              <a:chOff x="10393605" y="4306849"/>
              <a:chExt cx="907197" cy="505297"/>
            </a:xfrm>
          </p:grpSpPr>
          <p:sp>
            <p:nvSpPr>
              <p:cNvPr id="618" name="Text Box 169">
                <a:extLst>
                  <a:ext uri="{FF2B5EF4-FFF2-40B4-BE49-F238E27FC236}">
                    <a16:creationId xmlns:a16="http://schemas.microsoft.com/office/drawing/2014/main" id="{16874AEB-257A-E959-8B0E-291CC08640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93605" y="4657291"/>
                <a:ext cx="907197" cy="1548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it-IT" sz="900" b="1"/>
                  <a:t>server_1_1_2</a:t>
                </a:r>
              </a:p>
            </p:txBody>
          </p:sp>
          <p:sp>
            <p:nvSpPr>
              <p:cNvPr id="619" name="AutoShape 171">
                <a:extLst>
                  <a:ext uri="{FF2B5EF4-FFF2-40B4-BE49-F238E27FC236}">
                    <a16:creationId xmlns:a16="http://schemas.microsoft.com/office/drawing/2014/main" id="{2476B9C7-C2AB-253A-D81E-F518D7ADA5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1757" y="4306849"/>
                <a:ext cx="378624" cy="350441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20" name="mainfrm">
                <a:extLst>
                  <a:ext uri="{FF2B5EF4-FFF2-40B4-BE49-F238E27FC236}">
                    <a16:creationId xmlns:a16="http://schemas.microsoft.com/office/drawing/2014/main" id="{21CE5A5A-0093-A007-5B8B-5DE84FA01B71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0691757" y="4360763"/>
                <a:ext cx="324710" cy="29652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621" name="Gruppo 599">
              <a:extLst>
                <a:ext uri="{FF2B5EF4-FFF2-40B4-BE49-F238E27FC236}">
                  <a16:creationId xmlns:a16="http://schemas.microsoft.com/office/drawing/2014/main" id="{9101054F-FA6F-6EAD-BF9F-70AFA4D67D6A}"/>
                </a:ext>
              </a:extLst>
            </p:cNvPr>
            <p:cNvGrpSpPr/>
            <p:nvPr/>
          </p:nvGrpSpPr>
          <p:grpSpPr>
            <a:xfrm>
              <a:off x="3127408" y="5303501"/>
              <a:ext cx="1640338" cy="913647"/>
              <a:chOff x="10393605" y="4306849"/>
              <a:chExt cx="907197" cy="505297"/>
            </a:xfrm>
          </p:grpSpPr>
          <p:sp>
            <p:nvSpPr>
              <p:cNvPr id="622" name="Text Box 169">
                <a:extLst>
                  <a:ext uri="{FF2B5EF4-FFF2-40B4-BE49-F238E27FC236}">
                    <a16:creationId xmlns:a16="http://schemas.microsoft.com/office/drawing/2014/main" id="{447DA220-708D-1D4B-896D-4EDB93187C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93605" y="4657291"/>
                <a:ext cx="907197" cy="1548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it-IT" sz="900" b="1"/>
                  <a:t>server_1_2_1</a:t>
                </a:r>
              </a:p>
            </p:txBody>
          </p:sp>
          <p:sp>
            <p:nvSpPr>
              <p:cNvPr id="623" name="AutoShape 171">
                <a:extLst>
                  <a:ext uri="{FF2B5EF4-FFF2-40B4-BE49-F238E27FC236}">
                    <a16:creationId xmlns:a16="http://schemas.microsoft.com/office/drawing/2014/main" id="{028AD7F1-6D6F-B78C-0740-D2EDFDC3F6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1757" y="4306849"/>
                <a:ext cx="378624" cy="350441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24" name="mainfrm">
                <a:extLst>
                  <a:ext uri="{FF2B5EF4-FFF2-40B4-BE49-F238E27FC236}">
                    <a16:creationId xmlns:a16="http://schemas.microsoft.com/office/drawing/2014/main" id="{D7207D5A-8B49-135C-A8AD-88B1968E18AB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0691757" y="4360763"/>
                <a:ext cx="324710" cy="29652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625" name="Gruppo 599">
              <a:extLst>
                <a:ext uri="{FF2B5EF4-FFF2-40B4-BE49-F238E27FC236}">
                  <a16:creationId xmlns:a16="http://schemas.microsoft.com/office/drawing/2014/main" id="{B7FB5463-445A-533F-A86E-B8AE62240554}"/>
                </a:ext>
              </a:extLst>
            </p:cNvPr>
            <p:cNvGrpSpPr/>
            <p:nvPr/>
          </p:nvGrpSpPr>
          <p:grpSpPr>
            <a:xfrm>
              <a:off x="4186926" y="5311509"/>
              <a:ext cx="1640338" cy="913645"/>
              <a:chOff x="10393605" y="4306849"/>
              <a:chExt cx="907197" cy="505296"/>
            </a:xfrm>
          </p:grpSpPr>
          <p:sp>
            <p:nvSpPr>
              <p:cNvPr id="626" name="Text Box 169">
                <a:extLst>
                  <a:ext uri="{FF2B5EF4-FFF2-40B4-BE49-F238E27FC236}">
                    <a16:creationId xmlns:a16="http://schemas.microsoft.com/office/drawing/2014/main" id="{73933C0A-5B3F-5AB8-0EE4-B556686A89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93605" y="4657290"/>
                <a:ext cx="907197" cy="1548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it-IT" sz="900" b="1" dirty="0"/>
                  <a:t>server_1_2_2</a:t>
                </a:r>
              </a:p>
            </p:txBody>
          </p:sp>
          <p:sp>
            <p:nvSpPr>
              <p:cNvPr id="627" name="AutoShape 171">
                <a:extLst>
                  <a:ext uri="{FF2B5EF4-FFF2-40B4-BE49-F238E27FC236}">
                    <a16:creationId xmlns:a16="http://schemas.microsoft.com/office/drawing/2014/main" id="{ABD25D68-B0BA-3CEC-B1B9-99D29D1A79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1757" y="4306849"/>
                <a:ext cx="378624" cy="350441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28" name="mainfrm">
                <a:extLst>
                  <a:ext uri="{FF2B5EF4-FFF2-40B4-BE49-F238E27FC236}">
                    <a16:creationId xmlns:a16="http://schemas.microsoft.com/office/drawing/2014/main" id="{D0D3F894-61BB-635B-B4E3-4591151783AF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0691757" y="4360763"/>
                <a:ext cx="324710" cy="29652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8" name="Line 71">
              <a:extLst>
                <a:ext uri="{FF2B5EF4-FFF2-40B4-BE49-F238E27FC236}">
                  <a16:creationId xmlns:a16="http://schemas.microsoft.com/office/drawing/2014/main" id="{D276E2E6-28C0-0AD8-B2EC-8C613A768E1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4446102" y="4663277"/>
              <a:ext cx="643271" cy="6472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/>
            </a:p>
          </p:txBody>
        </p:sp>
        <p:sp>
          <p:nvSpPr>
            <p:cNvPr id="20" name="Line 72">
              <a:extLst>
                <a:ext uri="{FF2B5EF4-FFF2-40B4-BE49-F238E27FC236}">
                  <a16:creationId xmlns:a16="http://schemas.microsoft.com/office/drawing/2014/main" id="{226F0098-A977-4F94-EEA8-DD729F0C9C2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3906612" y="4765978"/>
              <a:ext cx="630249" cy="44479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/>
            </a:p>
          </p:txBody>
        </p:sp>
        <p:sp>
          <p:nvSpPr>
            <p:cNvPr id="21" name="Line 71">
              <a:extLst>
                <a:ext uri="{FF2B5EF4-FFF2-40B4-BE49-F238E27FC236}">
                  <a16:creationId xmlns:a16="http://schemas.microsoft.com/office/drawing/2014/main" id="{1FA7A58C-9877-F406-7DB4-3DDAA90DBEE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8310291" y="4665453"/>
              <a:ext cx="658626" cy="63137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/>
            </a:p>
          </p:txBody>
        </p:sp>
        <p:sp>
          <p:nvSpPr>
            <p:cNvPr id="22" name="Line 72">
              <a:extLst>
                <a:ext uri="{FF2B5EF4-FFF2-40B4-BE49-F238E27FC236}">
                  <a16:creationId xmlns:a16="http://schemas.microsoft.com/office/drawing/2014/main" id="{5A3CCDCD-2258-D900-2931-C182838EB2C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7752974" y="4734434"/>
              <a:ext cx="647323" cy="48448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/>
            </a:p>
          </p:txBody>
        </p:sp>
        <p:grpSp>
          <p:nvGrpSpPr>
            <p:cNvPr id="23" name="Gruppo 599">
              <a:extLst>
                <a:ext uri="{FF2B5EF4-FFF2-40B4-BE49-F238E27FC236}">
                  <a16:creationId xmlns:a16="http://schemas.microsoft.com/office/drawing/2014/main" id="{A012DBE2-524A-F518-FA44-C9BE537AA565}"/>
                </a:ext>
              </a:extLst>
            </p:cNvPr>
            <p:cNvGrpSpPr/>
            <p:nvPr/>
          </p:nvGrpSpPr>
          <p:grpSpPr>
            <a:xfrm>
              <a:off x="6904198" y="5308343"/>
              <a:ext cx="1640338" cy="913647"/>
              <a:chOff x="10393605" y="4306849"/>
              <a:chExt cx="907197" cy="505297"/>
            </a:xfrm>
          </p:grpSpPr>
          <p:sp>
            <p:nvSpPr>
              <p:cNvPr id="34" name="Text Box 169">
                <a:extLst>
                  <a:ext uri="{FF2B5EF4-FFF2-40B4-BE49-F238E27FC236}">
                    <a16:creationId xmlns:a16="http://schemas.microsoft.com/office/drawing/2014/main" id="{814368EE-2FE1-B728-805B-FED05D9EAD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93605" y="4657291"/>
                <a:ext cx="907197" cy="1548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it-IT" sz="900" b="1"/>
                  <a:t>server_2_1_1</a:t>
                </a:r>
              </a:p>
            </p:txBody>
          </p:sp>
          <p:sp>
            <p:nvSpPr>
              <p:cNvPr id="35" name="AutoShape 171">
                <a:extLst>
                  <a:ext uri="{FF2B5EF4-FFF2-40B4-BE49-F238E27FC236}">
                    <a16:creationId xmlns:a16="http://schemas.microsoft.com/office/drawing/2014/main" id="{1B39AEDF-EC5D-F883-3617-B12B140CA9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1757" y="4306849"/>
                <a:ext cx="378624" cy="350441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6" name="mainfrm">
                <a:extLst>
                  <a:ext uri="{FF2B5EF4-FFF2-40B4-BE49-F238E27FC236}">
                    <a16:creationId xmlns:a16="http://schemas.microsoft.com/office/drawing/2014/main" id="{4407CC4E-2246-395B-DB58-3BC7501A11FB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0691757" y="4360763"/>
                <a:ext cx="324710" cy="29652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37" name="Gruppo 599">
              <a:extLst>
                <a:ext uri="{FF2B5EF4-FFF2-40B4-BE49-F238E27FC236}">
                  <a16:creationId xmlns:a16="http://schemas.microsoft.com/office/drawing/2014/main" id="{A9BDD0E5-2FC6-64F0-4AD6-83DFE4F6FE8F}"/>
                </a:ext>
              </a:extLst>
            </p:cNvPr>
            <p:cNvGrpSpPr/>
            <p:nvPr/>
          </p:nvGrpSpPr>
          <p:grpSpPr>
            <a:xfrm>
              <a:off x="8055739" y="5308343"/>
              <a:ext cx="1640338" cy="913645"/>
              <a:chOff x="10393605" y="4306849"/>
              <a:chExt cx="907197" cy="505296"/>
            </a:xfrm>
          </p:grpSpPr>
          <p:sp>
            <p:nvSpPr>
              <p:cNvPr id="38" name="Text Box 169">
                <a:extLst>
                  <a:ext uri="{FF2B5EF4-FFF2-40B4-BE49-F238E27FC236}">
                    <a16:creationId xmlns:a16="http://schemas.microsoft.com/office/drawing/2014/main" id="{D64276E9-FA55-DE86-8306-605E1949E8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93605" y="4657290"/>
                <a:ext cx="907197" cy="1548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it-IT" sz="900" b="1"/>
                  <a:t>server_2_1_2</a:t>
                </a:r>
              </a:p>
            </p:txBody>
          </p:sp>
          <p:sp>
            <p:nvSpPr>
              <p:cNvPr id="39" name="AutoShape 171">
                <a:extLst>
                  <a:ext uri="{FF2B5EF4-FFF2-40B4-BE49-F238E27FC236}">
                    <a16:creationId xmlns:a16="http://schemas.microsoft.com/office/drawing/2014/main" id="{83084C55-0DC1-E49A-2256-8E847EED62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1757" y="4306849"/>
                <a:ext cx="378624" cy="350441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40" name="mainfrm">
                <a:extLst>
                  <a:ext uri="{FF2B5EF4-FFF2-40B4-BE49-F238E27FC236}">
                    <a16:creationId xmlns:a16="http://schemas.microsoft.com/office/drawing/2014/main" id="{B2E8959A-FD89-C571-F8AF-D520C2BF6BE1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0691757" y="4360763"/>
                <a:ext cx="324710" cy="29652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48" name="Gruppo 599">
              <a:extLst>
                <a:ext uri="{FF2B5EF4-FFF2-40B4-BE49-F238E27FC236}">
                  <a16:creationId xmlns:a16="http://schemas.microsoft.com/office/drawing/2014/main" id="{E7860AC3-53B0-E86F-B195-22407D9360CF}"/>
                </a:ext>
              </a:extLst>
            </p:cNvPr>
            <p:cNvGrpSpPr/>
            <p:nvPr/>
          </p:nvGrpSpPr>
          <p:grpSpPr>
            <a:xfrm>
              <a:off x="9109557" y="5328112"/>
              <a:ext cx="1640338" cy="913645"/>
              <a:chOff x="10393605" y="4306849"/>
              <a:chExt cx="907197" cy="505296"/>
            </a:xfrm>
          </p:grpSpPr>
          <p:sp>
            <p:nvSpPr>
              <p:cNvPr id="49" name="Text Box 169">
                <a:extLst>
                  <a:ext uri="{FF2B5EF4-FFF2-40B4-BE49-F238E27FC236}">
                    <a16:creationId xmlns:a16="http://schemas.microsoft.com/office/drawing/2014/main" id="{3338CBB1-FF1D-B5CE-5732-C526FA218A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93605" y="4657290"/>
                <a:ext cx="907197" cy="1548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it-IT" sz="900" b="1"/>
                  <a:t>server_2_2_1</a:t>
                </a:r>
              </a:p>
            </p:txBody>
          </p:sp>
          <p:sp>
            <p:nvSpPr>
              <p:cNvPr id="50" name="AutoShape 171">
                <a:extLst>
                  <a:ext uri="{FF2B5EF4-FFF2-40B4-BE49-F238E27FC236}">
                    <a16:creationId xmlns:a16="http://schemas.microsoft.com/office/drawing/2014/main" id="{5F2429B2-F172-CD27-BAFB-E4FDA992CA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1757" y="4306849"/>
                <a:ext cx="378624" cy="350441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1" name="mainfrm">
                <a:extLst>
                  <a:ext uri="{FF2B5EF4-FFF2-40B4-BE49-F238E27FC236}">
                    <a16:creationId xmlns:a16="http://schemas.microsoft.com/office/drawing/2014/main" id="{E30970B7-82B5-EA34-5705-05582013452B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0691757" y="4360763"/>
                <a:ext cx="324710" cy="29652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52" name="Gruppo 599">
              <a:extLst>
                <a:ext uri="{FF2B5EF4-FFF2-40B4-BE49-F238E27FC236}">
                  <a16:creationId xmlns:a16="http://schemas.microsoft.com/office/drawing/2014/main" id="{CD17EBFE-C516-E9D2-E58F-DC3154B9A694}"/>
                </a:ext>
              </a:extLst>
            </p:cNvPr>
            <p:cNvGrpSpPr/>
            <p:nvPr/>
          </p:nvGrpSpPr>
          <p:grpSpPr>
            <a:xfrm>
              <a:off x="10169075" y="5336122"/>
              <a:ext cx="1640338" cy="913645"/>
              <a:chOff x="10393605" y="4306849"/>
              <a:chExt cx="907197" cy="505296"/>
            </a:xfrm>
          </p:grpSpPr>
          <p:sp>
            <p:nvSpPr>
              <p:cNvPr id="53" name="Text Box 169">
                <a:extLst>
                  <a:ext uri="{FF2B5EF4-FFF2-40B4-BE49-F238E27FC236}">
                    <a16:creationId xmlns:a16="http://schemas.microsoft.com/office/drawing/2014/main" id="{1D7DB5DB-C4C7-3228-6F50-22DFC239F4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93605" y="4657290"/>
                <a:ext cx="907197" cy="1548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it-IT" sz="900" b="1"/>
                  <a:t>server_2_2_2</a:t>
                </a:r>
              </a:p>
            </p:txBody>
          </p:sp>
          <p:sp>
            <p:nvSpPr>
              <p:cNvPr id="54" name="AutoShape 171">
                <a:extLst>
                  <a:ext uri="{FF2B5EF4-FFF2-40B4-BE49-F238E27FC236}">
                    <a16:creationId xmlns:a16="http://schemas.microsoft.com/office/drawing/2014/main" id="{D1C050DA-A392-478D-02EC-9CDF43CBD8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1757" y="4306849"/>
                <a:ext cx="378624" cy="350441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5" name="mainfrm">
                <a:extLst>
                  <a:ext uri="{FF2B5EF4-FFF2-40B4-BE49-F238E27FC236}">
                    <a16:creationId xmlns:a16="http://schemas.microsoft.com/office/drawing/2014/main" id="{B21447F0-7464-7BF5-F2A8-C9ADF8C0F390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0691757" y="4360763"/>
                <a:ext cx="324710" cy="29652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80" name="Line 71">
              <a:extLst>
                <a:ext uri="{FF2B5EF4-FFF2-40B4-BE49-F238E27FC236}">
                  <a16:creationId xmlns:a16="http://schemas.microsoft.com/office/drawing/2014/main" id="{9E35A4CA-6E41-3B3F-862A-59111DF9A22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10217927" y="4512230"/>
              <a:ext cx="706498" cy="92527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/>
            </a:p>
          </p:txBody>
        </p:sp>
        <p:sp>
          <p:nvSpPr>
            <p:cNvPr id="81" name="Line 72">
              <a:extLst>
                <a:ext uri="{FF2B5EF4-FFF2-40B4-BE49-F238E27FC236}">
                  <a16:creationId xmlns:a16="http://schemas.microsoft.com/office/drawing/2014/main" id="{29356A2D-DFE9-94D1-F57F-33C153E04B2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9708718" y="4924032"/>
              <a:ext cx="676852" cy="13131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/>
            </a:p>
          </p:txBody>
        </p:sp>
        <p:grpSp>
          <p:nvGrpSpPr>
            <p:cNvPr id="519" name="Group 518">
              <a:extLst>
                <a:ext uri="{FF2B5EF4-FFF2-40B4-BE49-F238E27FC236}">
                  <a16:creationId xmlns:a16="http://schemas.microsoft.com/office/drawing/2014/main" id="{D1BE7E02-8E02-A4F9-89DE-754E9BEBB22B}"/>
                </a:ext>
              </a:extLst>
            </p:cNvPr>
            <p:cNvGrpSpPr/>
            <p:nvPr/>
          </p:nvGrpSpPr>
          <p:grpSpPr>
            <a:xfrm>
              <a:off x="9698798" y="4180202"/>
              <a:ext cx="809402" cy="463051"/>
              <a:chOff x="967835" y="2541918"/>
              <a:chExt cx="1426054" cy="463051"/>
            </a:xfrm>
          </p:grpSpPr>
          <p:grpSp>
            <p:nvGrpSpPr>
              <p:cNvPr id="520" name="Group 93">
                <a:extLst>
                  <a:ext uri="{FF2B5EF4-FFF2-40B4-BE49-F238E27FC236}">
                    <a16:creationId xmlns:a16="http://schemas.microsoft.com/office/drawing/2014/main" id="{5B342306-3DCE-519D-12B0-941C638CD7D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522" name="Group 94">
                  <a:extLst>
                    <a:ext uri="{FF2B5EF4-FFF2-40B4-BE49-F238E27FC236}">
                      <a16:creationId xmlns:a16="http://schemas.microsoft.com/office/drawing/2014/main" id="{FA83A1A3-DE91-B01A-770A-0FC52ECC91D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524" name="AutoShape 95">
                    <a:extLst>
                      <a:ext uri="{FF2B5EF4-FFF2-40B4-BE49-F238E27FC236}">
                        <a16:creationId xmlns:a16="http://schemas.microsoft.com/office/drawing/2014/main" id="{AFED9088-78EB-0636-5863-1BF94045BCC5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8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525" name="Group 96">
                    <a:extLst>
                      <a:ext uri="{FF2B5EF4-FFF2-40B4-BE49-F238E27FC236}">
                        <a16:creationId xmlns:a16="http://schemas.microsoft.com/office/drawing/2014/main" id="{4DC1467F-45E7-393C-F85A-523C82EC408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526" name="Group 97">
                      <a:extLst>
                        <a:ext uri="{FF2B5EF4-FFF2-40B4-BE49-F238E27FC236}">
                          <a16:creationId xmlns:a16="http://schemas.microsoft.com/office/drawing/2014/main" id="{80518D40-2975-95F9-62FC-ADD3BE2B0E7A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536" name="Freeform 98">
                        <a:extLst>
                          <a:ext uri="{FF2B5EF4-FFF2-40B4-BE49-F238E27FC236}">
                            <a16:creationId xmlns:a16="http://schemas.microsoft.com/office/drawing/2014/main" id="{E7F02422-6B81-7731-9992-92E25801C70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537" name="Freeform 99">
                        <a:extLst>
                          <a:ext uri="{FF2B5EF4-FFF2-40B4-BE49-F238E27FC236}">
                            <a16:creationId xmlns:a16="http://schemas.microsoft.com/office/drawing/2014/main" id="{01C4B977-0554-032F-EAE7-DE911FA690C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538" name="Freeform 100">
                        <a:extLst>
                          <a:ext uri="{FF2B5EF4-FFF2-40B4-BE49-F238E27FC236}">
                            <a16:creationId xmlns:a16="http://schemas.microsoft.com/office/drawing/2014/main" id="{7523629F-4861-AAD8-FBF4-E0A1D1E1BEF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539" name="Freeform 101">
                        <a:extLst>
                          <a:ext uri="{FF2B5EF4-FFF2-40B4-BE49-F238E27FC236}">
                            <a16:creationId xmlns:a16="http://schemas.microsoft.com/office/drawing/2014/main" id="{ABFD1F40-17B5-3E90-9BDA-EE6C769869C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540" name="Freeform 102">
                        <a:extLst>
                          <a:ext uri="{FF2B5EF4-FFF2-40B4-BE49-F238E27FC236}">
                            <a16:creationId xmlns:a16="http://schemas.microsoft.com/office/drawing/2014/main" id="{F4A1C431-2BE2-B622-26FC-1DB3F5CDA45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541" name="Freeform 103">
                        <a:extLst>
                          <a:ext uri="{FF2B5EF4-FFF2-40B4-BE49-F238E27FC236}">
                            <a16:creationId xmlns:a16="http://schemas.microsoft.com/office/drawing/2014/main" id="{F759AD69-E82B-FD8F-D960-BAA9C89D60F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542" name="Freeform 104">
                        <a:extLst>
                          <a:ext uri="{FF2B5EF4-FFF2-40B4-BE49-F238E27FC236}">
                            <a16:creationId xmlns:a16="http://schemas.microsoft.com/office/drawing/2014/main" id="{9F13D9F9-3796-7356-C584-4575B5FC775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543" name="Freeform 105">
                        <a:extLst>
                          <a:ext uri="{FF2B5EF4-FFF2-40B4-BE49-F238E27FC236}">
                            <a16:creationId xmlns:a16="http://schemas.microsoft.com/office/drawing/2014/main" id="{5D86041B-080E-2CAD-CF78-5879E1B7454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  <p:grpSp>
                  <p:nvGrpSpPr>
                    <p:cNvPr id="527" name="Group 106">
                      <a:extLst>
                        <a:ext uri="{FF2B5EF4-FFF2-40B4-BE49-F238E27FC236}">
                          <a16:creationId xmlns:a16="http://schemas.microsoft.com/office/drawing/2014/main" id="{54BDF984-076B-0857-A22C-8828C442B9A0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528" name="Freeform 107">
                        <a:extLst>
                          <a:ext uri="{FF2B5EF4-FFF2-40B4-BE49-F238E27FC236}">
                            <a16:creationId xmlns:a16="http://schemas.microsoft.com/office/drawing/2014/main" id="{8F1129C8-F3C6-DDE4-23EA-63A0F250265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529" name="Freeform 108">
                        <a:extLst>
                          <a:ext uri="{FF2B5EF4-FFF2-40B4-BE49-F238E27FC236}">
                            <a16:creationId xmlns:a16="http://schemas.microsoft.com/office/drawing/2014/main" id="{C06170EF-37A2-397A-3F12-79A28E67429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530" name="Freeform 109">
                        <a:extLst>
                          <a:ext uri="{FF2B5EF4-FFF2-40B4-BE49-F238E27FC236}">
                            <a16:creationId xmlns:a16="http://schemas.microsoft.com/office/drawing/2014/main" id="{44233A2E-E35C-FB13-3980-93E635945AF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531" name="Freeform 110">
                        <a:extLst>
                          <a:ext uri="{FF2B5EF4-FFF2-40B4-BE49-F238E27FC236}">
                            <a16:creationId xmlns:a16="http://schemas.microsoft.com/office/drawing/2014/main" id="{AC46EAEB-5CFE-0BD1-40EF-6413AC5097B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532" name="Freeform 111">
                        <a:extLst>
                          <a:ext uri="{FF2B5EF4-FFF2-40B4-BE49-F238E27FC236}">
                            <a16:creationId xmlns:a16="http://schemas.microsoft.com/office/drawing/2014/main" id="{9DE8223B-0014-7165-95BA-D7665E955FE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533" name="Freeform 112">
                        <a:extLst>
                          <a:ext uri="{FF2B5EF4-FFF2-40B4-BE49-F238E27FC236}">
                            <a16:creationId xmlns:a16="http://schemas.microsoft.com/office/drawing/2014/main" id="{9E763356-F470-8786-88DE-AD30804EC7C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534" name="Freeform 113">
                        <a:extLst>
                          <a:ext uri="{FF2B5EF4-FFF2-40B4-BE49-F238E27FC236}">
                            <a16:creationId xmlns:a16="http://schemas.microsoft.com/office/drawing/2014/main" id="{3E9AC487-6B04-8A01-70E3-2788660C5DC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535" name="Freeform 114">
                        <a:extLst>
                          <a:ext uri="{FF2B5EF4-FFF2-40B4-BE49-F238E27FC236}">
                            <a16:creationId xmlns:a16="http://schemas.microsoft.com/office/drawing/2014/main" id="{6647F041-3ADC-E2F9-760D-EECD6C657E9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</p:grpSp>
            </p:grpSp>
            <p:sp>
              <p:nvSpPr>
                <p:cNvPr id="523" name="WordArt 115">
                  <a:extLst>
                    <a:ext uri="{FF2B5EF4-FFF2-40B4-BE49-F238E27FC236}">
                      <a16:creationId xmlns:a16="http://schemas.microsoft.com/office/drawing/2014/main" id="{4713C84D-72EF-359E-1B2B-DD97A38AF21E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521" name="WordArt 68">
                <a:extLst>
                  <a:ext uri="{FF2B5EF4-FFF2-40B4-BE49-F238E27FC236}">
                    <a16:creationId xmlns:a16="http://schemas.microsoft.com/office/drawing/2014/main" id="{465EA376-2FF4-AA50-EDFA-059EC50CB5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4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leaf_2_2</a:t>
                </a:r>
              </a:p>
            </p:txBody>
          </p:sp>
        </p:grpSp>
        <p:sp>
          <p:nvSpPr>
            <p:cNvPr id="11" name="Oval 152">
              <a:extLst>
                <a:ext uri="{FF2B5EF4-FFF2-40B4-BE49-F238E27FC236}">
                  <a16:creationId xmlns:a16="http://schemas.microsoft.com/office/drawing/2014/main" id="{D75CDBDA-7707-82CE-0B5B-C90BF4A43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7205" y="3772538"/>
              <a:ext cx="220690" cy="22069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12" name="Oval 152">
              <a:extLst>
                <a:ext uri="{FF2B5EF4-FFF2-40B4-BE49-F238E27FC236}">
                  <a16:creationId xmlns:a16="http://schemas.microsoft.com/office/drawing/2014/main" id="{467334FD-AF6B-5E56-7F79-E045BECAA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1818" y="4916774"/>
              <a:ext cx="220690" cy="22069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13" name="Oval 152">
              <a:extLst>
                <a:ext uri="{FF2B5EF4-FFF2-40B4-BE49-F238E27FC236}">
                  <a16:creationId xmlns:a16="http://schemas.microsoft.com/office/drawing/2014/main" id="{F59B57C8-F94F-B3FA-A49E-918D79C32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0062" y="4939435"/>
              <a:ext cx="220690" cy="22069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U</a:t>
              </a:r>
            </a:p>
          </p:txBody>
        </p:sp>
        <p:sp>
          <p:nvSpPr>
            <p:cNvPr id="14" name="Oval 152">
              <a:extLst>
                <a:ext uri="{FF2B5EF4-FFF2-40B4-BE49-F238E27FC236}">
                  <a16:creationId xmlns:a16="http://schemas.microsoft.com/office/drawing/2014/main" id="{0875C48D-16F5-A358-2B9E-A00803D2C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4726" y="4952321"/>
              <a:ext cx="220690" cy="22069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V</a:t>
              </a:r>
            </a:p>
          </p:txBody>
        </p:sp>
        <p:sp>
          <p:nvSpPr>
            <p:cNvPr id="56" name="Oval 152">
              <a:extLst>
                <a:ext uri="{FF2B5EF4-FFF2-40B4-BE49-F238E27FC236}">
                  <a16:creationId xmlns:a16="http://schemas.microsoft.com/office/drawing/2014/main" id="{16E5777A-171F-350F-BCC6-8D1F06A4A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0911" y="4943899"/>
              <a:ext cx="220690" cy="22069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Z</a:t>
              </a:r>
            </a:p>
          </p:txBody>
        </p:sp>
        <p:sp>
          <p:nvSpPr>
            <p:cNvPr id="57" name="Oval 152">
              <a:extLst>
                <a:ext uri="{FF2B5EF4-FFF2-40B4-BE49-F238E27FC236}">
                  <a16:creationId xmlns:a16="http://schemas.microsoft.com/office/drawing/2014/main" id="{14290131-4D9E-DE85-6693-63ED75504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5118" y="4955136"/>
              <a:ext cx="220690" cy="22069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M</a:t>
              </a:r>
            </a:p>
          </p:txBody>
        </p:sp>
        <p:sp>
          <p:nvSpPr>
            <p:cNvPr id="58" name="Oval 152">
              <a:extLst>
                <a:ext uri="{FF2B5EF4-FFF2-40B4-BE49-F238E27FC236}">
                  <a16:creationId xmlns:a16="http://schemas.microsoft.com/office/drawing/2014/main" id="{A2580782-3419-7164-EB10-3DAE233756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1941" y="4955136"/>
              <a:ext cx="220690" cy="22069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F</a:t>
              </a:r>
            </a:p>
          </p:txBody>
        </p:sp>
        <p:sp>
          <p:nvSpPr>
            <p:cNvPr id="59" name="Oval 152">
              <a:extLst>
                <a:ext uri="{FF2B5EF4-FFF2-40B4-BE49-F238E27FC236}">
                  <a16:creationId xmlns:a16="http://schemas.microsoft.com/office/drawing/2014/main" id="{B5163197-BDD2-B25B-AFA9-94555E6C2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2425" y="4955136"/>
              <a:ext cx="220690" cy="22069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P</a:t>
              </a:r>
            </a:p>
          </p:txBody>
        </p:sp>
        <p:sp>
          <p:nvSpPr>
            <p:cNvPr id="60" name="Oval 152">
              <a:extLst>
                <a:ext uri="{FF2B5EF4-FFF2-40B4-BE49-F238E27FC236}">
                  <a16:creationId xmlns:a16="http://schemas.microsoft.com/office/drawing/2014/main" id="{9D11545C-753F-E156-348B-B35D6912D8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04467" y="4955136"/>
              <a:ext cx="220690" cy="22069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W</a:t>
              </a:r>
            </a:p>
          </p:txBody>
        </p:sp>
        <p:sp>
          <p:nvSpPr>
            <p:cNvPr id="61" name="Oval 152">
              <a:extLst>
                <a:ext uri="{FF2B5EF4-FFF2-40B4-BE49-F238E27FC236}">
                  <a16:creationId xmlns:a16="http://schemas.microsoft.com/office/drawing/2014/main" id="{6899BC46-AFC4-E028-FACE-F3B13A018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70792" y="3762765"/>
              <a:ext cx="220690" cy="22069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O</a:t>
              </a:r>
            </a:p>
          </p:txBody>
        </p:sp>
        <p:sp>
          <p:nvSpPr>
            <p:cNvPr id="62" name="Oval 152">
              <a:extLst>
                <a:ext uri="{FF2B5EF4-FFF2-40B4-BE49-F238E27FC236}">
                  <a16:creationId xmlns:a16="http://schemas.microsoft.com/office/drawing/2014/main" id="{878450C9-80AE-DAD3-FDB4-BE37044FC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8414" y="3613312"/>
              <a:ext cx="220690" cy="22069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L</a:t>
              </a:r>
            </a:p>
          </p:txBody>
        </p:sp>
        <p:sp>
          <p:nvSpPr>
            <p:cNvPr id="63" name="Oval 152">
              <a:extLst>
                <a:ext uri="{FF2B5EF4-FFF2-40B4-BE49-F238E27FC236}">
                  <a16:creationId xmlns:a16="http://schemas.microsoft.com/office/drawing/2014/main" id="{66C63BC5-6D36-37B8-0FA8-AD59B480E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0721" y="3610096"/>
              <a:ext cx="220690" cy="22069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N</a:t>
              </a:r>
            </a:p>
          </p:txBody>
        </p:sp>
        <p:sp>
          <p:nvSpPr>
            <p:cNvPr id="64" name="Oval 152">
              <a:extLst>
                <a:ext uri="{FF2B5EF4-FFF2-40B4-BE49-F238E27FC236}">
                  <a16:creationId xmlns:a16="http://schemas.microsoft.com/office/drawing/2014/main" id="{458D0633-2858-14B8-CAF9-EEDD3CA49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9555" y="3745446"/>
              <a:ext cx="220690" cy="22069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K</a:t>
              </a:r>
            </a:p>
          </p:txBody>
        </p:sp>
        <p:sp>
          <p:nvSpPr>
            <p:cNvPr id="65" name="Oval 152">
              <a:extLst>
                <a:ext uri="{FF2B5EF4-FFF2-40B4-BE49-F238E27FC236}">
                  <a16:creationId xmlns:a16="http://schemas.microsoft.com/office/drawing/2014/main" id="{8EFCCB13-65C4-A465-7E05-3699F871F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1936" y="3770670"/>
              <a:ext cx="220690" cy="22069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E</a:t>
              </a:r>
            </a:p>
          </p:txBody>
        </p:sp>
        <p:sp>
          <p:nvSpPr>
            <p:cNvPr id="66" name="Oval 152">
              <a:extLst>
                <a:ext uri="{FF2B5EF4-FFF2-40B4-BE49-F238E27FC236}">
                  <a16:creationId xmlns:a16="http://schemas.microsoft.com/office/drawing/2014/main" id="{839AA2E7-8B59-FA98-99EA-D5E83F1D08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8209" y="3636125"/>
              <a:ext cx="220690" cy="22069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67" name="Oval 152">
              <a:extLst>
                <a:ext uri="{FF2B5EF4-FFF2-40B4-BE49-F238E27FC236}">
                  <a16:creationId xmlns:a16="http://schemas.microsoft.com/office/drawing/2014/main" id="{438DA489-96A4-5545-0D86-9646579C5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6672" y="3619908"/>
              <a:ext cx="220690" cy="22069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71" name="Oval 152">
              <a:extLst>
                <a:ext uri="{FF2B5EF4-FFF2-40B4-BE49-F238E27FC236}">
                  <a16:creationId xmlns:a16="http://schemas.microsoft.com/office/drawing/2014/main" id="{A8013CCD-A7D0-3BB4-CB82-21C583955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6803" y="2587016"/>
              <a:ext cx="220690" cy="22069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Q</a:t>
              </a:r>
            </a:p>
          </p:txBody>
        </p:sp>
        <p:sp>
          <p:nvSpPr>
            <p:cNvPr id="72" name="Oval 152">
              <a:extLst>
                <a:ext uri="{FF2B5EF4-FFF2-40B4-BE49-F238E27FC236}">
                  <a16:creationId xmlns:a16="http://schemas.microsoft.com/office/drawing/2014/main" id="{5C0534A3-F5FD-ED5C-9168-B04C298D58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2335" y="2587016"/>
              <a:ext cx="220690" cy="22069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R</a:t>
              </a:r>
            </a:p>
          </p:txBody>
        </p:sp>
        <p:sp>
          <p:nvSpPr>
            <p:cNvPr id="73" name="Oval 152">
              <a:extLst>
                <a:ext uri="{FF2B5EF4-FFF2-40B4-BE49-F238E27FC236}">
                  <a16:creationId xmlns:a16="http://schemas.microsoft.com/office/drawing/2014/main" id="{30B8CFA1-0178-03E3-AC70-BF68878CB4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60251" y="2604041"/>
              <a:ext cx="220690" cy="22069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S</a:t>
              </a:r>
            </a:p>
          </p:txBody>
        </p:sp>
        <p:sp>
          <p:nvSpPr>
            <p:cNvPr id="74" name="Oval 152">
              <a:extLst>
                <a:ext uri="{FF2B5EF4-FFF2-40B4-BE49-F238E27FC236}">
                  <a16:creationId xmlns:a16="http://schemas.microsoft.com/office/drawing/2014/main" id="{AC8D4666-CF2A-A0E2-C9ED-96DE0F4CC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84753" y="2479587"/>
              <a:ext cx="220690" cy="22069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T</a:t>
              </a:r>
            </a:p>
          </p:txBody>
        </p:sp>
        <p:sp>
          <p:nvSpPr>
            <p:cNvPr id="92" name="Text Box 136">
              <a:extLst>
                <a:ext uri="{FF2B5EF4-FFF2-40B4-BE49-F238E27FC236}">
                  <a16:creationId xmlns:a16="http://schemas.microsoft.com/office/drawing/2014/main" id="{B019FDA8-7D9B-9E96-EA22-482A7627CD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738" y="4683116"/>
              <a:ext cx="1143801" cy="258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5F5F5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800" b="1" dirty="0">
                  <a:latin typeface="Courier New" panose="02070309020205020404" pitchFamily="49" charset="0"/>
                </a:rPr>
                <a:t>201.1.1.0/24</a:t>
              </a:r>
            </a:p>
          </p:txBody>
        </p:sp>
        <p:sp>
          <p:nvSpPr>
            <p:cNvPr id="93" name="Text Box 136">
              <a:extLst>
                <a:ext uri="{FF2B5EF4-FFF2-40B4-BE49-F238E27FC236}">
                  <a16:creationId xmlns:a16="http://schemas.microsoft.com/office/drawing/2014/main" id="{B1557EDE-5AF3-D5F7-B051-F0DC92040F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737" y="4357719"/>
              <a:ext cx="1143801" cy="258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5F5F5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800" b="1">
                  <a:latin typeface="Courier New" panose="02070309020205020404" pitchFamily="49" charset="0"/>
                </a:rPr>
                <a:t>201.1.2.0/24</a:t>
              </a:r>
            </a:p>
          </p:txBody>
        </p:sp>
        <p:sp>
          <p:nvSpPr>
            <p:cNvPr id="94" name="Text Box 136">
              <a:extLst>
                <a:ext uri="{FF2B5EF4-FFF2-40B4-BE49-F238E27FC236}">
                  <a16:creationId xmlns:a16="http://schemas.microsoft.com/office/drawing/2014/main" id="{EF9D386C-8C94-3069-65D8-DB71E6F0DC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2720" y="4683116"/>
              <a:ext cx="1143801" cy="258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5F5F5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800" b="1" dirty="0">
                  <a:latin typeface="Courier New" panose="02070309020205020404" pitchFamily="49" charset="0"/>
                </a:rPr>
                <a:t>201.2.2.0/24</a:t>
              </a:r>
            </a:p>
          </p:txBody>
        </p:sp>
        <p:sp>
          <p:nvSpPr>
            <p:cNvPr id="95" name="Text Box 136">
              <a:extLst>
                <a:ext uri="{FF2B5EF4-FFF2-40B4-BE49-F238E27FC236}">
                  <a16:creationId xmlns:a16="http://schemas.microsoft.com/office/drawing/2014/main" id="{C9B5A418-F364-DFA1-491F-D913363B55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8226" y="4365878"/>
              <a:ext cx="1138295" cy="258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5F5F5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800" b="1" dirty="0">
                  <a:latin typeface="Courier New" panose="02070309020205020404" pitchFamily="49" charset="0"/>
                </a:rPr>
                <a:t>201.2.1.0/24</a:t>
              </a:r>
            </a:p>
          </p:txBody>
        </p:sp>
        <p:sp>
          <p:nvSpPr>
            <p:cNvPr id="98" name="Text Box 136">
              <a:extLst>
                <a:ext uri="{FF2B5EF4-FFF2-40B4-BE49-F238E27FC236}">
                  <a16:creationId xmlns:a16="http://schemas.microsoft.com/office/drawing/2014/main" id="{D2419F2E-F1E9-9A2F-B310-38BBEDCA9C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11042" y="4577292"/>
              <a:ext cx="1143801" cy="258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800" b="1">
                  <a:solidFill>
                    <a:schemeClr val="tx2"/>
                  </a:solidFill>
                  <a:latin typeface="Courier New" panose="02070309020205020404" pitchFamily="49" charset="0"/>
                </a:rPr>
                <a:t>202.2.2.0/24</a:t>
              </a:r>
            </a:p>
          </p:txBody>
        </p:sp>
        <p:sp>
          <p:nvSpPr>
            <p:cNvPr id="99" name="Text Box 136">
              <a:extLst>
                <a:ext uri="{FF2B5EF4-FFF2-40B4-BE49-F238E27FC236}">
                  <a16:creationId xmlns:a16="http://schemas.microsoft.com/office/drawing/2014/main" id="{C4DFB1AE-5834-F728-AD80-07D761FD6D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11042" y="4241097"/>
              <a:ext cx="1143801" cy="258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5F5F5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800" b="1">
                  <a:latin typeface="Courier New" panose="02070309020205020404" pitchFamily="49" charset="0"/>
                </a:rPr>
                <a:t>202.2.1.0/24</a:t>
              </a:r>
            </a:p>
          </p:txBody>
        </p:sp>
        <p:sp>
          <p:nvSpPr>
            <p:cNvPr id="68" name="Oval 152">
              <a:extLst>
                <a:ext uri="{FF2B5EF4-FFF2-40B4-BE49-F238E27FC236}">
                  <a16:creationId xmlns:a16="http://schemas.microsoft.com/office/drawing/2014/main" id="{FBC32E5D-60D7-FA95-5FAF-37A3F72F5D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3710" y="2617391"/>
              <a:ext cx="220690" cy="22069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I</a:t>
              </a:r>
            </a:p>
          </p:txBody>
        </p:sp>
        <p:sp>
          <p:nvSpPr>
            <p:cNvPr id="3" name="Oval 152">
              <a:extLst>
                <a:ext uri="{FF2B5EF4-FFF2-40B4-BE49-F238E27FC236}">
                  <a16:creationId xmlns:a16="http://schemas.microsoft.com/office/drawing/2014/main" id="{DFA509BC-8153-F412-5405-3D9F1F5ECA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9268" y="2574303"/>
              <a:ext cx="220690" cy="22069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G</a:t>
              </a:r>
            </a:p>
          </p:txBody>
        </p:sp>
        <p:sp>
          <p:nvSpPr>
            <p:cNvPr id="69" name="Oval 152">
              <a:extLst>
                <a:ext uri="{FF2B5EF4-FFF2-40B4-BE49-F238E27FC236}">
                  <a16:creationId xmlns:a16="http://schemas.microsoft.com/office/drawing/2014/main" id="{B50CCEBD-C1E0-750A-3EB0-417D57A8C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3300" y="2561453"/>
              <a:ext cx="220690" cy="22069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H</a:t>
              </a:r>
            </a:p>
          </p:txBody>
        </p:sp>
        <p:sp>
          <p:nvSpPr>
            <p:cNvPr id="70" name="Oval 152">
              <a:extLst>
                <a:ext uri="{FF2B5EF4-FFF2-40B4-BE49-F238E27FC236}">
                  <a16:creationId xmlns:a16="http://schemas.microsoft.com/office/drawing/2014/main" id="{0B12E60A-6EFA-A0CB-D148-9B18F82EC0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7250" y="2645228"/>
              <a:ext cx="220690" cy="22069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J</a:t>
              </a:r>
            </a:p>
          </p:txBody>
        </p:sp>
        <p:sp>
          <p:nvSpPr>
            <p:cNvPr id="104" name="Text Box 136">
              <a:extLst>
                <a:ext uri="{FF2B5EF4-FFF2-40B4-BE49-F238E27FC236}">
                  <a16:creationId xmlns:a16="http://schemas.microsoft.com/office/drawing/2014/main" id="{518B80D4-07FC-EABF-5551-FDFC574773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64012" y="4683116"/>
              <a:ext cx="1143801" cy="258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5F5F5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800" b="1">
                  <a:latin typeface="Courier New" panose="02070309020205020404" pitchFamily="49" charset="0"/>
                </a:rPr>
                <a:t>202.1.1.0/24</a:t>
              </a:r>
            </a:p>
          </p:txBody>
        </p:sp>
        <p:sp>
          <p:nvSpPr>
            <p:cNvPr id="105" name="Text Box 136">
              <a:extLst>
                <a:ext uri="{FF2B5EF4-FFF2-40B4-BE49-F238E27FC236}">
                  <a16:creationId xmlns:a16="http://schemas.microsoft.com/office/drawing/2014/main" id="{AB0EFD58-00F9-10EC-1E2D-7805A7887D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69517" y="4365878"/>
              <a:ext cx="1138295" cy="258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5F5F5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800" b="1">
                  <a:latin typeface="Courier New" panose="02070309020205020404" pitchFamily="49" charset="0"/>
                </a:rPr>
                <a:t>202.1.2.0/24</a:t>
              </a:r>
            </a:p>
          </p:txBody>
        </p:sp>
        <p:sp>
          <p:nvSpPr>
            <p:cNvPr id="111" name="Text Box 137">
              <a:extLst>
                <a:ext uri="{FF2B5EF4-FFF2-40B4-BE49-F238E27FC236}">
                  <a16:creationId xmlns:a16="http://schemas.microsoft.com/office/drawing/2014/main" id="{9ECD2410-0F0B-73C9-55F1-52358E7D166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 rot="16200000">
              <a:off x="2832688" y="4263206"/>
              <a:ext cx="835852" cy="2689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800" b="1" dirty="0">
                  <a:latin typeface="Tahoma" panose="020B0604030504040204" pitchFamily="34" charset="0"/>
                </a:rPr>
                <a:t>AS64512</a:t>
              </a:r>
            </a:p>
          </p:txBody>
        </p:sp>
        <p:sp>
          <p:nvSpPr>
            <p:cNvPr id="115" name="Text Box 137">
              <a:extLst>
                <a:ext uri="{FF2B5EF4-FFF2-40B4-BE49-F238E27FC236}">
                  <a16:creationId xmlns:a16="http://schemas.microsoft.com/office/drawing/2014/main" id="{4E5F043B-9B83-8842-3643-E19B11B46EC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127117" y="2931935"/>
              <a:ext cx="1055982" cy="3328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1100" b="1" dirty="0">
                  <a:latin typeface="Tahoma" panose="020B0604030504040204" pitchFamily="34" charset="0"/>
                </a:rPr>
                <a:t>AS64514</a:t>
              </a:r>
              <a:endParaRPr lang="it-IT" altLang="it-IT" sz="1200" b="1" dirty="0">
                <a:latin typeface="Tahoma" panose="020B0604030504040204" pitchFamily="34" charset="0"/>
              </a:endParaRPr>
            </a:p>
          </p:txBody>
        </p:sp>
        <p:sp>
          <p:nvSpPr>
            <p:cNvPr id="118" name="Text Box 137">
              <a:extLst>
                <a:ext uri="{FF2B5EF4-FFF2-40B4-BE49-F238E27FC236}">
                  <a16:creationId xmlns:a16="http://schemas.microsoft.com/office/drawing/2014/main" id="{EB2FFBFF-70B9-DB74-3036-8B76AC60362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 rot="16200000">
              <a:off x="3393968" y="4263286"/>
              <a:ext cx="857552" cy="2689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800" b="1" dirty="0">
                  <a:latin typeface="Tahoma" panose="020B0604030504040204" pitchFamily="34" charset="0"/>
                </a:rPr>
                <a:t>AS64513</a:t>
              </a:r>
            </a:p>
          </p:txBody>
        </p:sp>
        <p:sp>
          <p:nvSpPr>
            <p:cNvPr id="119" name="Text Box 137">
              <a:extLst>
                <a:ext uri="{FF2B5EF4-FFF2-40B4-BE49-F238E27FC236}">
                  <a16:creationId xmlns:a16="http://schemas.microsoft.com/office/drawing/2014/main" id="{F379E4E8-B360-8326-D43A-48FE6DDFE6D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 rot="16200000">
              <a:off x="8481522" y="4251907"/>
              <a:ext cx="856334" cy="2689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800" b="1" dirty="0">
                  <a:latin typeface="Tahoma" panose="020B0604030504040204" pitchFamily="34" charset="0"/>
                </a:rPr>
                <a:t>AS64515</a:t>
              </a:r>
            </a:p>
          </p:txBody>
        </p:sp>
        <p:sp>
          <p:nvSpPr>
            <p:cNvPr id="594" name="Text Box 137">
              <a:extLst>
                <a:ext uri="{FF2B5EF4-FFF2-40B4-BE49-F238E27FC236}">
                  <a16:creationId xmlns:a16="http://schemas.microsoft.com/office/drawing/2014/main" id="{46A7304F-5C94-0E6C-B121-612D6E4576B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 rot="16200000">
              <a:off x="9095396" y="4258074"/>
              <a:ext cx="825589" cy="2689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800" b="1" dirty="0">
                  <a:latin typeface="Tahoma" panose="020B0604030504040204" pitchFamily="34" charset="0"/>
                </a:rPr>
                <a:t>AS64516</a:t>
              </a:r>
            </a:p>
          </p:txBody>
        </p:sp>
        <p:sp>
          <p:nvSpPr>
            <p:cNvPr id="595" name="Text Box 137">
              <a:extLst>
                <a:ext uri="{FF2B5EF4-FFF2-40B4-BE49-F238E27FC236}">
                  <a16:creationId xmlns:a16="http://schemas.microsoft.com/office/drawing/2014/main" id="{FAB45E80-FE16-BE45-01D4-7AC4B05C795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8711887" y="2969989"/>
              <a:ext cx="1023086" cy="3266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100" b="1" dirty="0">
                  <a:latin typeface="Tahoma" panose="020B0604030504040204" pitchFamily="34" charset="0"/>
                </a:rPr>
                <a:t>AS64517</a:t>
              </a:r>
              <a:endParaRPr lang="it-IT" altLang="it-IT" sz="1200" b="1" dirty="0">
                <a:latin typeface="Tahoma" panose="020B0604030504040204" pitchFamily="34" charset="0"/>
              </a:endParaRPr>
            </a:p>
          </p:txBody>
        </p:sp>
        <p:sp>
          <p:nvSpPr>
            <p:cNvPr id="596" name="Text Box 137">
              <a:extLst>
                <a:ext uri="{FF2B5EF4-FFF2-40B4-BE49-F238E27FC236}">
                  <a16:creationId xmlns:a16="http://schemas.microsoft.com/office/drawing/2014/main" id="{CD0E0FD6-F5F3-2A7A-7B04-119EBFE3B6A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568849" y="1332185"/>
              <a:ext cx="1023086" cy="3266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100" b="1" dirty="0">
                  <a:latin typeface="Tahoma" panose="020B0604030504040204" pitchFamily="34" charset="0"/>
                </a:rPr>
                <a:t>AS64518</a:t>
              </a:r>
              <a:endParaRPr lang="it-IT" altLang="it-IT" sz="1200" b="1" dirty="0">
                <a:latin typeface="Tahoma" panose="020B0604030504040204" pitchFamily="34" charset="0"/>
              </a:endParaRPr>
            </a:p>
          </p:txBody>
        </p:sp>
        <p:sp>
          <p:nvSpPr>
            <p:cNvPr id="82" name="Rectangle 64">
              <a:extLst>
                <a:ext uri="{FF2B5EF4-FFF2-40B4-BE49-F238E27FC236}">
                  <a16:creationId xmlns:a16="http://schemas.microsoft.com/office/drawing/2014/main" id="{BE6C3985-9F04-1B8B-41F4-28C49FA949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4105" y="2895879"/>
              <a:ext cx="147988" cy="151231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1" dirty="0">
                  <a:latin typeface="Courier New" panose="02070309020205020404" pitchFamily="49" charset="0"/>
                </a:rPr>
                <a:t>3</a:t>
              </a:r>
            </a:p>
          </p:txBody>
        </p:sp>
        <p:sp>
          <p:nvSpPr>
            <p:cNvPr id="90" name="Rectangle 64">
              <a:extLst>
                <a:ext uri="{FF2B5EF4-FFF2-40B4-BE49-F238E27FC236}">
                  <a16:creationId xmlns:a16="http://schemas.microsoft.com/office/drawing/2014/main" id="{2D71C1B4-CB1D-FEF2-8459-78AD7DBC7D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5884" y="2850455"/>
              <a:ext cx="147988" cy="151231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1" dirty="0">
                  <a:latin typeface="Courier New" panose="02070309020205020404" pitchFamily="49" charset="0"/>
                </a:rPr>
                <a:t>2</a:t>
              </a:r>
            </a:p>
          </p:txBody>
        </p:sp>
        <p:sp>
          <p:nvSpPr>
            <p:cNvPr id="91" name="Rectangle 64">
              <a:extLst>
                <a:ext uri="{FF2B5EF4-FFF2-40B4-BE49-F238E27FC236}">
                  <a16:creationId xmlns:a16="http://schemas.microsoft.com/office/drawing/2014/main" id="{5ACAB4FB-6010-AD93-5A48-1157E330FE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122" y="3579698"/>
              <a:ext cx="147988" cy="151231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1" dirty="0">
                  <a:latin typeface="Courier New" panose="02070309020205020404" pitchFamily="49" charset="0"/>
                </a:rPr>
                <a:t>1</a:t>
              </a:r>
            </a:p>
          </p:txBody>
        </p:sp>
        <p:sp>
          <p:nvSpPr>
            <p:cNvPr id="96" name="Rectangle 64">
              <a:extLst>
                <a:ext uri="{FF2B5EF4-FFF2-40B4-BE49-F238E27FC236}">
                  <a16:creationId xmlns:a16="http://schemas.microsoft.com/office/drawing/2014/main" id="{C0338543-EBE8-1D77-44D7-4E7A7CADD3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5113" y="3534480"/>
              <a:ext cx="147988" cy="151231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1" dirty="0">
                  <a:latin typeface="Courier New" panose="02070309020205020404" pitchFamily="49" charset="0"/>
                </a:rPr>
                <a:t>0</a:t>
              </a:r>
            </a:p>
          </p:txBody>
        </p:sp>
        <p:sp>
          <p:nvSpPr>
            <p:cNvPr id="97" name="Rectangle 64">
              <a:extLst>
                <a:ext uri="{FF2B5EF4-FFF2-40B4-BE49-F238E27FC236}">
                  <a16:creationId xmlns:a16="http://schemas.microsoft.com/office/drawing/2014/main" id="{5824B794-441D-C51D-35D0-CB5172E83D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5906" y="4001738"/>
              <a:ext cx="147988" cy="151231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1" dirty="0">
                  <a:latin typeface="Courier New" panose="02070309020205020404" pitchFamily="49" charset="0"/>
                </a:rPr>
                <a:t>0</a:t>
              </a:r>
            </a:p>
          </p:txBody>
        </p:sp>
        <p:sp>
          <p:nvSpPr>
            <p:cNvPr id="110" name="Rectangle 64">
              <a:extLst>
                <a:ext uri="{FF2B5EF4-FFF2-40B4-BE49-F238E27FC236}">
                  <a16:creationId xmlns:a16="http://schemas.microsoft.com/office/drawing/2014/main" id="{96DCDCF6-6C5E-9CBB-BC3D-F815FFC37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5997" y="4020669"/>
              <a:ext cx="147988" cy="151231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1" dirty="0">
                  <a:latin typeface="Courier New" panose="02070309020205020404" pitchFamily="49" charset="0"/>
                </a:rPr>
                <a:t>1</a:t>
              </a:r>
            </a:p>
          </p:txBody>
        </p:sp>
        <p:sp>
          <p:nvSpPr>
            <p:cNvPr id="112" name="Rectangle 64">
              <a:extLst>
                <a:ext uri="{FF2B5EF4-FFF2-40B4-BE49-F238E27FC236}">
                  <a16:creationId xmlns:a16="http://schemas.microsoft.com/office/drawing/2014/main" id="{6700ECAB-F5AC-2C32-85BF-EAA967B2E2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3920" y="4686242"/>
              <a:ext cx="147988" cy="151231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1" dirty="0">
                  <a:latin typeface="Courier New" panose="02070309020205020404" pitchFamily="49" charset="0"/>
                </a:rPr>
                <a:t>2</a:t>
              </a:r>
            </a:p>
          </p:txBody>
        </p:sp>
        <p:sp>
          <p:nvSpPr>
            <p:cNvPr id="113" name="Rectangle 64">
              <a:extLst>
                <a:ext uri="{FF2B5EF4-FFF2-40B4-BE49-F238E27FC236}">
                  <a16:creationId xmlns:a16="http://schemas.microsoft.com/office/drawing/2014/main" id="{B3E24DD0-6C00-8ED9-2853-BB45FB19E9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7938" y="4732557"/>
              <a:ext cx="147988" cy="151231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1" dirty="0">
                  <a:latin typeface="Courier New" panose="02070309020205020404" pitchFamily="49" charset="0"/>
                </a:rPr>
                <a:t>3</a:t>
              </a:r>
            </a:p>
          </p:txBody>
        </p:sp>
        <p:sp>
          <p:nvSpPr>
            <p:cNvPr id="114" name="Rectangle 64">
              <a:extLst>
                <a:ext uri="{FF2B5EF4-FFF2-40B4-BE49-F238E27FC236}">
                  <a16:creationId xmlns:a16="http://schemas.microsoft.com/office/drawing/2014/main" id="{5A27EB7F-AF16-88D2-9342-4F4F4C943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7340" y="1893318"/>
              <a:ext cx="147988" cy="151231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1" dirty="0">
                  <a:latin typeface="Courier New" panose="02070309020205020404" pitchFamily="49" charset="0"/>
                </a:rPr>
                <a:t>0</a:t>
              </a:r>
            </a:p>
          </p:txBody>
        </p:sp>
        <p:sp>
          <p:nvSpPr>
            <p:cNvPr id="116" name="Rectangle 64">
              <a:extLst>
                <a:ext uri="{FF2B5EF4-FFF2-40B4-BE49-F238E27FC236}">
                  <a16:creationId xmlns:a16="http://schemas.microsoft.com/office/drawing/2014/main" id="{065F6FCE-37A8-A5B0-3304-78AFCE7818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5469" y="2006820"/>
              <a:ext cx="147988" cy="151231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1" dirty="0">
                  <a:latin typeface="Courier New" panose="02070309020205020404" pitchFamily="49" charset="0"/>
                </a:rPr>
                <a:t>1</a:t>
              </a:r>
            </a:p>
          </p:txBody>
        </p:sp>
        <p:sp>
          <p:nvSpPr>
            <p:cNvPr id="117" name="Rectangle 64">
              <a:extLst>
                <a:ext uri="{FF2B5EF4-FFF2-40B4-BE49-F238E27FC236}">
                  <a16:creationId xmlns:a16="http://schemas.microsoft.com/office/drawing/2014/main" id="{EF4FB1B7-0A1C-3812-0F8B-B838B0274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7549" y="2023716"/>
              <a:ext cx="147988" cy="151231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1" dirty="0">
                  <a:latin typeface="Courier New" panose="02070309020205020404" pitchFamily="49" charset="0"/>
                </a:rPr>
                <a:t>2</a:t>
              </a:r>
            </a:p>
          </p:txBody>
        </p:sp>
        <p:sp>
          <p:nvSpPr>
            <p:cNvPr id="597" name="Rectangle 64">
              <a:extLst>
                <a:ext uri="{FF2B5EF4-FFF2-40B4-BE49-F238E27FC236}">
                  <a16:creationId xmlns:a16="http://schemas.microsoft.com/office/drawing/2014/main" id="{0D003F8F-6227-8759-303D-10E8048329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49999" y="2010470"/>
              <a:ext cx="147988" cy="151231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1" dirty="0">
                  <a:latin typeface="Courier New" panose="02070309020205020404" pitchFamily="49" charset="0"/>
                </a:rPr>
                <a:t>3</a:t>
              </a:r>
            </a:p>
          </p:txBody>
        </p:sp>
      </p:grpSp>
      <p:sp>
        <p:nvSpPr>
          <p:cNvPr id="496" name="TextBox 495">
            <a:extLst>
              <a:ext uri="{FF2B5EF4-FFF2-40B4-BE49-F238E27FC236}">
                <a16:creationId xmlns:a16="http://schemas.microsoft.com/office/drawing/2014/main" id="{4CC2B019-7A5F-A7B4-9D6C-287462774672}"/>
              </a:ext>
            </a:extLst>
          </p:cNvPr>
          <p:cNvSpPr txBox="1"/>
          <p:nvPr/>
        </p:nvSpPr>
        <p:spPr>
          <a:xfrm>
            <a:off x="322176" y="1165475"/>
            <a:ext cx="1154764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the missing machines (</a:t>
            </a:r>
            <a:r>
              <a:rPr lang="en-US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spine_1_2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core_1_2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and </a:t>
            </a:r>
            <a:r>
              <a:rPr lang="en-US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leaf_2_1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in the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lab.conf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file</a:t>
            </a:r>
          </a:p>
          <a:p>
            <a:pPr marL="800100" lvl="1" indent="-342900">
              <a:buClr>
                <a:srgbClr val="0732EF"/>
              </a:buClr>
              <a:buSzPct val="100000"/>
              <a:buFont typeface="Wingdings" pitchFamily="2" charset="2"/>
              <a:buChar char="§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proper metadata (IPv6, multipath, image) are already declared</a:t>
            </a:r>
          </a:p>
          <a:p>
            <a:pPr marL="800100" lvl="1" indent="-342900">
              <a:buClr>
                <a:srgbClr val="0732EF"/>
              </a:buClr>
              <a:buFont typeface="Wingdings" pitchFamily="2" charset="2"/>
              <a:buChar char="§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define the machine interfaces (follow the grey numbers in the figure!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itchFamily="2" charset="2"/>
              </a:rPr>
              <a:t>)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their “.startup” files and their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FRRouting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configurations</a:t>
            </a:r>
          </a:p>
          <a:p>
            <a:pPr marL="800100" lvl="1" indent="-342900">
              <a:buClr>
                <a:srgbClr val="0732EF"/>
              </a:buClr>
              <a:buFont typeface="Wingdings" pitchFamily="2" charset="2"/>
              <a:buChar char="§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hint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most of the configuration is symmetric, you might “take a look” to similar machines and adjust it!</a:t>
            </a:r>
          </a:p>
          <a:p>
            <a:pPr marL="800100" lvl="1" indent="-342900">
              <a:buClr>
                <a:srgbClr val="0732EF"/>
              </a:buClr>
              <a:buFont typeface="Wingdings" pitchFamily="2" charset="2"/>
              <a:buChar char="§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hint 2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to assign the </a:t>
            </a:r>
            <a:r>
              <a:rPr lang="en-US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router-id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pick a unique </a:t>
            </a:r>
            <a:r>
              <a:rPr lang="en-US" altLang="it-IT" b="1" dirty="0">
                <a:latin typeface="Consolas" panose="020B0609020204030204" pitchFamily="49" charset="0"/>
                <a:cs typeface="Consolas" panose="020B0609020204030204" pitchFamily="49" charset="0"/>
              </a:rPr>
              <a:t>192.168.0.x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address for each node 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announce the missing prefix (red box) in </a:t>
            </a:r>
            <a:r>
              <a:rPr lang="en-US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leaf_2_2</a:t>
            </a: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4792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944BF-8585-0877-B715-99E09D37E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C77ED-E402-6442-27CA-560F20462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start the lab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6A5C78CC-706D-301B-CF41-96159F6EF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/>
              <a:t>open a terminal</a:t>
            </a:r>
          </a:p>
          <a:p>
            <a:r>
              <a:rPr lang="en-GB" dirty="0"/>
              <a:t>enter the lab directory (</a:t>
            </a:r>
            <a:r>
              <a:rPr lang="en-GB" b="1" dirty="0">
                <a:latin typeface="Consolas" panose="020B0609020204030204" pitchFamily="49" charset="0"/>
              </a:rPr>
              <a:t>cd </a:t>
            </a:r>
            <a:r>
              <a:rPr lang="en-GB" b="1" dirty="0" err="1">
                <a:latin typeface="Consolas" panose="020B0609020204030204" pitchFamily="49" charset="0"/>
              </a:rPr>
              <a:t>lab_directory</a:t>
            </a:r>
            <a:r>
              <a:rPr lang="en-GB" dirty="0"/>
              <a:t>)</a:t>
            </a:r>
          </a:p>
          <a:p>
            <a:r>
              <a:rPr lang="en-GB" dirty="0"/>
              <a:t>run </a:t>
            </a:r>
            <a:r>
              <a:rPr lang="en-GB" b="1" dirty="0" err="1">
                <a:latin typeface="Consolas" panose="020B0609020204030204" pitchFamily="49" charset="0"/>
              </a:rPr>
              <a:t>kathara</a:t>
            </a:r>
            <a:r>
              <a:rPr lang="en-GB" b="1" dirty="0">
                <a:latin typeface="Consolas" panose="020B0609020204030204" pitchFamily="49" charset="0"/>
              </a:rPr>
              <a:t> </a:t>
            </a:r>
            <a:r>
              <a:rPr lang="en-GB" b="1" dirty="0" err="1">
                <a:latin typeface="Consolas" panose="020B0609020204030204" pitchFamily="49" charset="0"/>
              </a:rPr>
              <a:t>lstart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35483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97762-AD22-B356-327A-EC886B607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D31AA-0E79-C639-87B6-489915056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2: </a:t>
            </a:r>
            <a:r>
              <a:rPr lang="en-GB" dirty="0" err="1"/>
              <a:t>analyzing</a:t>
            </a:r>
            <a:r>
              <a:rPr lang="en-GB" dirty="0"/>
              <a:t> routing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58B1F648-CC78-8B80-991B-A2DA2D27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/>
              <a:t>verify that the topology is configured correctly</a:t>
            </a:r>
          </a:p>
          <a:p>
            <a:r>
              <a:rPr lang="en-GB" dirty="0"/>
              <a:t>let’s focus on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core_1_2</a:t>
            </a:r>
          </a:p>
          <a:p>
            <a:pPr lvl="1"/>
            <a:r>
              <a:rPr lang="en-GB" dirty="0"/>
              <a:t>how many prefixes are received/installed in the routing table?</a:t>
            </a:r>
          </a:p>
          <a:p>
            <a:pPr lvl="2"/>
            <a:r>
              <a:rPr lang="en-GB" dirty="0"/>
              <a:t>how many ECMP next-hops does each received prefix have?</a:t>
            </a:r>
          </a:p>
          <a:p>
            <a:pPr lvl="2"/>
            <a:r>
              <a:rPr lang="en-GB" dirty="0"/>
              <a:t>which IP version are the next-hops? Can you tell why?</a:t>
            </a:r>
          </a:p>
          <a:p>
            <a:r>
              <a:rPr lang="en-GB" dirty="0"/>
              <a:t>let’s focus on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leaf_2_1</a:t>
            </a:r>
          </a:p>
          <a:p>
            <a:pPr lvl="1"/>
            <a:r>
              <a:rPr lang="en-GB" dirty="0"/>
              <a:t>how many prefixes are </a:t>
            </a:r>
            <a:r>
              <a:rPr lang="en-GB" u="sng" dirty="0"/>
              <a:t>received/installed</a:t>
            </a:r>
            <a:r>
              <a:rPr lang="en-GB" dirty="0"/>
              <a:t> in the routing table?</a:t>
            </a:r>
          </a:p>
          <a:p>
            <a:r>
              <a:rPr lang="en-GB" dirty="0"/>
              <a:t>verify the same for the routing table of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spine_1_2</a:t>
            </a:r>
          </a:p>
        </p:txBody>
      </p:sp>
    </p:spTree>
    <p:extLst>
      <p:ext uri="{BB962C8B-B14F-4D97-AF65-F5344CB8AC3E}">
        <p14:creationId xmlns:p14="http://schemas.microsoft.com/office/powerpoint/2010/main" val="21875942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D27E6-F820-7C12-AA0B-9F737F395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FCAD0-73D9-798B-E95F-8958726E8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nice detail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96E004A2-F03C-8B54-3A8B-C328B824C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1316136"/>
          </a:xfrm>
        </p:spPr>
        <p:txBody>
          <a:bodyPr/>
          <a:lstStyle/>
          <a:p>
            <a:r>
              <a:rPr lang="en-GB" dirty="0"/>
              <a:t>on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leaf_1_1</a:t>
            </a:r>
            <a:r>
              <a:rPr lang="en-GB" dirty="0"/>
              <a:t>, run:</a:t>
            </a:r>
          </a:p>
          <a:p>
            <a:pPr lvl="1"/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ip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address show eth3</a:t>
            </a:r>
          </a:p>
          <a:p>
            <a:pPr marL="457212" lvl="1" indent="0">
              <a:buNone/>
            </a:pPr>
            <a:endParaRPr lang="en-GB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12" lvl="1" indent="0">
              <a:buNone/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GB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57C921-4F06-766F-0572-FEFB31CAE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524" y="2821781"/>
            <a:ext cx="9884952" cy="121443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9869EC-63A7-178E-6D88-DD11D0899FBE}"/>
              </a:ext>
            </a:extLst>
          </p:cNvPr>
          <p:cNvSpPr txBox="1">
            <a:spLocks/>
          </p:cNvSpPr>
          <p:nvPr/>
        </p:nvSpPr>
        <p:spPr bwMode="auto">
          <a:xfrm>
            <a:off x="609600" y="4351239"/>
            <a:ext cx="10972800" cy="1316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8" indent="-3429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69" indent="-28575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28" indent="-228606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66CC00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40" indent="-228606" algn="l" rtl="0" eaLnBrk="1" fontAlgn="base" hangingPunct="1">
              <a:spcBef>
                <a:spcPct val="200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4pPr>
            <a:lvl5pPr marL="2057452" indent="-228606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  <a:lvl6pPr marL="2514663" indent="-228606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6pPr>
            <a:lvl7pPr marL="2971874" indent="-228606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7pPr>
            <a:lvl8pPr marL="3429086" indent="-228606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8pPr>
            <a:lvl9pPr marL="3886297" indent="-228606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GB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IPv4 and IPv6 are coexisting! </a:t>
            </a:r>
          </a:p>
          <a:p>
            <a:pPr lvl="1"/>
            <a:r>
              <a:rPr lang="en-GB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you tell which type of IPv6 address is that?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27E447-71AE-F80D-38D1-6555E85C5EDB}"/>
              </a:ext>
            </a:extLst>
          </p:cNvPr>
          <p:cNvSpPr/>
          <p:nvPr/>
        </p:nvSpPr>
        <p:spPr>
          <a:xfrm>
            <a:off x="1153524" y="3200401"/>
            <a:ext cx="1732551" cy="271462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E0A27A-20C6-74B6-B35C-F7A0A078C960}"/>
              </a:ext>
            </a:extLst>
          </p:cNvPr>
          <p:cNvSpPr/>
          <p:nvPr/>
        </p:nvSpPr>
        <p:spPr>
          <a:xfrm>
            <a:off x="1153525" y="3582592"/>
            <a:ext cx="3441626" cy="271462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52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320C1-48E0-73F1-A424-A3303F691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21C5A-65BE-E6EE-DAE5-B5831C5B9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3: </a:t>
            </a:r>
            <a:r>
              <a:rPr lang="en-GB" dirty="0" err="1"/>
              <a:t>analyzing</a:t>
            </a:r>
            <a:r>
              <a:rPr lang="en-GB" dirty="0"/>
              <a:t> a failure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BB1FACCB-EFA8-AB47-411D-4AAD9EE59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/>
              <a:t>assume that, for some reason, the node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spine_1_2</a:t>
            </a:r>
            <a:r>
              <a:rPr lang="en-GB" dirty="0"/>
              <a:t> fails</a:t>
            </a:r>
          </a:p>
          <a:p>
            <a:pPr lvl="1"/>
            <a:r>
              <a:rPr lang="en-GB" dirty="0"/>
              <a:t>to destroy a single machine in a lab, run:</a:t>
            </a:r>
          </a:p>
          <a:p>
            <a:pPr lvl="2"/>
            <a:r>
              <a:rPr lang="en-GB" b="1" dirty="0" err="1">
                <a:latin typeface="Consolas" panose="020B0609020204030204" pitchFamily="49" charset="0"/>
              </a:rPr>
              <a:t>kathara</a:t>
            </a:r>
            <a:r>
              <a:rPr lang="en-GB" b="1" dirty="0">
                <a:latin typeface="Consolas" panose="020B0609020204030204" pitchFamily="49" charset="0"/>
              </a:rPr>
              <a:t> </a:t>
            </a:r>
            <a:r>
              <a:rPr lang="en-GB" b="1" dirty="0" err="1">
                <a:latin typeface="Consolas" panose="020B0609020204030204" pitchFamily="49" charset="0"/>
              </a:rPr>
              <a:t>lclean</a:t>
            </a:r>
            <a:r>
              <a:rPr lang="en-GB" b="1" dirty="0">
                <a:latin typeface="Consolas" panose="020B0609020204030204" pitchFamily="49" charset="0"/>
              </a:rPr>
              <a:t> &lt;</a:t>
            </a:r>
            <a:r>
              <a:rPr lang="en-GB" b="1" dirty="0" err="1">
                <a:latin typeface="Consolas" panose="020B0609020204030204" pitchFamily="49" charset="0"/>
              </a:rPr>
              <a:t>machine_name</a:t>
            </a:r>
            <a:r>
              <a:rPr lang="en-GB" b="1" dirty="0">
                <a:latin typeface="Consolas" panose="020B0609020204030204" pitchFamily="49" charset="0"/>
              </a:rPr>
              <a:t>&gt;</a:t>
            </a:r>
          </a:p>
          <a:p>
            <a:pPr lvl="2"/>
            <a:r>
              <a:rPr lang="en-GB" dirty="0"/>
              <a:t>in this case: </a:t>
            </a:r>
            <a:r>
              <a:rPr lang="en-GB" b="1" dirty="0" err="1">
                <a:latin typeface="Consolas" panose="020B0609020204030204" pitchFamily="49" charset="0"/>
              </a:rPr>
              <a:t>kathara</a:t>
            </a:r>
            <a:r>
              <a:rPr lang="en-GB" b="1" dirty="0">
                <a:latin typeface="Consolas" panose="020B0609020204030204" pitchFamily="49" charset="0"/>
              </a:rPr>
              <a:t> </a:t>
            </a:r>
            <a:r>
              <a:rPr lang="en-GB" b="1" dirty="0" err="1">
                <a:latin typeface="Consolas" panose="020B0609020204030204" pitchFamily="49" charset="0"/>
              </a:rPr>
              <a:t>lclean</a:t>
            </a:r>
            <a:r>
              <a:rPr lang="en-GB" b="1" dirty="0">
                <a:latin typeface="Consolas" panose="020B0609020204030204" pitchFamily="49" charset="0"/>
              </a:rPr>
              <a:t> spine_1_2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sz="2800" dirty="0"/>
              <a:t>what happens to the routing table of all the Spines and Cores? </a:t>
            </a:r>
          </a:p>
          <a:p>
            <a:r>
              <a:rPr lang="en-GB" sz="2800" dirty="0"/>
              <a:t>is there any change in the routing table of 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leaf_1_1</a:t>
            </a:r>
            <a:r>
              <a:rPr lang="en-GB" sz="2800" dirty="0"/>
              <a:t> and 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leaf_1_2</a:t>
            </a:r>
            <a:r>
              <a:rPr lang="en-GB" sz="2800" dirty="0"/>
              <a:t>? Why?</a:t>
            </a:r>
          </a:p>
          <a:p>
            <a:r>
              <a:rPr lang="en-GB" sz="2800" dirty="0"/>
              <a:t>what about the routing table of 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leaf_2_1</a:t>
            </a:r>
            <a:r>
              <a:rPr lang="en-GB" sz="2800" dirty="0"/>
              <a:t>? Why?</a:t>
            </a:r>
          </a:p>
        </p:txBody>
      </p:sp>
    </p:spTree>
    <p:extLst>
      <p:ext uri="{BB962C8B-B14F-4D97-AF65-F5344CB8AC3E}">
        <p14:creationId xmlns:p14="http://schemas.microsoft.com/office/powerpoint/2010/main" val="21098171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39FA0-5EBB-1E12-0CED-295140359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3C11C-A0CF-D765-D3AF-721F744BB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3: </a:t>
            </a:r>
            <a:r>
              <a:rPr lang="en-GB" dirty="0" err="1"/>
              <a:t>analyzing</a:t>
            </a:r>
            <a:r>
              <a:rPr lang="en-GB" dirty="0"/>
              <a:t> a failure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68A7A851-1919-B271-6ECA-9439B6087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/>
              <a:t>after </a:t>
            </a:r>
            <a:r>
              <a:rPr lang="en-GB" dirty="0" err="1"/>
              <a:t>analyzing</a:t>
            </a:r>
            <a:r>
              <a:rPr lang="en-GB" dirty="0"/>
              <a:t> the failure, restore </a:t>
            </a:r>
            <a:r>
              <a:rPr lang="en-GB" sz="2800" b="1" dirty="0">
                <a:latin typeface="Consolas" panose="020B0609020204030204" pitchFamily="49" charset="0"/>
              </a:rPr>
              <a:t>spine_1_2</a:t>
            </a:r>
          </a:p>
          <a:p>
            <a:pPr lvl="1"/>
            <a:r>
              <a:rPr lang="en-GB" dirty="0"/>
              <a:t>to start a single machine in a lab, run:</a:t>
            </a:r>
          </a:p>
          <a:p>
            <a:pPr lvl="2"/>
            <a:r>
              <a:rPr lang="en-GB" b="1" dirty="0" err="1">
                <a:latin typeface="Consolas" panose="020B0609020204030204" pitchFamily="49" charset="0"/>
              </a:rPr>
              <a:t>kathara</a:t>
            </a:r>
            <a:r>
              <a:rPr lang="en-GB" b="1" dirty="0">
                <a:latin typeface="Consolas" panose="020B0609020204030204" pitchFamily="49" charset="0"/>
              </a:rPr>
              <a:t> </a:t>
            </a:r>
            <a:r>
              <a:rPr lang="en-GB" b="1" dirty="0" err="1">
                <a:latin typeface="Consolas" panose="020B0609020204030204" pitchFamily="49" charset="0"/>
              </a:rPr>
              <a:t>lstart</a:t>
            </a:r>
            <a:r>
              <a:rPr lang="en-GB" b="1" dirty="0">
                <a:latin typeface="Consolas" panose="020B0609020204030204" pitchFamily="49" charset="0"/>
              </a:rPr>
              <a:t> &lt;</a:t>
            </a:r>
            <a:r>
              <a:rPr lang="en-GB" b="1" dirty="0" err="1">
                <a:latin typeface="Consolas" panose="020B0609020204030204" pitchFamily="49" charset="0"/>
              </a:rPr>
              <a:t>machine_name</a:t>
            </a:r>
            <a:r>
              <a:rPr lang="en-GB" b="1" dirty="0">
                <a:latin typeface="Consolas" panose="020B0609020204030204" pitchFamily="49" charset="0"/>
              </a:rPr>
              <a:t>&gt;</a:t>
            </a:r>
          </a:p>
          <a:p>
            <a:pPr lvl="2"/>
            <a:r>
              <a:rPr lang="en-GB" dirty="0"/>
              <a:t>in this case: </a:t>
            </a:r>
            <a:r>
              <a:rPr lang="en-GB" b="1" dirty="0" err="1">
                <a:latin typeface="Consolas" panose="020B0609020204030204" pitchFamily="49" charset="0"/>
              </a:rPr>
              <a:t>kathara</a:t>
            </a:r>
            <a:r>
              <a:rPr lang="en-GB" b="1" dirty="0">
                <a:latin typeface="Consolas" panose="020B0609020204030204" pitchFamily="49" charset="0"/>
              </a:rPr>
              <a:t> </a:t>
            </a:r>
            <a:r>
              <a:rPr lang="en-GB" b="1" dirty="0" err="1">
                <a:latin typeface="Consolas" panose="020B0609020204030204" pitchFamily="49" charset="0"/>
              </a:rPr>
              <a:t>lstart</a:t>
            </a:r>
            <a:r>
              <a:rPr lang="en-GB" b="1" dirty="0">
                <a:latin typeface="Consolas" panose="020B0609020204030204" pitchFamily="49" charset="0"/>
              </a:rPr>
              <a:t> spine_1_2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57379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67593-902C-B5C2-DEC7-2BAA5FB62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930FE-D57A-5121-AE4A-DA4EB9DD5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4: </a:t>
            </a:r>
            <a:r>
              <a:rPr lang="en-GB" dirty="0" err="1"/>
              <a:t>analyzing</a:t>
            </a:r>
            <a:r>
              <a:rPr lang="en-GB" dirty="0"/>
              <a:t> end-to-end traffic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F0C2F156-5E77-503C-9D1C-937D8904F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sz="2800" dirty="0"/>
              <a:t>to test the ECMP load-balancing, we send UDP packets and observe how they are distributed among the available paths</a:t>
            </a:r>
          </a:p>
          <a:p>
            <a:r>
              <a:rPr lang="en-GB" sz="2800" dirty="0"/>
              <a:t>our source is 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server_1_1_2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our destination is</a:t>
            </a:r>
            <a:r>
              <a:rPr lang="en-GB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server_2_2_2</a:t>
            </a:r>
            <a:r>
              <a:rPr lang="en-GB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925762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2C2D8-70C0-2942-A119-0449DC904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1B310-A8E6-70AC-7970-283C092C0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4: </a:t>
            </a:r>
            <a:r>
              <a:rPr lang="en-GB" dirty="0" err="1"/>
              <a:t>analyzing</a:t>
            </a:r>
            <a:r>
              <a:rPr lang="en-GB" dirty="0"/>
              <a:t> end-to-end traffic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FBBB4AE7-ECD0-8765-4109-2BC1D77A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sz="2800" dirty="0"/>
              <a:t>to test the ECMP load-balancing, we send UDP packets and observe how they are distributed among the available paths</a:t>
            </a:r>
          </a:p>
          <a:p>
            <a:r>
              <a:rPr lang="en-GB" sz="2800" dirty="0"/>
              <a:t>our source is 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server_1_1_2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our destination is</a:t>
            </a:r>
            <a:r>
              <a:rPr lang="en-GB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server_2_2_2</a:t>
            </a:r>
            <a:r>
              <a:rPr lang="en-GB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grpSp>
        <p:nvGrpSpPr>
          <p:cNvPr id="1408" name="Group 1407">
            <a:extLst>
              <a:ext uri="{FF2B5EF4-FFF2-40B4-BE49-F238E27FC236}">
                <a16:creationId xmlns:a16="http://schemas.microsoft.com/office/drawing/2014/main" id="{30B61EB7-2E3A-ED24-CAD9-72E8DAACB70D}"/>
              </a:ext>
            </a:extLst>
          </p:cNvPr>
          <p:cNvGrpSpPr/>
          <p:nvPr/>
        </p:nvGrpSpPr>
        <p:grpSpPr>
          <a:xfrm>
            <a:off x="3353912" y="2788495"/>
            <a:ext cx="9033760" cy="4095484"/>
            <a:chOff x="3338414" y="2762516"/>
            <a:chExt cx="9033760" cy="4095484"/>
          </a:xfrm>
        </p:grpSpPr>
        <p:sp>
          <p:nvSpPr>
            <p:cNvPr id="1061" name="AutoShape 118">
              <a:extLst>
                <a:ext uri="{FF2B5EF4-FFF2-40B4-BE49-F238E27FC236}">
                  <a16:creationId xmlns:a16="http://schemas.microsoft.com/office/drawing/2014/main" id="{2DC7C92B-9403-7F11-F446-0AA673F3A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4536" y="2762516"/>
              <a:ext cx="2361904" cy="556629"/>
            </a:xfrm>
            <a:prstGeom prst="roundRect">
              <a:avLst>
                <a:gd name="adj" fmla="val 31509"/>
              </a:avLst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/>
            </a:p>
          </p:txBody>
        </p:sp>
        <p:sp>
          <p:nvSpPr>
            <p:cNvPr id="1062" name="AutoShape 8">
              <a:extLst>
                <a:ext uri="{FF2B5EF4-FFF2-40B4-BE49-F238E27FC236}">
                  <a16:creationId xmlns:a16="http://schemas.microsoft.com/office/drawing/2014/main" id="{15E5E624-6D54-B32D-E443-CC527EEB4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86826" y="5050083"/>
              <a:ext cx="1132641" cy="556629"/>
            </a:xfrm>
            <a:prstGeom prst="roundRect">
              <a:avLst>
                <a:gd name="adj" fmla="val 31509"/>
              </a:avLst>
            </a:prstGeom>
            <a:solidFill>
              <a:srgbClr val="000066">
                <a:alpha val="25000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/>
            </a:p>
          </p:txBody>
        </p:sp>
        <p:sp>
          <p:nvSpPr>
            <p:cNvPr id="1063" name="AutoShape 9">
              <a:extLst>
                <a:ext uri="{FF2B5EF4-FFF2-40B4-BE49-F238E27FC236}">
                  <a16:creationId xmlns:a16="http://schemas.microsoft.com/office/drawing/2014/main" id="{307A390C-68D2-C7D3-D8BA-298875B13B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75633" y="5050165"/>
              <a:ext cx="1049648" cy="556629"/>
            </a:xfrm>
            <a:prstGeom prst="roundRect">
              <a:avLst>
                <a:gd name="adj" fmla="val 31509"/>
              </a:avLst>
            </a:prstGeom>
            <a:solidFill>
              <a:srgbClr val="000066">
                <a:alpha val="50000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/>
            </a:p>
          </p:txBody>
        </p:sp>
        <p:sp>
          <p:nvSpPr>
            <p:cNvPr id="1064" name="AutoShape 10">
              <a:extLst>
                <a:ext uri="{FF2B5EF4-FFF2-40B4-BE49-F238E27FC236}">
                  <a16:creationId xmlns:a16="http://schemas.microsoft.com/office/drawing/2014/main" id="{EB00227A-38CC-9FC9-71AD-3E6B007320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0118" y="5056995"/>
              <a:ext cx="1095029" cy="556629"/>
            </a:xfrm>
            <a:prstGeom prst="roundRect">
              <a:avLst>
                <a:gd name="adj" fmla="val 31509"/>
              </a:avLst>
            </a:prstGeom>
            <a:solidFill>
              <a:srgbClr val="006600">
                <a:alpha val="25000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/>
            </a:p>
          </p:txBody>
        </p:sp>
        <p:sp>
          <p:nvSpPr>
            <p:cNvPr id="1065" name="AutoShape 11">
              <a:extLst>
                <a:ext uri="{FF2B5EF4-FFF2-40B4-BE49-F238E27FC236}">
                  <a16:creationId xmlns:a16="http://schemas.microsoft.com/office/drawing/2014/main" id="{7CB4226F-53F8-D12F-A984-A1C51AC30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593" y="5056995"/>
              <a:ext cx="1099882" cy="556629"/>
            </a:xfrm>
            <a:prstGeom prst="roundRect">
              <a:avLst>
                <a:gd name="adj" fmla="val 31509"/>
              </a:avLst>
            </a:prstGeom>
            <a:solidFill>
              <a:srgbClr val="006600">
                <a:alpha val="50000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/>
            </a:p>
          </p:txBody>
        </p:sp>
        <p:sp>
          <p:nvSpPr>
            <p:cNvPr id="1066" name="AutoShape 14">
              <a:extLst>
                <a:ext uri="{FF2B5EF4-FFF2-40B4-BE49-F238E27FC236}">
                  <a16:creationId xmlns:a16="http://schemas.microsoft.com/office/drawing/2014/main" id="{3FDA7132-692A-88A4-7DDA-FBABA2CB7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6014" y="4129844"/>
              <a:ext cx="2401962" cy="556629"/>
            </a:xfrm>
            <a:prstGeom prst="roundRect">
              <a:avLst>
                <a:gd name="adj" fmla="val 31509"/>
              </a:avLst>
            </a:prstGeom>
            <a:solidFill>
              <a:srgbClr val="CCFF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/>
            </a:p>
          </p:txBody>
        </p:sp>
        <p:sp>
          <p:nvSpPr>
            <p:cNvPr id="1067" name="AutoShape 15">
              <a:extLst>
                <a:ext uri="{FF2B5EF4-FFF2-40B4-BE49-F238E27FC236}">
                  <a16:creationId xmlns:a16="http://schemas.microsoft.com/office/drawing/2014/main" id="{EEA6EFC1-DFC4-1BC2-B6CE-FA9720FEF8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5977" y="4099517"/>
              <a:ext cx="2341654" cy="556629"/>
            </a:xfrm>
            <a:prstGeom prst="roundRect">
              <a:avLst>
                <a:gd name="adj" fmla="val 31509"/>
              </a:avLst>
            </a:prstGeom>
            <a:solidFill>
              <a:srgbClr val="CCFF99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/>
            </a:p>
          </p:txBody>
        </p:sp>
        <p:cxnSp>
          <p:nvCxnSpPr>
            <p:cNvPr id="1068" name="AutoShape 30">
              <a:extLst>
                <a:ext uri="{FF2B5EF4-FFF2-40B4-BE49-F238E27FC236}">
                  <a16:creationId xmlns:a16="http://schemas.microsoft.com/office/drawing/2014/main" id="{6436B485-C8BA-19C2-50DE-692D38861D77}"/>
                </a:ext>
              </a:extLst>
            </p:cNvPr>
            <p:cNvCxnSpPr>
              <a:cxnSpLocks noChangeShapeType="1"/>
              <a:stCxn id="1219" idx="3"/>
            </p:cNvCxnSpPr>
            <p:nvPr/>
          </p:nvCxnSpPr>
          <p:spPr bwMode="auto">
            <a:xfrm>
              <a:off x="6897731" y="3222566"/>
              <a:ext cx="2585040" cy="981595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69" name="AutoShape 32">
              <a:extLst>
                <a:ext uri="{FF2B5EF4-FFF2-40B4-BE49-F238E27FC236}">
                  <a16:creationId xmlns:a16="http://schemas.microsoft.com/office/drawing/2014/main" id="{9B7AC85E-FFEB-50F7-4E85-8FD8B302466D}"/>
                </a:ext>
              </a:extLst>
            </p:cNvPr>
            <p:cNvCxnSpPr>
              <a:cxnSpLocks noChangeShapeType="1"/>
              <a:stCxn id="1219" idx="3"/>
            </p:cNvCxnSpPr>
            <p:nvPr/>
          </p:nvCxnSpPr>
          <p:spPr bwMode="auto">
            <a:xfrm flipH="1">
              <a:off x="6194750" y="3222566"/>
              <a:ext cx="702981" cy="994174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70" name="AutoShape 33">
              <a:extLst>
                <a:ext uri="{FF2B5EF4-FFF2-40B4-BE49-F238E27FC236}">
                  <a16:creationId xmlns:a16="http://schemas.microsoft.com/office/drawing/2014/main" id="{7FE9922A-253B-A1F8-749B-92BC47225FD5}"/>
                </a:ext>
              </a:extLst>
            </p:cNvPr>
            <p:cNvCxnSpPr>
              <a:cxnSpLocks noChangeShapeType="1"/>
              <a:stCxn id="1219" idx="3"/>
            </p:cNvCxnSpPr>
            <p:nvPr/>
          </p:nvCxnSpPr>
          <p:spPr bwMode="auto">
            <a:xfrm>
              <a:off x="6897731" y="3222566"/>
              <a:ext cx="4047050" cy="981595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71" name="AutoShape 40">
              <a:extLst>
                <a:ext uri="{FF2B5EF4-FFF2-40B4-BE49-F238E27FC236}">
                  <a16:creationId xmlns:a16="http://schemas.microsoft.com/office/drawing/2014/main" id="{65E55ACB-894E-6FA3-EB2F-8FD928522FBF}"/>
                </a:ext>
              </a:extLst>
            </p:cNvPr>
            <p:cNvCxnSpPr>
              <a:cxnSpLocks noChangeShapeType="1"/>
              <a:stCxn id="1219" idx="3"/>
            </p:cNvCxnSpPr>
            <p:nvPr/>
          </p:nvCxnSpPr>
          <p:spPr bwMode="auto">
            <a:xfrm flipH="1">
              <a:off x="4776823" y="3222566"/>
              <a:ext cx="2120907" cy="980833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72" name="AutoShape 51">
              <a:extLst>
                <a:ext uri="{FF2B5EF4-FFF2-40B4-BE49-F238E27FC236}">
                  <a16:creationId xmlns:a16="http://schemas.microsoft.com/office/drawing/2014/main" id="{1ACD981F-6978-6D76-E30D-9F0D85A5824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4776823" y="4588747"/>
              <a:ext cx="1425043" cy="561101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73" name="AutoShape 52">
              <a:extLst>
                <a:ext uri="{FF2B5EF4-FFF2-40B4-BE49-F238E27FC236}">
                  <a16:creationId xmlns:a16="http://schemas.microsoft.com/office/drawing/2014/main" id="{B0FC6453-EF18-3C8B-CB1F-D503C62C65B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6194750" y="4602088"/>
              <a:ext cx="7116" cy="547761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74" name="AutoShape 53">
              <a:extLst>
                <a:ext uri="{FF2B5EF4-FFF2-40B4-BE49-F238E27FC236}">
                  <a16:creationId xmlns:a16="http://schemas.microsoft.com/office/drawing/2014/main" id="{B5137214-CCE9-95DB-9DD7-B1C031974D9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4776823" y="4588747"/>
              <a:ext cx="1613" cy="567293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75" name="AutoShape 54">
              <a:extLst>
                <a:ext uri="{FF2B5EF4-FFF2-40B4-BE49-F238E27FC236}">
                  <a16:creationId xmlns:a16="http://schemas.microsoft.com/office/drawing/2014/main" id="{79EF5F6B-BE72-BDBE-22C9-7A43BB3FA5C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778436" y="4602088"/>
              <a:ext cx="1416314" cy="553952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76" name="AutoShape 55">
              <a:extLst>
                <a:ext uri="{FF2B5EF4-FFF2-40B4-BE49-F238E27FC236}">
                  <a16:creationId xmlns:a16="http://schemas.microsoft.com/office/drawing/2014/main" id="{4FD9B627-348A-0C89-FB68-B28CB62E06B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9482771" y="4589510"/>
              <a:ext cx="1469752" cy="54621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77" name="AutoShape 56">
              <a:extLst>
                <a:ext uri="{FF2B5EF4-FFF2-40B4-BE49-F238E27FC236}">
                  <a16:creationId xmlns:a16="http://schemas.microsoft.com/office/drawing/2014/main" id="{A407777C-AC5A-90F4-59E7-AB00525E86E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0944781" y="4589510"/>
              <a:ext cx="7742" cy="54621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78" name="AutoShape 57">
              <a:extLst>
                <a:ext uri="{FF2B5EF4-FFF2-40B4-BE49-F238E27FC236}">
                  <a16:creationId xmlns:a16="http://schemas.microsoft.com/office/drawing/2014/main" id="{E86C9038-2CE1-5661-3836-9B220EA7126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9482771" y="4589510"/>
              <a:ext cx="4193" cy="553509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79" name="AutoShape 58">
              <a:extLst>
                <a:ext uri="{FF2B5EF4-FFF2-40B4-BE49-F238E27FC236}">
                  <a16:creationId xmlns:a16="http://schemas.microsoft.com/office/drawing/2014/main" id="{80786A23-7DAB-6B2C-58D2-2C0BA69C583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486964" y="4589510"/>
              <a:ext cx="1457817" cy="553509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80" name="Line 71">
              <a:extLst>
                <a:ext uri="{FF2B5EF4-FFF2-40B4-BE49-F238E27FC236}">
                  <a16:creationId xmlns:a16="http://schemas.microsoft.com/office/drawing/2014/main" id="{FC7B19D3-AB98-D6A8-1B69-EA97A5F4B08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4618673" y="5655817"/>
              <a:ext cx="512749" cy="28726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/>
            </a:p>
          </p:txBody>
        </p:sp>
        <p:sp>
          <p:nvSpPr>
            <p:cNvPr id="1081" name="Line 72">
              <a:extLst>
                <a:ext uri="{FF2B5EF4-FFF2-40B4-BE49-F238E27FC236}">
                  <a16:creationId xmlns:a16="http://schemas.microsoft.com/office/drawing/2014/main" id="{131B7FD2-B81A-6570-3856-998D721DD7E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4159816" y="5475808"/>
              <a:ext cx="497663" cy="64553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/>
            </a:p>
          </p:txBody>
        </p:sp>
        <p:cxnSp>
          <p:nvCxnSpPr>
            <p:cNvPr id="1082" name="AutoShape 93">
              <a:extLst>
                <a:ext uri="{FF2B5EF4-FFF2-40B4-BE49-F238E27FC236}">
                  <a16:creationId xmlns:a16="http://schemas.microsoft.com/office/drawing/2014/main" id="{47299999-E669-07E2-78C4-A6DA7DC0DE8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27900" y="3238594"/>
              <a:ext cx="1154871" cy="965567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83" name="AutoShape 94">
              <a:extLst>
                <a:ext uri="{FF2B5EF4-FFF2-40B4-BE49-F238E27FC236}">
                  <a16:creationId xmlns:a16="http://schemas.microsoft.com/office/drawing/2014/main" id="{4578A192-9D50-F03C-BF44-04FA313B06D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194750" y="3238594"/>
              <a:ext cx="2133150" cy="978146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84" name="AutoShape 95">
              <a:extLst>
                <a:ext uri="{FF2B5EF4-FFF2-40B4-BE49-F238E27FC236}">
                  <a16:creationId xmlns:a16="http://schemas.microsoft.com/office/drawing/2014/main" id="{3B69C53C-83C8-D227-FF85-B986F2DFBEC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27900" y="3238594"/>
              <a:ext cx="2616881" cy="965567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85" name="AutoShape 102">
              <a:extLst>
                <a:ext uri="{FF2B5EF4-FFF2-40B4-BE49-F238E27FC236}">
                  <a16:creationId xmlns:a16="http://schemas.microsoft.com/office/drawing/2014/main" id="{D297FA71-A8CF-C5C6-0C75-512C9752E1B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776823" y="3238594"/>
              <a:ext cx="3551076" cy="964805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86" name="Rectangle: Rounded Corners 44">
              <a:extLst>
                <a:ext uri="{FF2B5EF4-FFF2-40B4-BE49-F238E27FC236}">
                  <a16:creationId xmlns:a16="http://schemas.microsoft.com/office/drawing/2014/main" id="{701A970D-1A97-AFB9-0A52-616D4E79CFF5}"/>
                </a:ext>
              </a:extLst>
            </p:cNvPr>
            <p:cNvSpPr/>
            <p:nvPr/>
          </p:nvSpPr>
          <p:spPr>
            <a:xfrm>
              <a:off x="4233267" y="4074803"/>
              <a:ext cx="2520519" cy="1622345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  <a:prstDash val="sysDot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87" name="Rectangle: Rounded Corners 45">
              <a:extLst>
                <a:ext uri="{FF2B5EF4-FFF2-40B4-BE49-F238E27FC236}">
                  <a16:creationId xmlns:a16="http://schemas.microsoft.com/office/drawing/2014/main" id="{4C492055-8B94-E54D-864E-31525EF3B629}"/>
                </a:ext>
              </a:extLst>
            </p:cNvPr>
            <p:cNvSpPr/>
            <p:nvPr/>
          </p:nvSpPr>
          <p:spPr>
            <a:xfrm>
              <a:off x="8924325" y="4072977"/>
              <a:ext cx="2566125" cy="1622345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  <a:prstDash val="sysDot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089" name="Group 1088">
              <a:extLst>
                <a:ext uri="{FF2B5EF4-FFF2-40B4-BE49-F238E27FC236}">
                  <a16:creationId xmlns:a16="http://schemas.microsoft.com/office/drawing/2014/main" id="{16D1E8F9-10A8-D486-A8A3-0C31E178F654}"/>
                </a:ext>
              </a:extLst>
            </p:cNvPr>
            <p:cNvGrpSpPr/>
            <p:nvPr/>
          </p:nvGrpSpPr>
          <p:grpSpPr>
            <a:xfrm>
              <a:off x="4440034" y="4203399"/>
              <a:ext cx="673579" cy="385348"/>
              <a:chOff x="967835" y="2541918"/>
              <a:chExt cx="1426054" cy="463051"/>
            </a:xfrm>
          </p:grpSpPr>
          <p:grpSp>
            <p:nvGrpSpPr>
              <p:cNvPr id="1090" name="Group 93">
                <a:extLst>
                  <a:ext uri="{FF2B5EF4-FFF2-40B4-BE49-F238E27FC236}">
                    <a16:creationId xmlns:a16="http://schemas.microsoft.com/office/drawing/2014/main" id="{D0FD17D4-2AB4-491C-107D-9F8A471E8BB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1092" name="Group 94">
                  <a:extLst>
                    <a:ext uri="{FF2B5EF4-FFF2-40B4-BE49-F238E27FC236}">
                      <a16:creationId xmlns:a16="http://schemas.microsoft.com/office/drawing/2014/main" id="{1227DA12-0108-8012-AAF1-50BA9E46C88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1094" name="AutoShape 95">
                    <a:extLst>
                      <a:ext uri="{FF2B5EF4-FFF2-40B4-BE49-F238E27FC236}">
                        <a16:creationId xmlns:a16="http://schemas.microsoft.com/office/drawing/2014/main" id="{3BDBE2D9-5CB2-06F1-402B-5FEDE4379903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8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1095" name="Group 96">
                    <a:extLst>
                      <a:ext uri="{FF2B5EF4-FFF2-40B4-BE49-F238E27FC236}">
                        <a16:creationId xmlns:a16="http://schemas.microsoft.com/office/drawing/2014/main" id="{46CE0116-9ED8-E1BC-6FBD-94F68800D6E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1096" name="Group 97">
                      <a:extLst>
                        <a:ext uri="{FF2B5EF4-FFF2-40B4-BE49-F238E27FC236}">
                          <a16:creationId xmlns:a16="http://schemas.microsoft.com/office/drawing/2014/main" id="{77504D03-944D-A70E-FA07-F9EA8FAE9A61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1106" name="Freeform 98">
                        <a:extLst>
                          <a:ext uri="{FF2B5EF4-FFF2-40B4-BE49-F238E27FC236}">
                            <a16:creationId xmlns:a16="http://schemas.microsoft.com/office/drawing/2014/main" id="{C386C270-5584-1B33-0120-6F7738E5B3E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07" name="Freeform 99">
                        <a:extLst>
                          <a:ext uri="{FF2B5EF4-FFF2-40B4-BE49-F238E27FC236}">
                            <a16:creationId xmlns:a16="http://schemas.microsoft.com/office/drawing/2014/main" id="{DD9B0A6B-475B-6546-6E73-41C7BAC9390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08" name="Freeform 100">
                        <a:extLst>
                          <a:ext uri="{FF2B5EF4-FFF2-40B4-BE49-F238E27FC236}">
                            <a16:creationId xmlns:a16="http://schemas.microsoft.com/office/drawing/2014/main" id="{4790B812-33A0-E5C9-D97E-C230D64E975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09" name="Freeform 101">
                        <a:extLst>
                          <a:ext uri="{FF2B5EF4-FFF2-40B4-BE49-F238E27FC236}">
                            <a16:creationId xmlns:a16="http://schemas.microsoft.com/office/drawing/2014/main" id="{B1386BEE-8F21-41BB-4B41-4B57F9D20CC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10" name="Freeform 102">
                        <a:extLst>
                          <a:ext uri="{FF2B5EF4-FFF2-40B4-BE49-F238E27FC236}">
                            <a16:creationId xmlns:a16="http://schemas.microsoft.com/office/drawing/2014/main" id="{FA85273D-B9D3-6CDE-CDDC-18D63D32C55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11" name="Freeform 103">
                        <a:extLst>
                          <a:ext uri="{FF2B5EF4-FFF2-40B4-BE49-F238E27FC236}">
                            <a16:creationId xmlns:a16="http://schemas.microsoft.com/office/drawing/2014/main" id="{566E8DCF-B218-C143-FDAD-D1EB0D28E29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12" name="Freeform 104">
                        <a:extLst>
                          <a:ext uri="{FF2B5EF4-FFF2-40B4-BE49-F238E27FC236}">
                            <a16:creationId xmlns:a16="http://schemas.microsoft.com/office/drawing/2014/main" id="{C535ED7B-6DB6-DB69-9A2E-B0876A254FB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13" name="Freeform 105">
                        <a:extLst>
                          <a:ext uri="{FF2B5EF4-FFF2-40B4-BE49-F238E27FC236}">
                            <a16:creationId xmlns:a16="http://schemas.microsoft.com/office/drawing/2014/main" id="{685A94FF-D69B-98FE-2473-9FBC8CFFB4D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  <p:grpSp>
                  <p:nvGrpSpPr>
                    <p:cNvPr id="1097" name="Group 106">
                      <a:extLst>
                        <a:ext uri="{FF2B5EF4-FFF2-40B4-BE49-F238E27FC236}">
                          <a16:creationId xmlns:a16="http://schemas.microsoft.com/office/drawing/2014/main" id="{B69D4193-B23D-74B7-E3CB-A7AB8C789C2A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1098" name="Freeform 107">
                        <a:extLst>
                          <a:ext uri="{FF2B5EF4-FFF2-40B4-BE49-F238E27FC236}">
                            <a16:creationId xmlns:a16="http://schemas.microsoft.com/office/drawing/2014/main" id="{5648B2DE-CC72-6546-94DC-72BADB69FBE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99" name="Freeform 108">
                        <a:extLst>
                          <a:ext uri="{FF2B5EF4-FFF2-40B4-BE49-F238E27FC236}">
                            <a16:creationId xmlns:a16="http://schemas.microsoft.com/office/drawing/2014/main" id="{BA964AEA-F5A2-395F-A054-D5B338D83EA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00" name="Freeform 109">
                        <a:extLst>
                          <a:ext uri="{FF2B5EF4-FFF2-40B4-BE49-F238E27FC236}">
                            <a16:creationId xmlns:a16="http://schemas.microsoft.com/office/drawing/2014/main" id="{8879E489-E082-647B-86DF-D5F759A5D08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01" name="Freeform 110">
                        <a:extLst>
                          <a:ext uri="{FF2B5EF4-FFF2-40B4-BE49-F238E27FC236}">
                            <a16:creationId xmlns:a16="http://schemas.microsoft.com/office/drawing/2014/main" id="{F1C56111-9CDD-B612-EE0B-851093133F4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02" name="Freeform 111">
                        <a:extLst>
                          <a:ext uri="{FF2B5EF4-FFF2-40B4-BE49-F238E27FC236}">
                            <a16:creationId xmlns:a16="http://schemas.microsoft.com/office/drawing/2014/main" id="{C672D3C6-5249-97D8-3C9D-58BFA09E02B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03" name="Freeform 112">
                        <a:extLst>
                          <a:ext uri="{FF2B5EF4-FFF2-40B4-BE49-F238E27FC236}">
                            <a16:creationId xmlns:a16="http://schemas.microsoft.com/office/drawing/2014/main" id="{01A45E29-2BC2-82E4-EE6D-6BF6B9FE2FD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04" name="Freeform 113">
                        <a:extLst>
                          <a:ext uri="{FF2B5EF4-FFF2-40B4-BE49-F238E27FC236}">
                            <a16:creationId xmlns:a16="http://schemas.microsoft.com/office/drawing/2014/main" id="{221D7A2C-8038-45BD-032D-0AB25F9A28F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05" name="Freeform 114">
                        <a:extLst>
                          <a:ext uri="{FF2B5EF4-FFF2-40B4-BE49-F238E27FC236}">
                            <a16:creationId xmlns:a16="http://schemas.microsoft.com/office/drawing/2014/main" id="{CAD98927-2550-948A-CF28-1D5B20F313D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</p:grpSp>
            </p:grpSp>
            <p:sp>
              <p:nvSpPr>
                <p:cNvPr id="1093" name="WordArt 115">
                  <a:extLst>
                    <a:ext uri="{FF2B5EF4-FFF2-40B4-BE49-F238E27FC236}">
                      <a16:creationId xmlns:a16="http://schemas.microsoft.com/office/drawing/2014/main" id="{76E60DF5-56D8-4FAB-74DD-F66A957D8FE1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091" name="WordArt 68">
                <a:extLst>
                  <a:ext uri="{FF2B5EF4-FFF2-40B4-BE49-F238E27FC236}">
                    <a16:creationId xmlns:a16="http://schemas.microsoft.com/office/drawing/2014/main" id="{BE4F436E-D44F-0DDE-86AD-7093014FC0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4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spine_1_1</a:t>
                </a:r>
              </a:p>
            </p:txBody>
          </p:sp>
        </p:grpSp>
        <p:grpSp>
          <p:nvGrpSpPr>
            <p:cNvPr id="1114" name="Group 1113">
              <a:extLst>
                <a:ext uri="{FF2B5EF4-FFF2-40B4-BE49-F238E27FC236}">
                  <a16:creationId xmlns:a16="http://schemas.microsoft.com/office/drawing/2014/main" id="{0D53318C-727B-7D12-2D83-319666C4AF3B}"/>
                </a:ext>
              </a:extLst>
            </p:cNvPr>
            <p:cNvGrpSpPr/>
            <p:nvPr/>
          </p:nvGrpSpPr>
          <p:grpSpPr>
            <a:xfrm>
              <a:off x="4441647" y="5156040"/>
              <a:ext cx="673579" cy="385348"/>
              <a:chOff x="967835" y="2541918"/>
              <a:chExt cx="1426054" cy="463051"/>
            </a:xfrm>
          </p:grpSpPr>
          <p:grpSp>
            <p:nvGrpSpPr>
              <p:cNvPr id="1115" name="Group 93">
                <a:extLst>
                  <a:ext uri="{FF2B5EF4-FFF2-40B4-BE49-F238E27FC236}">
                    <a16:creationId xmlns:a16="http://schemas.microsoft.com/office/drawing/2014/main" id="{9961747C-F929-824E-5510-AD6596546B3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1117" name="Group 94">
                  <a:extLst>
                    <a:ext uri="{FF2B5EF4-FFF2-40B4-BE49-F238E27FC236}">
                      <a16:creationId xmlns:a16="http://schemas.microsoft.com/office/drawing/2014/main" id="{352C29FC-8477-A14F-34D7-5A2E29FB234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1119" name="AutoShape 95">
                    <a:extLst>
                      <a:ext uri="{FF2B5EF4-FFF2-40B4-BE49-F238E27FC236}">
                        <a16:creationId xmlns:a16="http://schemas.microsoft.com/office/drawing/2014/main" id="{39879BDA-6586-D02E-FC25-FD75C392AEBE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8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1120" name="Group 96">
                    <a:extLst>
                      <a:ext uri="{FF2B5EF4-FFF2-40B4-BE49-F238E27FC236}">
                        <a16:creationId xmlns:a16="http://schemas.microsoft.com/office/drawing/2014/main" id="{959C0222-7E39-C03B-F566-3120B0BD339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1121" name="Group 97">
                      <a:extLst>
                        <a:ext uri="{FF2B5EF4-FFF2-40B4-BE49-F238E27FC236}">
                          <a16:creationId xmlns:a16="http://schemas.microsoft.com/office/drawing/2014/main" id="{9DC1EAFC-50A2-5F88-8536-640B66C49824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1131" name="Freeform 98">
                        <a:extLst>
                          <a:ext uri="{FF2B5EF4-FFF2-40B4-BE49-F238E27FC236}">
                            <a16:creationId xmlns:a16="http://schemas.microsoft.com/office/drawing/2014/main" id="{9A9A77FA-EB83-B232-C04B-60B24B0CDC7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32" name="Freeform 99">
                        <a:extLst>
                          <a:ext uri="{FF2B5EF4-FFF2-40B4-BE49-F238E27FC236}">
                            <a16:creationId xmlns:a16="http://schemas.microsoft.com/office/drawing/2014/main" id="{39E0C9A9-5AFB-D404-F78F-F0B7DC7281B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33" name="Freeform 100">
                        <a:extLst>
                          <a:ext uri="{FF2B5EF4-FFF2-40B4-BE49-F238E27FC236}">
                            <a16:creationId xmlns:a16="http://schemas.microsoft.com/office/drawing/2014/main" id="{78B1E220-077F-F0C3-5335-61D8A61D558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34" name="Freeform 101">
                        <a:extLst>
                          <a:ext uri="{FF2B5EF4-FFF2-40B4-BE49-F238E27FC236}">
                            <a16:creationId xmlns:a16="http://schemas.microsoft.com/office/drawing/2014/main" id="{790090EA-B065-F2C0-10EE-B813E5E0B8E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35" name="Freeform 102">
                        <a:extLst>
                          <a:ext uri="{FF2B5EF4-FFF2-40B4-BE49-F238E27FC236}">
                            <a16:creationId xmlns:a16="http://schemas.microsoft.com/office/drawing/2014/main" id="{1532C91A-B44A-22E4-B339-C07DA1E31BD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36" name="Freeform 103">
                        <a:extLst>
                          <a:ext uri="{FF2B5EF4-FFF2-40B4-BE49-F238E27FC236}">
                            <a16:creationId xmlns:a16="http://schemas.microsoft.com/office/drawing/2014/main" id="{9CBDDFD0-9C12-BD79-010E-051B872FE1E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37" name="Freeform 104">
                        <a:extLst>
                          <a:ext uri="{FF2B5EF4-FFF2-40B4-BE49-F238E27FC236}">
                            <a16:creationId xmlns:a16="http://schemas.microsoft.com/office/drawing/2014/main" id="{62B0C5B7-2FA6-BB38-BCD3-EE35C07B250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38" name="Freeform 105">
                        <a:extLst>
                          <a:ext uri="{FF2B5EF4-FFF2-40B4-BE49-F238E27FC236}">
                            <a16:creationId xmlns:a16="http://schemas.microsoft.com/office/drawing/2014/main" id="{6D068828-3EDA-534B-D94E-11568B3BBDE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  <p:grpSp>
                  <p:nvGrpSpPr>
                    <p:cNvPr id="1122" name="Group 106">
                      <a:extLst>
                        <a:ext uri="{FF2B5EF4-FFF2-40B4-BE49-F238E27FC236}">
                          <a16:creationId xmlns:a16="http://schemas.microsoft.com/office/drawing/2014/main" id="{B7FA7F79-655C-D588-EFD5-545EB871617C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1123" name="Freeform 107">
                        <a:extLst>
                          <a:ext uri="{FF2B5EF4-FFF2-40B4-BE49-F238E27FC236}">
                            <a16:creationId xmlns:a16="http://schemas.microsoft.com/office/drawing/2014/main" id="{BF8E5E4B-9A91-6626-66AB-9C434E3C8D6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24" name="Freeform 108">
                        <a:extLst>
                          <a:ext uri="{FF2B5EF4-FFF2-40B4-BE49-F238E27FC236}">
                            <a16:creationId xmlns:a16="http://schemas.microsoft.com/office/drawing/2014/main" id="{D5412541-0EA2-1A8C-438F-9F3E4CAB38F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25" name="Freeform 109">
                        <a:extLst>
                          <a:ext uri="{FF2B5EF4-FFF2-40B4-BE49-F238E27FC236}">
                            <a16:creationId xmlns:a16="http://schemas.microsoft.com/office/drawing/2014/main" id="{DAF17E75-D926-2B9D-6C38-2B323619D13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26" name="Freeform 110">
                        <a:extLst>
                          <a:ext uri="{FF2B5EF4-FFF2-40B4-BE49-F238E27FC236}">
                            <a16:creationId xmlns:a16="http://schemas.microsoft.com/office/drawing/2014/main" id="{C7AEC10E-198F-D5C1-0B8B-08B1F280BA1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27" name="Freeform 111">
                        <a:extLst>
                          <a:ext uri="{FF2B5EF4-FFF2-40B4-BE49-F238E27FC236}">
                            <a16:creationId xmlns:a16="http://schemas.microsoft.com/office/drawing/2014/main" id="{D8C4E3E9-E580-DB6E-D7AB-1C3490C799F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28" name="Freeform 112">
                        <a:extLst>
                          <a:ext uri="{FF2B5EF4-FFF2-40B4-BE49-F238E27FC236}">
                            <a16:creationId xmlns:a16="http://schemas.microsoft.com/office/drawing/2014/main" id="{9BD0B45D-33C8-9DCB-4757-8FF948A87F6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29" name="Freeform 113">
                        <a:extLst>
                          <a:ext uri="{FF2B5EF4-FFF2-40B4-BE49-F238E27FC236}">
                            <a16:creationId xmlns:a16="http://schemas.microsoft.com/office/drawing/2014/main" id="{F98E31F9-E3DC-3CFE-42C6-832902E72C2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30" name="Freeform 114">
                        <a:extLst>
                          <a:ext uri="{FF2B5EF4-FFF2-40B4-BE49-F238E27FC236}">
                            <a16:creationId xmlns:a16="http://schemas.microsoft.com/office/drawing/2014/main" id="{40055F89-74CB-B63C-128B-3FEAB6F407E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</p:grpSp>
            </p:grpSp>
            <p:sp>
              <p:nvSpPr>
                <p:cNvPr id="1118" name="WordArt 115">
                  <a:extLst>
                    <a:ext uri="{FF2B5EF4-FFF2-40B4-BE49-F238E27FC236}">
                      <a16:creationId xmlns:a16="http://schemas.microsoft.com/office/drawing/2014/main" id="{32EE8117-214A-2D73-36C2-41A9D6C9B099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116" name="WordArt 68">
                <a:extLst>
                  <a:ext uri="{FF2B5EF4-FFF2-40B4-BE49-F238E27FC236}">
                    <a16:creationId xmlns:a16="http://schemas.microsoft.com/office/drawing/2014/main" id="{1FBB5EBB-6452-F0B4-50A4-7602D11C7E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4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leaf_1_1</a:t>
                </a:r>
              </a:p>
            </p:txBody>
          </p:sp>
        </p:grpSp>
        <p:grpSp>
          <p:nvGrpSpPr>
            <p:cNvPr id="1139" name="Group 1138">
              <a:extLst>
                <a:ext uri="{FF2B5EF4-FFF2-40B4-BE49-F238E27FC236}">
                  <a16:creationId xmlns:a16="http://schemas.microsoft.com/office/drawing/2014/main" id="{9D9E5E94-C969-E1D9-21A8-3FA81BF86CE1}"/>
                </a:ext>
              </a:extLst>
            </p:cNvPr>
            <p:cNvGrpSpPr/>
            <p:nvPr/>
          </p:nvGrpSpPr>
          <p:grpSpPr>
            <a:xfrm>
              <a:off x="5865076" y="5149849"/>
              <a:ext cx="673579" cy="385348"/>
              <a:chOff x="967835" y="2541918"/>
              <a:chExt cx="1426054" cy="463051"/>
            </a:xfrm>
          </p:grpSpPr>
          <p:grpSp>
            <p:nvGrpSpPr>
              <p:cNvPr id="1140" name="Group 93">
                <a:extLst>
                  <a:ext uri="{FF2B5EF4-FFF2-40B4-BE49-F238E27FC236}">
                    <a16:creationId xmlns:a16="http://schemas.microsoft.com/office/drawing/2014/main" id="{A9FF2BE6-D2E7-5F2E-89CB-4FCAFA2FFC5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1142" name="Group 94">
                  <a:extLst>
                    <a:ext uri="{FF2B5EF4-FFF2-40B4-BE49-F238E27FC236}">
                      <a16:creationId xmlns:a16="http://schemas.microsoft.com/office/drawing/2014/main" id="{40693BE8-4A0E-8BD9-6814-A8DA8C8F152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1144" name="AutoShape 95">
                    <a:extLst>
                      <a:ext uri="{FF2B5EF4-FFF2-40B4-BE49-F238E27FC236}">
                        <a16:creationId xmlns:a16="http://schemas.microsoft.com/office/drawing/2014/main" id="{D8BCD3C9-5D2F-F015-B14C-C4F3446C5A72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8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1145" name="Group 96">
                    <a:extLst>
                      <a:ext uri="{FF2B5EF4-FFF2-40B4-BE49-F238E27FC236}">
                        <a16:creationId xmlns:a16="http://schemas.microsoft.com/office/drawing/2014/main" id="{82E7C166-7F67-6B19-3435-92EE6C594F0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1146" name="Group 97">
                      <a:extLst>
                        <a:ext uri="{FF2B5EF4-FFF2-40B4-BE49-F238E27FC236}">
                          <a16:creationId xmlns:a16="http://schemas.microsoft.com/office/drawing/2014/main" id="{DE5BFC38-CC8A-3BAD-6DFF-008F18872ED7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1156" name="Freeform 98">
                        <a:extLst>
                          <a:ext uri="{FF2B5EF4-FFF2-40B4-BE49-F238E27FC236}">
                            <a16:creationId xmlns:a16="http://schemas.microsoft.com/office/drawing/2014/main" id="{A2D2FD7A-BCF6-BFC5-B885-E4D8D348DBA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57" name="Freeform 99">
                        <a:extLst>
                          <a:ext uri="{FF2B5EF4-FFF2-40B4-BE49-F238E27FC236}">
                            <a16:creationId xmlns:a16="http://schemas.microsoft.com/office/drawing/2014/main" id="{13E8020A-3FD6-61C2-575A-0A8AFA93EBB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58" name="Freeform 100">
                        <a:extLst>
                          <a:ext uri="{FF2B5EF4-FFF2-40B4-BE49-F238E27FC236}">
                            <a16:creationId xmlns:a16="http://schemas.microsoft.com/office/drawing/2014/main" id="{2A600FF5-1707-0773-DEA7-FE7256D2563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59" name="Freeform 101">
                        <a:extLst>
                          <a:ext uri="{FF2B5EF4-FFF2-40B4-BE49-F238E27FC236}">
                            <a16:creationId xmlns:a16="http://schemas.microsoft.com/office/drawing/2014/main" id="{D6217F99-B4FF-4299-90A1-5C58DB3CCA6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60" name="Freeform 102">
                        <a:extLst>
                          <a:ext uri="{FF2B5EF4-FFF2-40B4-BE49-F238E27FC236}">
                            <a16:creationId xmlns:a16="http://schemas.microsoft.com/office/drawing/2014/main" id="{E294AF09-D0CD-87A2-1974-90FAEDEA07C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61" name="Freeform 103">
                        <a:extLst>
                          <a:ext uri="{FF2B5EF4-FFF2-40B4-BE49-F238E27FC236}">
                            <a16:creationId xmlns:a16="http://schemas.microsoft.com/office/drawing/2014/main" id="{91A7AD3D-CF2F-4DF0-EEF0-B3C53D7621B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62" name="Freeform 104">
                        <a:extLst>
                          <a:ext uri="{FF2B5EF4-FFF2-40B4-BE49-F238E27FC236}">
                            <a16:creationId xmlns:a16="http://schemas.microsoft.com/office/drawing/2014/main" id="{41E77290-4009-D364-1F4A-7C0E9BE7A2F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63" name="Freeform 105">
                        <a:extLst>
                          <a:ext uri="{FF2B5EF4-FFF2-40B4-BE49-F238E27FC236}">
                            <a16:creationId xmlns:a16="http://schemas.microsoft.com/office/drawing/2014/main" id="{88D4394E-F674-8D6C-30FB-917164187F5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  <p:grpSp>
                  <p:nvGrpSpPr>
                    <p:cNvPr id="1147" name="Group 106">
                      <a:extLst>
                        <a:ext uri="{FF2B5EF4-FFF2-40B4-BE49-F238E27FC236}">
                          <a16:creationId xmlns:a16="http://schemas.microsoft.com/office/drawing/2014/main" id="{847522D1-E701-DA91-A224-81CB3EDF948D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1148" name="Freeform 107">
                        <a:extLst>
                          <a:ext uri="{FF2B5EF4-FFF2-40B4-BE49-F238E27FC236}">
                            <a16:creationId xmlns:a16="http://schemas.microsoft.com/office/drawing/2014/main" id="{620F696C-C2F7-A552-21A5-126BDC828E6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49" name="Freeform 108">
                        <a:extLst>
                          <a:ext uri="{FF2B5EF4-FFF2-40B4-BE49-F238E27FC236}">
                            <a16:creationId xmlns:a16="http://schemas.microsoft.com/office/drawing/2014/main" id="{CF859F9A-BBAB-F3E6-B719-500B80274DA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50" name="Freeform 109">
                        <a:extLst>
                          <a:ext uri="{FF2B5EF4-FFF2-40B4-BE49-F238E27FC236}">
                            <a16:creationId xmlns:a16="http://schemas.microsoft.com/office/drawing/2014/main" id="{56E71BC9-7A01-E5CD-0D78-A0C3DDCA258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51" name="Freeform 110">
                        <a:extLst>
                          <a:ext uri="{FF2B5EF4-FFF2-40B4-BE49-F238E27FC236}">
                            <a16:creationId xmlns:a16="http://schemas.microsoft.com/office/drawing/2014/main" id="{D1C8631F-95B7-F5DF-AFA3-8719CC06DDF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52" name="Freeform 111">
                        <a:extLst>
                          <a:ext uri="{FF2B5EF4-FFF2-40B4-BE49-F238E27FC236}">
                            <a16:creationId xmlns:a16="http://schemas.microsoft.com/office/drawing/2014/main" id="{68258A9E-D959-F681-A7D1-0E623060CDC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53" name="Freeform 112">
                        <a:extLst>
                          <a:ext uri="{FF2B5EF4-FFF2-40B4-BE49-F238E27FC236}">
                            <a16:creationId xmlns:a16="http://schemas.microsoft.com/office/drawing/2014/main" id="{58965836-D46E-8635-9AFA-9BCDF084874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54" name="Freeform 113">
                        <a:extLst>
                          <a:ext uri="{FF2B5EF4-FFF2-40B4-BE49-F238E27FC236}">
                            <a16:creationId xmlns:a16="http://schemas.microsoft.com/office/drawing/2014/main" id="{19635FEF-D304-2100-78C9-8E22F4A8F5A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55" name="Freeform 114">
                        <a:extLst>
                          <a:ext uri="{FF2B5EF4-FFF2-40B4-BE49-F238E27FC236}">
                            <a16:creationId xmlns:a16="http://schemas.microsoft.com/office/drawing/2014/main" id="{4EC02227-0DF5-0E21-B9EE-98B40F8D187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</p:grpSp>
            </p:grpSp>
            <p:sp>
              <p:nvSpPr>
                <p:cNvPr id="1143" name="WordArt 115">
                  <a:extLst>
                    <a:ext uri="{FF2B5EF4-FFF2-40B4-BE49-F238E27FC236}">
                      <a16:creationId xmlns:a16="http://schemas.microsoft.com/office/drawing/2014/main" id="{9A095544-AA33-EAE0-D837-1CE2DEA59E09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141" name="WordArt 68">
                <a:extLst>
                  <a:ext uri="{FF2B5EF4-FFF2-40B4-BE49-F238E27FC236}">
                    <a16:creationId xmlns:a16="http://schemas.microsoft.com/office/drawing/2014/main" id="{9C3BA51F-3D4F-1D8B-3379-E8F046F0F1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4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leaf_1_2</a:t>
                </a:r>
              </a:p>
            </p:txBody>
          </p:sp>
        </p:grpSp>
        <p:grpSp>
          <p:nvGrpSpPr>
            <p:cNvPr id="1164" name="Group 1163">
              <a:extLst>
                <a:ext uri="{FF2B5EF4-FFF2-40B4-BE49-F238E27FC236}">
                  <a16:creationId xmlns:a16="http://schemas.microsoft.com/office/drawing/2014/main" id="{17F2ADBE-EBE8-E811-4310-24C9182F794B}"/>
                </a:ext>
              </a:extLst>
            </p:cNvPr>
            <p:cNvGrpSpPr/>
            <p:nvPr/>
          </p:nvGrpSpPr>
          <p:grpSpPr>
            <a:xfrm>
              <a:off x="9145981" y="4204162"/>
              <a:ext cx="673579" cy="385348"/>
              <a:chOff x="967835" y="2541918"/>
              <a:chExt cx="1426054" cy="463051"/>
            </a:xfrm>
          </p:grpSpPr>
          <p:grpSp>
            <p:nvGrpSpPr>
              <p:cNvPr id="1165" name="Group 93">
                <a:extLst>
                  <a:ext uri="{FF2B5EF4-FFF2-40B4-BE49-F238E27FC236}">
                    <a16:creationId xmlns:a16="http://schemas.microsoft.com/office/drawing/2014/main" id="{CC4A4C7C-84A4-25DC-86DB-F6D72DCD1C2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1167" name="Group 94">
                  <a:extLst>
                    <a:ext uri="{FF2B5EF4-FFF2-40B4-BE49-F238E27FC236}">
                      <a16:creationId xmlns:a16="http://schemas.microsoft.com/office/drawing/2014/main" id="{969E74C0-5C78-010F-9AB1-E817C3640B4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1169" name="AutoShape 95">
                    <a:extLst>
                      <a:ext uri="{FF2B5EF4-FFF2-40B4-BE49-F238E27FC236}">
                        <a16:creationId xmlns:a16="http://schemas.microsoft.com/office/drawing/2014/main" id="{93ECD3AC-78AB-CB04-50C8-942B19A5369B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8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1170" name="Group 96">
                    <a:extLst>
                      <a:ext uri="{FF2B5EF4-FFF2-40B4-BE49-F238E27FC236}">
                        <a16:creationId xmlns:a16="http://schemas.microsoft.com/office/drawing/2014/main" id="{9EBBA7C1-BEBE-C30B-D80D-42C78FEE4DC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1171" name="Group 97">
                      <a:extLst>
                        <a:ext uri="{FF2B5EF4-FFF2-40B4-BE49-F238E27FC236}">
                          <a16:creationId xmlns:a16="http://schemas.microsoft.com/office/drawing/2014/main" id="{4894D772-B87F-1BF2-A62B-9934DC5E9309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1181" name="Freeform 98">
                        <a:extLst>
                          <a:ext uri="{FF2B5EF4-FFF2-40B4-BE49-F238E27FC236}">
                            <a16:creationId xmlns:a16="http://schemas.microsoft.com/office/drawing/2014/main" id="{7FC5A031-5AF3-2969-6AA8-14908E87F21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82" name="Freeform 99">
                        <a:extLst>
                          <a:ext uri="{FF2B5EF4-FFF2-40B4-BE49-F238E27FC236}">
                            <a16:creationId xmlns:a16="http://schemas.microsoft.com/office/drawing/2014/main" id="{53BA3056-DC56-2425-550D-54B41BF0EA5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83" name="Freeform 100">
                        <a:extLst>
                          <a:ext uri="{FF2B5EF4-FFF2-40B4-BE49-F238E27FC236}">
                            <a16:creationId xmlns:a16="http://schemas.microsoft.com/office/drawing/2014/main" id="{4044212C-4279-E22E-ADB0-B2AE8807C3B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84" name="Freeform 101">
                        <a:extLst>
                          <a:ext uri="{FF2B5EF4-FFF2-40B4-BE49-F238E27FC236}">
                            <a16:creationId xmlns:a16="http://schemas.microsoft.com/office/drawing/2014/main" id="{B52B837C-E630-8D2E-5CA6-6718769ADAA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85" name="Freeform 102">
                        <a:extLst>
                          <a:ext uri="{FF2B5EF4-FFF2-40B4-BE49-F238E27FC236}">
                            <a16:creationId xmlns:a16="http://schemas.microsoft.com/office/drawing/2014/main" id="{AD0E6E9B-7802-5B90-2E3F-0005DB87E79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86" name="Freeform 103">
                        <a:extLst>
                          <a:ext uri="{FF2B5EF4-FFF2-40B4-BE49-F238E27FC236}">
                            <a16:creationId xmlns:a16="http://schemas.microsoft.com/office/drawing/2014/main" id="{BF5BBA52-E263-B8EB-A94A-C5A5E01E146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87" name="Freeform 104">
                        <a:extLst>
                          <a:ext uri="{FF2B5EF4-FFF2-40B4-BE49-F238E27FC236}">
                            <a16:creationId xmlns:a16="http://schemas.microsoft.com/office/drawing/2014/main" id="{ACC29978-1015-297F-945F-D34A80223E2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88" name="Freeform 105">
                        <a:extLst>
                          <a:ext uri="{FF2B5EF4-FFF2-40B4-BE49-F238E27FC236}">
                            <a16:creationId xmlns:a16="http://schemas.microsoft.com/office/drawing/2014/main" id="{1906CE46-66B3-25D8-4B30-5392517287A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  <p:grpSp>
                  <p:nvGrpSpPr>
                    <p:cNvPr id="1172" name="Group 106">
                      <a:extLst>
                        <a:ext uri="{FF2B5EF4-FFF2-40B4-BE49-F238E27FC236}">
                          <a16:creationId xmlns:a16="http://schemas.microsoft.com/office/drawing/2014/main" id="{2AB7C46A-EBB4-3256-5EAF-D81D7600B0BA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1173" name="Freeform 107">
                        <a:extLst>
                          <a:ext uri="{FF2B5EF4-FFF2-40B4-BE49-F238E27FC236}">
                            <a16:creationId xmlns:a16="http://schemas.microsoft.com/office/drawing/2014/main" id="{43FE0583-4365-E38A-31CE-5100F50B014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74" name="Freeform 108">
                        <a:extLst>
                          <a:ext uri="{FF2B5EF4-FFF2-40B4-BE49-F238E27FC236}">
                            <a16:creationId xmlns:a16="http://schemas.microsoft.com/office/drawing/2014/main" id="{771A6CA4-92F4-7E77-2D8F-36B02711F15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75" name="Freeform 109">
                        <a:extLst>
                          <a:ext uri="{FF2B5EF4-FFF2-40B4-BE49-F238E27FC236}">
                            <a16:creationId xmlns:a16="http://schemas.microsoft.com/office/drawing/2014/main" id="{A5961D20-1410-4109-100E-338082DC601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76" name="Freeform 110">
                        <a:extLst>
                          <a:ext uri="{FF2B5EF4-FFF2-40B4-BE49-F238E27FC236}">
                            <a16:creationId xmlns:a16="http://schemas.microsoft.com/office/drawing/2014/main" id="{B2DE472B-14CC-38D3-189C-1A181831A44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77" name="Freeform 111">
                        <a:extLst>
                          <a:ext uri="{FF2B5EF4-FFF2-40B4-BE49-F238E27FC236}">
                            <a16:creationId xmlns:a16="http://schemas.microsoft.com/office/drawing/2014/main" id="{C00692D0-AF0E-2DC2-158F-BA08B44BF4E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78" name="Freeform 112">
                        <a:extLst>
                          <a:ext uri="{FF2B5EF4-FFF2-40B4-BE49-F238E27FC236}">
                            <a16:creationId xmlns:a16="http://schemas.microsoft.com/office/drawing/2014/main" id="{B3EDE314-34FD-B883-7DF3-4EDE4D6DC28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79" name="Freeform 113">
                        <a:extLst>
                          <a:ext uri="{FF2B5EF4-FFF2-40B4-BE49-F238E27FC236}">
                            <a16:creationId xmlns:a16="http://schemas.microsoft.com/office/drawing/2014/main" id="{D167E7D1-B5F0-8815-45FE-24A0309C8EB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80" name="Freeform 114">
                        <a:extLst>
                          <a:ext uri="{FF2B5EF4-FFF2-40B4-BE49-F238E27FC236}">
                            <a16:creationId xmlns:a16="http://schemas.microsoft.com/office/drawing/2014/main" id="{6B3448C2-EE44-8D02-DC53-DABDD32C97E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</p:grpSp>
            </p:grpSp>
            <p:sp>
              <p:nvSpPr>
                <p:cNvPr id="1168" name="WordArt 115">
                  <a:extLst>
                    <a:ext uri="{FF2B5EF4-FFF2-40B4-BE49-F238E27FC236}">
                      <a16:creationId xmlns:a16="http://schemas.microsoft.com/office/drawing/2014/main" id="{D50635D7-68B2-9BAC-A170-EDB6E0F7C96D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166" name="WordArt 68">
                <a:extLst>
                  <a:ext uri="{FF2B5EF4-FFF2-40B4-BE49-F238E27FC236}">
                    <a16:creationId xmlns:a16="http://schemas.microsoft.com/office/drawing/2014/main" id="{AF86321C-01F5-5A42-9FF6-BD493DA2AE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4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spine_2_1</a:t>
                </a:r>
              </a:p>
            </p:txBody>
          </p:sp>
        </p:grpSp>
        <p:grpSp>
          <p:nvGrpSpPr>
            <p:cNvPr id="1189" name="Group 1188">
              <a:extLst>
                <a:ext uri="{FF2B5EF4-FFF2-40B4-BE49-F238E27FC236}">
                  <a16:creationId xmlns:a16="http://schemas.microsoft.com/office/drawing/2014/main" id="{C972B08C-3349-C6FB-228A-4BCF38915A77}"/>
                </a:ext>
              </a:extLst>
            </p:cNvPr>
            <p:cNvGrpSpPr/>
            <p:nvPr/>
          </p:nvGrpSpPr>
          <p:grpSpPr>
            <a:xfrm>
              <a:off x="10607992" y="4204162"/>
              <a:ext cx="673579" cy="385348"/>
              <a:chOff x="967835" y="2541918"/>
              <a:chExt cx="1426054" cy="463051"/>
            </a:xfrm>
          </p:grpSpPr>
          <p:grpSp>
            <p:nvGrpSpPr>
              <p:cNvPr id="1190" name="Group 93">
                <a:extLst>
                  <a:ext uri="{FF2B5EF4-FFF2-40B4-BE49-F238E27FC236}">
                    <a16:creationId xmlns:a16="http://schemas.microsoft.com/office/drawing/2014/main" id="{E87C878B-99E6-685B-36F6-B759204E269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1192" name="Group 94">
                  <a:extLst>
                    <a:ext uri="{FF2B5EF4-FFF2-40B4-BE49-F238E27FC236}">
                      <a16:creationId xmlns:a16="http://schemas.microsoft.com/office/drawing/2014/main" id="{5301F670-7979-1D33-7574-BC8F4EC51EC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1194" name="AutoShape 95">
                    <a:extLst>
                      <a:ext uri="{FF2B5EF4-FFF2-40B4-BE49-F238E27FC236}">
                        <a16:creationId xmlns:a16="http://schemas.microsoft.com/office/drawing/2014/main" id="{4FE5532D-FB1F-0C89-74CD-BAC46995E273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8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1195" name="Group 96">
                    <a:extLst>
                      <a:ext uri="{FF2B5EF4-FFF2-40B4-BE49-F238E27FC236}">
                        <a16:creationId xmlns:a16="http://schemas.microsoft.com/office/drawing/2014/main" id="{406B8D85-4F51-3FA4-E8D4-1C07EB23FE0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1196" name="Group 97">
                      <a:extLst>
                        <a:ext uri="{FF2B5EF4-FFF2-40B4-BE49-F238E27FC236}">
                          <a16:creationId xmlns:a16="http://schemas.microsoft.com/office/drawing/2014/main" id="{89700852-CA7A-155A-38B3-26FF33BA4B40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1206" name="Freeform 98">
                        <a:extLst>
                          <a:ext uri="{FF2B5EF4-FFF2-40B4-BE49-F238E27FC236}">
                            <a16:creationId xmlns:a16="http://schemas.microsoft.com/office/drawing/2014/main" id="{FD538ACF-F364-25AA-E484-25B6C3815FA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07" name="Freeform 99">
                        <a:extLst>
                          <a:ext uri="{FF2B5EF4-FFF2-40B4-BE49-F238E27FC236}">
                            <a16:creationId xmlns:a16="http://schemas.microsoft.com/office/drawing/2014/main" id="{D8760427-9547-63D4-8713-57E6B71D0A1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08" name="Freeform 100">
                        <a:extLst>
                          <a:ext uri="{FF2B5EF4-FFF2-40B4-BE49-F238E27FC236}">
                            <a16:creationId xmlns:a16="http://schemas.microsoft.com/office/drawing/2014/main" id="{FC341B33-234D-AFA0-3D5B-872BC5F617D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09" name="Freeform 101">
                        <a:extLst>
                          <a:ext uri="{FF2B5EF4-FFF2-40B4-BE49-F238E27FC236}">
                            <a16:creationId xmlns:a16="http://schemas.microsoft.com/office/drawing/2014/main" id="{B35D41CA-05D8-4007-9811-D2815D2F3C1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10" name="Freeform 102">
                        <a:extLst>
                          <a:ext uri="{FF2B5EF4-FFF2-40B4-BE49-F238E27FC236}">
                            <a16:creationId xmlns:a16="http://schemas.microsoft.com/office/drawing/2014/main" id="{BC139E11-9D69-AC26-4F2D-7BD69002B2C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11" name="Freeform 103">
                        <a:extLst>
                          <a:ext uri="{FF2B5EF4-FFF2-40B4-BE49-F238E27FC236}">
                            <a16:creationId xmlns:a16="http://schemas.microsoft.com/office/drawing/2014/main" id="{82860C96-E744-5EA4-49C7-92078C31670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12" name="Freeform 104">
                        <a:extLst>
                          <a:ext uri="{FF2B5EF4-FFF2-40B4-BE49-F238E27FC236}">
                            <a16:creationId xmlns:a16="http://schemas.microsoft.com/office/drawing/2014/main" id="{655F4809-F232-527E-C010-C43CFB4AA68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13" name="Freeform 105">
                        <a:extLst>
                          <a:ext uri="{FF2B5EF4-FFF2-40B4-BE49-F238E27FC236}">
                            <a16:creationId xmlns:a16="http://schemas.microsoft.com/office/drawing/2014/main" id="{8DE33469-A466-3866-7F12-D5B90F2F749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  <p:grpSp>
                  <p:nvGrpSpPr>
                    <p:cNvPr id="1197" name="Group 106">
                      <a:extLst>
                        <a:ext uri="{FF2B5EF4-FFF2-40B4-BE49-F238E27FC236}">
                          <a16:creationId xmlns:a16="http://schemas.microsoft.com/office/drawing/2014/main" id="{69DDA4D9-0A24-DFCE-3E4D-CE399FE4CE92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1198" name="Freeform 107">
                        <a:extLst>
                          <a:ext uri="{FF2B5EF4-FFF2-40B4-BE49-F238E27FC236}">
                            <a16:creationId xmlns:a16="http://schemas.microsoft.com/office/drawing/2014/main" id="{5463AAD9-4CC8-482A-80BC-70A843DE464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199" name="Freeform 108">
                        <a:extLst>
                          <a:ext uri="{FF2B5EF4-FFF2-40B4-BE49-F238E27FC236}">
                            <a16:creationId xmlns:a16="http://schemas.microsoft.com/office/drawing/2014/main" id="{312E1283-2175-6558-F06F-C0D7AF8D3B8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00" name="Freeform 109">
                        <a:extLst>
                          <a:ext uri="{FF2B5EF4-FFF2-40B4-BE49-F238E27FC236}">
                            <a16:creationId xmlns:a16="http://schemas.microsoft.com/office/drawing/2014/main" id="{3AF231A7-F5BD-1CFE-CEF3-A103B06091C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01" name="Freeform 110">
                        <a:extLst>
                          <a:ext uri="{FF2B5EF4-FFF2-40B4-BE49-F238E27FC236}">
                            <a16:creationId xmlns:a16="http://schemas.microsoft.com/office/drawing/2014/main" id="{1ED50983-FA5B-2EB7-972B-C33D81B5EDB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02" name="Freeform 111">
                        <a:extLst>
                          <a:ext uri="{FF2B5EF4-FFF2-40B4-BE49-F238E27FC236}">
                            <a16:creationId xmlns:a16="http://schemas.microsoft.com/office/drawing/2014/main" id="{8457A2B2-74E0-FA51-AFFB-1D685D371A8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03" name="Freeform 112">
                        <a:extLst>
                          <a:ext uri="{FF2B5EF4-FFF2-40B4-BE49-F238E27FC236}">
                            <a16:creationId xmlns:a16="http://schemas.microsoft.com/office/drawing/2014/main" id="{D3B08257-0566-6A62-4F0C-6D143983629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04" name="Freeform 113">
                        <a:extLst>
                          <a:ext uri="{FF2B5EF4-FFF2-40B4-BE49-F238E27FC236}">
                            <a16:creationId xmlns:a16="http://schemas.microsoft.com/office/drawing/2014/main" id="{E800DE78-72C7-81DC-34D1-09DC7E05B62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05" name="Freeform 114">
                        <a:extLst>
                          <a:ext uri="{FF2B5EF4-FFF2-40B4-BE49-F238E27FC236}">
                            <a16:creationId xmlns:a16="http://schemas.microsoft.com/office/drawing/2014/main" id="{8B7EE697-2313-426F-F578-AAD40DECF79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</p:grpSp>
            </p:grpSp>
            <p:sp>
              <p:nvSpPr>
                <p:cNvPr id="1193" name="WordArt 115">
                  <a:extLst>
                    <a:ext uri="{FF2B5EF4-FFF2-40B4-BE49-F238E27FC236}">
                      <a16:creationId xmlns:a16="http://schemas.microsoft.com/office/drawing/2014/main" id="{252F0C85-D85E-7389-38EA-776C7D9547CC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191" name="WordArt 68">
                <a:extLst>
                  <a:ext uri="{FF2B5EF4-FFF2-40B4-BE49-F238E27FC236}">
                    <a16:creationId xmlns:a16="http://schemas.microsoft.com/office/drawing/2014/main" id="{6182940A-3AA7-8037-F3CD-C6A9A6E14B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4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spine_2_2</a:t>
                </a:r>
              </a:p>
            </p:txBody>
          </p:sp>
        </p:grpSp>
        <p:grpSp>
          <p:nvGrpSpPr>
            <p:cNvPr id="1214" name="Group 1213">
              <a:extLst>
                <a:ext uri="{FF2B5EF4-FFF2-40B4-BE49-F238E27FC236}">
                  <a16:creationId xmlns:a16="http://schemas.microsoft.com/office/drawing/2014/main" id="{56945352-9F63-02AB-E6FE-EA7B5E204FD5}"/>
                </a:ext>
              </a:extLst>
            </p:cNvPr>
            <p:cNvGrpSpPr/>
            <p:nvPr/>
          </p:nvGrpSpPr>
          <p:grpSpPr>
            <a:xfrm>
              <a:off x="6560941" y="2837218"/>
              <a:ext cx="673579" cy="385348"/>
              <a:chOff x="967835" y="2541918"/>
              <a:chExt cx="1426054" cy="463051"/>
            </a:xfrm>
          </p:grpSpPr>
          <p:grpSp>
            <p:nvGrpSpPr>
              <p:cNvPr id="1215" name="Group 93">
                <a:extLst>
                  <a:ext uri="{FF2B5EF4-FFF2-40B4-BE49-F238E27FC236}">
                    <a16:creationId xmlns:a16="http://schemas.microsoft.com/office/drawing/2014/main" id="{D0AA1A32-801E-25B7-6071-081DAA2969E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1217" name="Group 94">
                  <a:extLst>
                    <a:ext uri="{FF2B5EF4-FFF2-40B4-BE49-F238E27FC236}">
                      <a16:creationId xmlns:a16="http://schemas.microsoft.com/office/drawing/2014/main" id="{E9EEDBF9-AD01-0866-A380-520792AA90E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1219" name="AutoShape 95">
                    <a:extLst>
                      <a:ext uri="{FF2B5EF4-FFF2-40B4-BE49-F238E27FC236}">
                        <a16:creationId xmlns:a16="http://schemas.microsoft.com/office/drawing/2014/main" id="{98865FFA-E71F-30F9-0D09-66669C214D3C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8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1220" name="Group 96">
                    <a:extLst>
                      <a:ext uri="{FF2B5EF4-FFF2-40B4-BE49-F238E27FC236}">
                        <a16:creationId xmlns:a16="http://schemas.microsoft.com/office/drawing/2014/main" id="{2FF28B90-A544-BEC2-FC2F-78A7D2ABB4F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1221" name="Group 97">
                      <a:extLst>
                        <a:ext uri="{FF2B5EF4-FFF2-40B4-BE49-F238E27FC236}">
                          <a16:creationId xmlns:a16="http://schemas.microsoft.com/office/drawing/2014/main" id="{07B326F1-B1DA-AA9D-8007-BA0131CE62D2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1231" name="Freeform 98">
                        <a:extLst>
                          <a:ext uri="{FF2B5EF4-FFF2-40B4-BE49-F238E27FC236}">
                            <a16:creationId xmlns:a16="http://schemas.microsoft.com/office/drawing/2014/main" id="{1AC095CB-CB20-3D16-5176-68B411412B7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32" name="Freeform 99">
                        <a:extLst>
                          <a:ext uri="{FF2B5EF4-FFF2-40B4-BE49-F238E27FC236}">
                            <a16:creationId xmlns:a16="http://schemas.microsoft.com/office/drawing/2014/main" id="{E99212E5-9252-C3EF-A88A-529B1B4A94C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33" name="Freeform 100">
                        <a:extLst>
                          <a:ext uri="{FF2B5EF4-FFF2-40B4-BE49-F238E27FC236}">
                            <a16:creationId xmlns:a16="http://schemas.microsoft.com/office/drawing/2014/main" id="{1B06EE7A-147C-B34A-99A1-AE6490E2A01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34" name="Freeform 101">
                        <a:extLst>
                          <a:ext uri="{FF2B5EF4-FFF2-40B4-BE49-F238E27FC236}">
                            <a16:creationId xmlns:a16="http://schemas.microsoft.com/office/drawing/2014/main" id="{484A5FA2-B6FD-2C6C-89A5-6AB4D58FD86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35" name="Freeform 102">
                        <a:extLst>
                          <a:ext uri="{FF2B5EF4-FFF2-40B4-BE49-F238E27FC236}">
                            <a16:creationId xmlns:a16="http://schemas.microsoft.com/office/drawing/2014/main" id="{37C9BA55-8080-2261-1A42-71682908C83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36" name="Freeform 103">
                        <a:extLst>
                          <a:ext uri="{FF2B5EF4-FFF2-40B4-BE49-F238E27FC236}">
                            <a16:creationId xmlns:a16="http://schemas.microsoft.com/office/drawing/2014/main" id="{EE664D40-EE6A-63E5-2DCE-CE8F2B291FE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37" name="Freeform 104">
                        <a:extLst>
                          <a:ext uri="{FF2B5EF4-FFF2-40B4-BE49-F238E27FC236}">
                            <a16:creationId xmlns:a16="http://schemas.microsoft.com/office/drawing/2014/main" id="{A01572F6-2A66-30F8-0A47-CFA44E9AFCA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38" name="Freeform 105">
                        <a:extLst>
                          <a:ext uri="{FF2B5EF4-FFF2-40B4-BE49-F238E27FC236}">
                            <a16:creationId xmlns:a16="http://schemas.microsoft.com/office/drawing/2014/main" id="{9B4EC408-8B2D-6BEB-5090-3F731185D8F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  <p:grpSp>
                  <p:nvGrpSpPr>
                    <p:cNvPr id="1222" name="Group 106">
                      <a:extLst>
                        <a:ext uri="{FF2B5EF4-FFF2-40B4-BE49-F238E27FC236}">
                          <a16:creationId xmlns:a16="http://schemas.microsoft.com/office/drawing/2014/main" id="{95DBE82A-A88A-4A13-1CEA-FADFCBC5C16A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1223" name="Freeform 107">
                        <a:extLst>
                          <a:ext uri="{FF2B5EF4-FFF2-40B4-BE49-F238E27FC236}">
                            <a16:creationId xmlns:a16="http://schemas.microsoft.com/office/drawing/2014/main" id="{14AEC69E-5DA8-A071-1B52-B02A7DCFA42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24" name="Freeform 108">
                        <a:extLst>
                          <a:ext uri="{FF2B5EF4-FFF2-40B4-BE49-F238E27FC236}">
                            <a16:creationId xmlns:a16="http://schemas.microsoft.com/office/drawing/2014/main" id="{C58132FE-0753-D9FD-E3E6-6BC493D0441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25" name="Freeform 109">
                        <a:extLst>
                          <a:ext uri="{FF2B5EF4-FFF2-40B4-BE49-F238E27FC236}">
                            <a16:creationId xmlns:a16="http://schemas.microsoft.com/office/drawing/2014/main" id="{9572FCBD-357D-1DF2-C568-5ABE865DE99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26" name="Freeform 110">
                        <a:extLst>
                          <a:ext uri="{FF2B5EF4-FFF2-40B4-BE49-F238E27FC236}">
                            <a16:creationId xmlns:a16="http://schemas.microsoft.com/office/drawing/2014/main" id="{F1D87971-B0E0-B5AB-5C79-027C1097EE6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27" name="Freeform 111">
                        <a:extLst>
                          <a:ext uri="{FF2B5EF4-FFF2-40B4-BE49-F238E27FC236}">
                            <a16:creationId xmlns:a16="http://schemas.microsoft.com/office/drawing/2014/main" id="{D53CFAC5-8A3A-F558-5417-99C3ABF6B24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28" name="Freeform 112">
                        <a:extLst>
                          <a:ext uri="{FF2B5EF4-FFF2-40B4-BE49-F238E27FC236}">
                            <a16:creationId xmlns:a16="http://schemas.microsoft.com/office/drawing/2014/main" id="{61271727-981B-C4D5-99BE-6687C7A13EA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29" name="Freeform 113">
                        <a:extLst>
                          <a:ext uri="{FF2B5EF4-FFF2-40B4-BE49-F238E27FC236}">
                            <a16:creationId xmlns:a16="http://schemas.microsoft.com/office/drawing/2014/main" id="{0FE8F280-7B62-ABD0-D524-FA425330D39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30" name="Freeform 114">
                        <a:extLst>
                          <a:ext uri="{FF2B5EF4-FFF2-40B4-BE49-F238E27FC236}">
                            <a16:creationId xmlns:a16="http://schemas.microsoft.com/office/drawing/2014/main" id="{23CBE770-9B76-932D-B802-A647B0C8009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</p:grpSp>
            </p:grpSp>
            <p:sp>
              <p:nvSpPr>
                <p:cNvPr id="1218" name="WordArt 115">
                  <a:extLst>
                    <a:ext uri="{FF2B5EF4-FFF2-40B4-BE49-F238E27FC236}">
                      <a16:creationId xmlns:a16="http://schemas.microsoft.com/office/drawing/2014/main" id="{A44A5299-0F77-3F0E-31A8-1404B8453E02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216" name="WordArt 68">
                <a:extLst>
                  <a:ext uri="{FF2B5EF4-FFF2-40B4-BE49-F238E27FC236}">
                    <a16:creationId xmlns:a16="http://schemas.microsoft.com/office/drawing/2014/main" id="{AB513380-70AB-CC73-9E9B-69929340E7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4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core_1_1</a:t>
                </a:r>
              </a:p>
            </p:txBody>
          </p:sp>
        </p:grpSp>
        <p:grpSp>
          <p:nvGrpSpPr>
            <p:cNvPr id="1239" name="Gruppo 599">
              <a:extLst>
                <a:ext uri="{FF2B5EF4-FFF2-40B4-BE49-F238E27FC236}">
                  <a16:creationId xmlns:a16="http://schemas.microsoft.com/office/drawing/2014/main" id="{291B88C0-01F6-60E6-3E86-A9DBB7DFD2CB}"/>
                </a:ext>
              </a:extLst>
            </p:cNvPr>
            <p:cNvGrpSpPr/>
            <p:nvPr/>
          </p:nvGrpSpPr>
          <p:grpSpPr>
            <a:xfrm>
              <a:off x="3338414" y="6051394"/>
              <a:ext cx="1365079" cy="760331"/>
              <a:chOff x="10393605" y="4306849"/>
              <a:chExt cx="907197" cy="505297"/>
            </a:xfrm>
          </p:grpSpPr>
          <p:sp>
            <p:nvSpPr>
              <p:cNvPr id="1240" name="Text Box 169">
                <a:extLst>
                  <a:ext uri="{FF2B5EF4-FFF2-40B4-BE49-F238E27FC236}">
                    <a16:creationId xmlns:a16="http://schemas.microsoft.com/office/drawing/2014/main" id="{7F2AE648-ABEC-EFCB-6C84-D992B0F923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93605" y="4657291"/>
                <a:ext cx="907197" cy="1548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it-IT" sz="900" b="1"/>
                  <a:t>server_1_1_1</a:t>
                </a:r>
              </a:p>
            </p:txBody>
          </p:sp>
          <p:sp>
            <p:nvSpPr>
              <p:cNvPr id="1241" name="AutoShape 171">
                <a:extLst>
                  <a:ext uri="{FF2B5EF4-FFF2-40B4-BE49-F238E27FC236}">
                    <a16:creationId xmlns:a16="http://schemas.microsoft.com/office/drawing/2014/main" id="{9FFB715E-946E-D043-4622-7D9EA19ED3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1757" y="4306849"/>
                <a:ext cx="378624" cy="350441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242" name="mainfrm">
                <a:extLst>
                  <a:ext uri="{FF2B5EF4-FFF2-40B4-BE49-F238E27FC236}">
                    <a16:creationId xmlns:a16="http://schemas.microsoft.com/office/drawing/2014/main" id="{D8031A07-4D23-5080-94FC-73F4EDD40469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0691757" y="4360763"/>
                <a:ext cx="324710" cy="29652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243" name="Gruppo 599">
              <a:extLst>
                <a:ext uri="{FF2B5EF4-FFF2-40B4-BE49-F238E27FC236}">
                  <a16:creationId xmlns:a16="http://schemas.microsoft.com/office/drawing/2014/main" id="{DDABE7C1-2773-1F92-6640-778AF7066967}"/>
                </a:ext>
              </a:extLst>
            </p:cNvPr>
            <p:cNvGrpSpPr/>
            <p:nvPr/>
          </p:nvGrpSpPr>
          <p:grpSpPr>
            <a:xfrm>
              <a:off x="4270083" y="6054072"/>
              <a:ext cx="1365079" cy="760331"/>
              <a:chOff x="10393605" y="4306849"/>
              <a:chExt cx="907197" cy="505297"/>
            </a:xfrm>
          </p:grpSpPr>
          <p:sp>
            <p:nvSpPr>
              <p:cNvPr id="1244" name="Text Box 169">
                <a:extLst>
                  <a:ext uri="{FF2B5EF4-FFF2-40B4-BE49-F238E27FC236}">
                    <a16:creationId xmlns:a16="http://schemas.microsoft.com/office/drawing/2014/main" id="{569973C3-8B1F-7385-F6A4-FCFB745B2D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93605" y="4657291"/>
                <a:ext cx="907197" cy="1548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it-IT" sz="900" b="1" dirty="0">
                    <a:solidFill>
                      <a:schemeClr val="tx2"/>
                    </a:solidFill>
                  </a:rPr>
                  <a:t>server_1_1_2</a:t>
                </a:r>
              </a:p>
            </p:txBody>
          </p:sp>
          <p:sp>
            <p:nvSpPr>
              <p:cNvPr id="1245" name="AutoShape 171">
                <a:extLst>
                  <a:ext uri="{FF2B5EF4-FFF2-40B4-BE49-F238E27FC236}">
                    <a16:creationId xmlns:a16="http://schemas.microsoft.com/office/drawing/2014/main" id="{ACBD8B5A-2D94-9BCB-3845-936260AEB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1757" y="4306849"/>
                <a:ext cx="378624" cy="350441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246" name="mainfrm">
                <a:extLst>
                  <a:ext uri="{FF2B5EF4-FFF2-40B4-BE49-F238E27FC236}">
                    <a16:creationId xmlns:a16="http://schemas.microsoft.com/office/drawing/2014/main" id="{E4AF49E7-FB6F-DE30-E294-57D2FDBA404A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0691757" y="4360763"/>
                <a:ext cx="324710" cy="29652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247" name="Gruppo 599">
              <a:extLst>
                <a:ext uri="{FF2B5EF4-FFF2-40B4-BE49-F238E27FC236}">
                  <a16:creationId xmlns:a16="http://schemas.microsoft.com/office/drawing/2014/main" id="{9F8DB33B-24DA-8BEC-BB39-9D008983471E}"/>
                </a:ext>
              </a:extLst>
            </p:cNvPr>
            <p:cNvGrpSpPr/>
            <p:nvPr/>
          </p:nvGrpSpPr>
          <p:grpSpPr>
            <a:xfrm>
              <a:off x="5147064" y="6070524"/>
              <a:ext cx="1365079" cy="760331"/>
              <a:chOff x="10393605" y="4306849"/>
              <a:chExt cx="907197" cy="505297"/>
            </a:xfrm>
          </p:grpSpPr>
          <p:sp>
            <p:nvSpPr>
              <p:cNvPr id="1248" name="Text Box 169">
                <a:extLst>
                  <a:ext uri="{FF2B5EF4-FFF2-40B4-BE49-F238E27FC236}">
                    <a16:creationId xmlns:a16="http://schemas.microsoft.com/office/drawing/2014/main" id="{E8B13A0B-13C8-397F-E0EF-0A9A249360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93605" y="4657291"/>
                <a:ext cx="907197" cy="1548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it-IT" sz="900" b="1"/>
                  <a:t>server_1_2_1</a:t>
                </a:r>
              </a:p>
            </p:txBody>
          </p:sp>
          <p:sp>
            <p:nvSpPr>
              <p:cNvPr id="1249" name="AutoShape 171">
                <a:extLst>
                  <a:ext uri="{FF2B5EF4-FFF2-40B4-BE49-F238E27FC236}">
                    <a16:creationId xmlns:a16="http://schemas.microsoft.com/office/drawing/2014/main" id="{CEB38B62-DD03-2EC6-7FEA-E8AFD3AF6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1757" y="4306849"/>
                <a:ext cx="378624" cy="350441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250" name="mainfrm">
                <a:extLst>
                  <a:ext uri="{FF2B5EF4-FFF2-40B4-BE49-F238E27FC236}">
                    <a16:creationId xmlns:a16="http://schemas.microsoft.com/office/drawing/2014/main" id="{276449F2-602D-BF8F-59B9-885297264762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0691757" y="4360763"/>
                <a:ext cx="324710" cy="29652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251" name="Gruppo 599">
              <a:extLst>
                <a:ext uri="{FF2B5EF4-FFF2-40B4-BE49-F238E27FC236}">
                  <a16:creationId xmlns:a16="http://schemas.microsoft.com/office/drawing/2014/main" id="{E713D3FC-500B-16CC-A2E0-2F601422EEC7}"/>
                </a:ext>
              </a:extLst>
            </p:cNvPr>
            <p:cNvGrpSpPr/>
            <p:nvPr/>
          </p:nvGrpSpPr>
          <p:grpSpPr>
            <a:xfrm>
              <a:off x="6028788" y="6077188"/>
              <a:ext cx="1365079" cy="760329"/>
              <a:chOff x="10393605" y="4306849"/>
              <a:chExt cx="907197" cy="505296"/>
            </a:xfrm>
          </p:grpSpPr>
          <p:sp>
            <p:nvSpPr>
              <p:cNvPr id="1252" name="Text Box 169">
                <a:extLst>
                  <a:ext uri="{FF2B5EF4-FFF2-40B4-BE49-F238E27FC236}">
                    <a16:creationId xmlns:a16="http://schemas.microsoft.com/office/drawing/2014/main" id="{891B4BC6-5AE7-47B6-B76E-B9315139AE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93605" y="4657290"/>
                <a:ext cx="907197" cy="1548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it-IT" sz="900" b="1" dirty="0"/>
                  <a:t>server_1_2_2</a:t>
                </a:r>
              </a:p>
            </p:txBody>
          </p:sp>
          <p:sp>
            <p:nvSpPr>
              <p:cNvPr id="1253" name="AutoShape 171">
                <a:extLst>
                  <a:ext uri="{FF2B5EF4-FFF2-40B4-BE49-F238E27FC236}">
                    <a16:creationId xmlns:a16="http://schemas.microsoft.com/office/drawing/2014/main" id="{E9CEBBA4-8E18-9DC8-2847-19569844B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1757" y="4306849"/>
                <a:ext cx="378624" cy="350441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254" name="mainfrm">
                <a:extLst>
                  <a:ext uri="{FF2B5EF4-FFF2-40B4-BE49-F238E27FC236}">
                    <a16:creationId xmlns:a16="http://schemas.microsoft.com/office/drawing/2014/main" id="{C4BFEE67-860A-7059-E024-C142B06C7C94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0691757" y="4360763"/>
                <a:ext cx="324710" cy="29652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255" name="Line 71">
              <a:extLst>
                <a:ext uri="{FF2B5EF4-FFF2-40B4-BE49-F238E27FC236}">
                  <a16:creationId xmlns:a16="http://schemas.microsoft.com/office/drawing/2014/main" id="{72B8E535-4D6A-3C44-12A8-09E09D13777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6244473" y="5537733"/>
              <a:ext cx="535326" cy="5385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/>
            </a:p>
          </p:txBody>
        </p:sp>
        <p:sp>
          <p:nvSpPr>
            <p:cNvPr id="1256" name="Line 72">
              <a:extLst>
                <a:ext uri="{FF2B5EF4-FFF2-40B4-BE49-F238E27FC236}">
                  <a16:creationId xmlns:a16="http://schemas.microsoft.com/office/drawing/2014/main" id="{6544845D-B634-A4A4-7BC5-9473DFBCCFE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5795513" y="5623200"/>
              <a:ext cx="524489" cy="37015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/>
            </a:p>
          </p:txBody>
        </p:sp>
        <p:sp>
          <p:nvSpPr>
            <p:cNvPr id="1257" name="Line 71">
              <a:extLst>
                <a:ext uri="{FF2B5EF4-FFF2-40B4-BE49-F238E27FC236}">
                  <a16:creationId xmlns:a16="http://schemas.microsoft.com/office/drawing/2014/main" id="{1E35B8B3-BFD2-67E2-0C31-59FB1593D38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9460227" y="5539544"/>
              <a:ext cx="548104" cy="52542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/>
            </a:p>
          </p:txBody>
        </p:sp>
        <p:sp>
          <p:nvSpPr>
            <p:cNvPr id="1258" name="Line 72">
              <a:extLst>
                <a:ext uri="{FF2B5EF4-FFF2-40B4-BE49-F238E27FC236}">
                  <a16:creationId xmlns:a16="http://schemas.microsoft.com/office/drawing/2014/main" id="{B4EE92AF-2988-C455-7F8F-272305F19C3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8996431" y="5596950"/>
              <a:ext cx="538698" cy="40318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/>
            </a:p>
          </p:txBody>
        </p:sp>
        <p:grpSp>
          <p:nvGrpSpPr>
            <p:cNvPr id="1259" name="Gruppo 599">
              <a:extLst>
                <a:ext uri="{FF2B5EF4-FFF2-40B4-BE49-F238E27FC236}">
                  <a16:creationId xmlns:a16="http://schemas.microsoft.com/office/drawing/2014/main" id="{5E59230A-AC23-328A-AFF7-3FDC65322DCA}"/>
                </a:ext>
              </a:extLst>
            </p:cNvPr>
            <p:cNvGrpSpPr/>
            <p:nvPr/>
          </p:nvGrpSpPr>
          <p:grpSpPr>
            <a:xfrm>
              <a:off x="8290085" y="6074553"/>
              <a:ext cx="1365079" cy="760331"/>
              <a:chOff x="10393605" y="4306849"/>
              <a:chExt cx="907197" cy="505297"/>
            </a:xfrm>
          </p:grpSpPr>
          <p:sp>
            <p:nvSpPr>
              <p:cNvPr id="1260" name="Text Box 169">
                <a:extLst>
                  <a:ext uri="{FF2B5EF4-FFF2-40B4-BE49-F238E27FC236}">
                    <a16:creationId xmlns:a16="http://schemas.microsoft.com/office/drawing/2014/main" id="{108200DF-973D-EA91-C196-3626AC0009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93605" y="4657291"/>
                <a:ext cx="907197" cy="1548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it-IT" sz="900" b="1"/>
                  <a:t>server_2_1_1</a:t>
                </a:r>
              </a:p>
            </p:txBody>
          </p:sp>
          <p:sp>
            <p:nvSpPr>
              <p:cNvPr id="1261" name="AutoShape 171">
                <a:extLst>
                  <a:ext uri="{FF2B5EF4-FFF2-40B4-BE49-F238E27FC236}">
                    <a16:creationId xmlns:a16="http://schemas.microsoft.com/office/drawing/2014/main" id="{735873EF-792F-B53B-E0A5-A92D333381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1757" y="4306849"/>
                <a:ext cx="378624" cy="350441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262" name="mainfrm">
                <a:extLst>
                  <a:ext uri="{FF2B5EF4-FFF2-40B4-BE49-F238E27FC236}">
                    <a16:creationId xmlns:a16="http://schemas.microsoft.com/office/drawing/2014/main" id="{75F11E28-C8B2-9517-680A-C3B48A8E8EB6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0691757" y="4360763"/>
                <a:ext cx="324710" cy="29652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263" name="Gruppo 599">
              <a:extLst>
                <a:ext uri="{FF2B5EF4-FFF2-40B4-BE49-F238E27FC236}">
                  <a16:creationId xmlns:a16="http://schemas.microsoft.com/office/drawing/2014/main" id="{6521273F-F26B-4AAD-6CBA-7EE7D31E1EEA}"/>
                </a:ext>
              </a:extLst>
            </p:cNvPr>
            <p:cNvGrpSpPr/>
            <p:nvPr/>
          </p:nvGrpSpPr>
          <p:grpSpPr>
            <a:xfrm>
              <a:off x="9248390" y="6074553"/>
              <a:ext cx="1365079" cy="760329"/>
              <a:chOff x="10393605" y="4306849"/>
              <a:chExt cx="907197" cy="505296"/>
            </a:xfrm>
          </p:grpSpPr>
          <p:sp>
            <p:nvSpPr>
              <p:cNvPr id="1264" name="Text Box 169">
                <a:extLst>
                  <a:ext uri="{FF2B5EF4-FFF2-40B4-BE49-F238E27FC236}">
                    <a16:creationId xmlns:a16="http://schemas.microsoft.com/office/drawing/2014/main" id="{C8900E80-7021-23B0-6C14-C9E955B45B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93605" y="4657290"/>
                <a:ext cx="907197" cy="1548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it-IT" sz="900" b="1"/>
                  <a:t>server_2_1_2</a:t>
                </a:r>
              </a:p>
            </p:txBody>
          </p:sp>
          <p:sp>
            <p:nvSpPr>
              <p:cNvPr id="1265" name="AutoShape 171">
                <a:extLst>
                  <a:ext uri="{FF2B5EF4-FFF2-40B4-BE49-F238E27FC236}">
                    <a16:creationId xmlns:a16="http://schemas.microsoft.com/office/drawing/2014/main" id="{93E1FA6D-D0E0-EF1C-748A-FD46BA9F94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1757" y="4306849"/>
                <a:ext cx="378624" cy="350441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266" name="mainfrm">
                <a:extLst>
                  <a:ext uri="{FF2B5EF4-FFF2-40B4-BE49-F238E27FC236}">
                    <a16:creationId xmlns:a16="http://schemas.microsoft.com/office/drawing/2014/main" id="{023332D8-6A71-D342-33EE-BFF412803D7D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0691757" y="4360763"/>
                <a:ext cx="324710" cy="29652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267" name="Gruppo 599">
              <a:extLst>
                <a:ext uri="{FF2B5EF4-FFF2-40B4-BE49-F238E27FC236}">
                  <a16:creationId xmlns:a16="http://schemas.microsoft.com/office/drawing/2014/main" id="{216B9D4F-5D68-0810-8F50-118FF49AB077}"/>
                </a:ext>
              </a:extLst>
            </p:cNvPr>
            <p:cNvGrpSpPr/>
            <p:nvPr/>
          </p:nvGrpSpPr>
          <p:grpSpPr>
            <a:xfrm>
              <a:off x="10125371" y="6091005"/>
              <a:ext cx="1365079" cy="760329"/>
              <a:chOff x="10393605" y="4306849"/>
              <a:chExt cx="907197" cy="505296"/>
            </a:xfrm>
          </p:grpSpPr>
          <p:sp>
            <p:nvSpPr>
              <p:cNvPr id="1268" name="Text Box 169">
                <a:extLst>
                  <a:ext uri="{FF2B5EF4-FFF2-40B4-BE49-F238E27FC236}">
                    <a16:creationId xmlns:a16="http://schemas.microsoft.com/office/drawing/2014/main" id="{8352EEE7-0269-1612-726A-38C10C3207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93605" y="4657290"/>
                <a:ext cx="907197" cy="1548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it-IT" sz="900" b="1"/>
                  <a:t>server_2_2_1</a:t>
                </a:r>
              </a:p>
            </p:txBody>
          </p:sp>
          <p:sp>
            <p:nvSpPr>
              <p:cNvPr id="1269" name="AutoShape 171">
                <a:extLst>
                  <a:ext uri="{FF2B5EF4-FFF2-40B4-BE49-F238E27FC236}">
                    <a16:creationId xmlns:a16="http://schemas.microsoft.com/office/drawing/2014/main" id="{44974B6D-2D13-E33E-5EB6-15B573AE62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1757" y="4306849"/>
                <a:ext cx="378624" cy="350441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270" name="mainfrm">
                <a:extLst>
                  <a:ext uri="{FF2B5EF4-FFF2-40B4-BE49-F238E27FC236}">
                    <a16:creationId xmlns:a16="http://schemas.microsoft.com/office/drawing/2014/main" id="{6C6A2D65-241B-2386-0B30-88B0B22C3A11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0691757" y="4360763"/>
                <a:ext cx="324710" cy="29652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271" name="Gruppo 599">
              <a:extLst>
                <a:ext uri="{FF2B5EF4-FFF2-40B4-BE49-F238E27FC236}">
                  <a16:creationId xmlns:a16="http://schemas.microsoft.com/office/drawing/2014/main" id="{A73F6137-8F90-B7FB-0ABF-051DAA8A1E07}"/>
                </a:ext>
              </a:extLst>
            </p:cNvPr>
            <p:cNvGrpSpPr/>
            <p:nvPr/>
          </p:nvGrpSpPr>
          <p:grpSpPr>
            <a:xfrm>
              <a:off x="11007095" y="6097671"/>
              <a:ext cx="1365079" cy="760329"/>
              <a:chOff x="10393605" y="4306849"/>
              <a:chExt cx="907197" cy="505296"/>
            </a:xfrm>
          </p:grpSpPr>
          <p:sp>
            <p:nvSpPr>
              <p:cNvPr id="1272" name="Text Box 169">
                <a:extLst>
                  <a:ext uri="{FF2B5EF4-FFF2-40B4-BE49-F238E27FC236}">
                    <a16:creationId xmlns:a16="http://schemas.microsoft.com/office/drawing/2014/main" id="{ABA6EBB5-F2B9-EEED-7275-6DA89A6615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93605" y="4657290"/>
                <a:ext cx="907197" cy="1548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it-IT" sz="900" b="1" dirty="0">
                    <a:solidFill>
                      <a:schemeClr val="tx2"/>
                    </a:solidFill>
                  </a:rPr>
                  <a:t>server_2_2_2</a:t>
                </a:r>
              </a:p>
            </p:txBody>
          </p:sp>
          <p:sp>
            <p:nvSpPr>
              <p:cNvPr id="1273" name="AutoShape 171">
                <a:extLst>
                  <a:ext uri="{FF2B5EF4-FFF2-40B4-BE49-F238E27FC236}">
                    <a16:creationId xmlns:a16="http://schemas.microsoft.com/office/drawing/2014/main" id="{BCAFE5A1-27CE-03B0-8438-DA20D365D1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1757" y="4306849"/>
                <a:ext cx="378624" cy="350441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274" name="mainfrm">
                <a:extLst>
                  <a:ext uri="{FF2B5EF4-FFF2-40B4-BE49-F238E27FC236}">
                    <a16:creationId xmlns:a16="http://schemas.microsoft.com/office/drawing/2014/main" id="{3C95C1C8-312D-3A38-EED9-A730A9B3288C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0691757" y="4360763"/>
                <a:ext cx="324710" cy="29652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275" name="Line 71">
              <a:extLst>
                <a:ext uri="{FF2B5EF4-FFF2-40B4-BE49-F238E27FC236}">
                  <a16:creationId xmlns:a16="http://schemas.microsoft.com/office/drawing/2014/main" id="{EC5F1AE3-2B95-BE84-685E-C88C5BFE260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11047749" y="5412033"/>
              <a:ext cx="587943" cy="77000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/>
            </a:p>
          </p:txBody>
        </p:sp>
        <p:sp>
          <p:nvSpPr>
            <p:cNvPr id="1276" name="Line 72">
              <a:extLst>
                <a:ext uri="{FF2B5EF4-FFF2-40B4-BE49-F238E27FC236}">
                  <a16:creationId xmlns:a16="http://schemas.microsoft.com/office/drawing/2014/main" id="{DDE213AF-FFCB-480A-63DE-EB8E8B158CF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10623989" y="5754732"/>
              <a:ext cx="563272" cy="1092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/>
            </a:p>
          </p:txBody>
        </p:sp>
        <p:grpSp>
          <p:nvGrpSpPr>
            <p:cNvPr id="1277" name="Group 1276">
              <a:extLst>
                <a:ext uri="{FF2B5EF4-FFF2-40B4-BE49-F238E27FC236}">
                  <a16:creationId xmlns:a16="http://schemas.microsoft.com/office/drawing/2014/main" id="{530D21A1-3346-BCFF-C000-A2E80355A007}"/>
                </a:ext>
              </a:extLst>
            </p:cNvPr>
            <p:cNvGrpSpPr/>
            <p:nvPr/>
          </p:nvGrpSpPr>
          <p:grpSpPr>
            <a:xfrm>
              <a:off x="10615733" y="5135722"/>
              <a:ext cx="673579" cy="385348"/>
              <a:chOff x="967835" y="2541918"/>
              <a:chExt cx="1426054" cy="463051"/>
            </a:xfrm>
          </p:grpSpPr>
          <p:grpSp>
            <p:nvGrpSpPr>
              <p:cNvPr id="1278" name="Group 93">
                <a:extLst>
                  <a:ext uri="{FF2B5EF4-FFF2-40B4-BE49-F238E27FC236}">
                    <a16:creationId xmlns:a16="http://schemas.microsoft.com/office/drawing/2014/main" id="{6370B200-61E9-2086-1E5C-9203C43FFFD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1280" name="Group 94">
                  <a:extLst>
                    <a:ext uri="{FF2B5EF4-FFF2-40B4-BE49-F238E27FC236}">
                      <a16:creationId xmlns:a16="http://schemas.microsoft.com/office/drawing/2014/main" id="{9966BAA1-5FEB-E97A-C95D-A19C135FBC3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1282" name="AutoShape 95">
                    <a:extLst>
                      <a:ext uri="{FF2B5EF4-FFF2-40B4-BE49-F238E27FC236}">
                        <a16:creationId xmlns:a16="http://schemas.microsoft.com/office/drawing/2014/main" id="{9F9B2BA4-4B2C-8BA4-91FA-6A2E76863969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8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1283" name="Group 96">
                    <a:extLst>
                      <a:ext uri="{FF2B5EF4-FFF2-40B4-BE49-F238E27FC236}">
                        <a16:creationId xmlns:a16="http://schemas.microsoft.com/office/drawing/2014/main" id="{281C1B31-C9F6-09F6-176C-D0ABAA6DA26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1284" name="Group 97">
                      <a:extLst>
                        <a:ext uri="{FF2B5EF4-FFF2-40B4-BE49-F238E27FC236}">
                          <a16:creationId xmlns:a16="http://schemas.microsoft.com/office/drawing/2014/main" id="{AEB1BD46-8CF0-F192-1DA1-B70581185C50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1294" name="Freeform 98">
                        <a:extLst>
                          <a:ext uri="{FF2B5EF4-FFF2-40B4-BE49-F238E27FC236}">
                            <a16:creationId xmlns:a16="http://schemas.microsoft.com/office/drawing/2014/main" id="{235B4623-356A-A050-F94B-053963C7256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95" name="Freeform 99">
                        <a:extLst>
                          <a:ext uri="{FF2B5EF4-FFF2-40B4-BE49-F238E27FC236}">
                            <a16:creationId xmlns:a16="http://schemas.microsoft.com/office/drawing/2014/main" id="{5362E434-93C9-3141-5CA4-0A0DDA7A727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96" name="Freeform 100">
                        <a:extLst>
                          <a:ext uri="{FF2B5EF4-FFF2-40B4-BE49-F238E27FC236}">
                            <a16:creationId xmlns:a16="http://schemas.microsoft.com/office/drawing/2014/main" id="{F3685B5B-81EB-278A-39DC-53A32578FAA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97" name="Freeform 101">
                        <a:extLst>
                          <a:ext uri="{FF2B5EF4-FFF2-40B4-BE49-F238E27FC236}">
                            <a16:creationId xmlns:a16="http://schemas.microsoft.com/office/drawing/2014/main" id="{2E043CF8-8D83-4A57-974B-7ED1668F8B7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98" name="Freeform 102">
                        <a:extLst>
                          <a:ext uri="{FF2B5EF4-FFF2-40B4-BE49-F238E27FC236}">
                            <a16:creationId xmlns:a16="http://schemas.microsoft.com/office/drawing/2014/main" id="{7ACC4871-B767-0604-C172-B9F85332B79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99" name="Freeform 103">
                        <a:extLst>
                          <a:ext uri="{FF2B5EF4-FFF2-40B4-BE49-F238E27FC236}">
                            <a16:creationId xmlns:a16="http://schemas.microsoft.com/office/drawing/2014/main" id="{1A2E6295-24D6-A31A-9526-EE3C69ECCC2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00" name="Freeform 104">
                        <a:extLst>
                          <a:ext uri="{FF2B5EF4-FFF2-40B4-BE49-F238E27FC236}">
                            <a16:creationId xmlns:a16="http://schemas.microsoft.com/office/drawing/2014/main" id="{708EAD2D-01FB-B7B7-1817-D01582706D2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01" name="Freeform 105">
                        <a:extLst>
                          <a:ext uri="{FF2B5EF4-FFF2-40B4-BE49-F238E27FC236}">
                            <a16:creationId xmlns:a16="http://schemas.microsoft.com/office/drawing/2014/main" id="{B4DEE2B5-B35D-5EE5-C24F-8659014CB5F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  <p:grpSp>
                  <p:nvGrpSpPr>
                    <p:cNvPr id="1285" name="Group 106">
                      <a:extLst>
                        <a:ext uri="{FF2B5EF4-FFF2-40B4-BE49-F238E27FC236}">
                          <a16:creationId xmlns:a16="http://schemas.microsoft.com/office/drawing/2014/main" id="{682F1701-6DD4-E129-CDF6-1D0C901B5B49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1286" name="Freeform 107">
                        <a:extLst>
                          <a:ext uri="{FF2B5EF4-FFF2-40B4-BE49-F238E27FC236}">
                            <a16:creationId xmlns:a16="http://schemas.microsoft.com/office/drawing/2014/main" id="{7EDA0188-8958-5D94-4150-9FF1DDE713E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87" name="Freeform 108">
                        <a:extLst>
                          <a:ext uri="{FF2B5EF4-FFF2-40B4-BE49-F238E27FC236}">
                            <a16:creationId xmlns:a16="http://schemas.microsoft.com/office/drawing/2014/main" id="{CF5EA906-1C89-E312-B579-9245F6FD78F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88" name="Freeform 109">
                        <a:extLst>
                          <a:ext uri="{FF2B5EF4-FFF2-40B4-BE49-F238E27FC236}">
                            <a16:creationId xmlns:a16="http://schemas.microsoft.com/office/drawing/2014/main" id="{55189C8E-F4F2-9355-2C34-ACEBF15A91B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89" name="Freeform 110">
                        <a:extLst>
                          <a:ext uri="{FF2B5EF4-FFF2-40B4-BE49-F238E27FC236}">
                            <a16:creationId xmlns:a16="http://schemas.microsoft.com/office/drawing/2014/main" id="{E6BFA63C-698E-A851-A093-12D5D1A01BF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90" name="Freeform 111">
                        <a:extLst>
                          <a:ext uri="{FF2B5EF4-FFF2-40B4-BE49-F238E27FC236}">
                            <a16:creationId xmlns:a16="http://schemas.microsoft.com/office/drawing/2014/main" id="{4533C69B-2912-C57B-1630-11A7474FB12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91" name="Freeform 112">
                        <a:extLst>
                          <a:ext uri="{FF2B5EF4-FFF2-40B4-BE49-F238E27FC236}">
                            <a16:creationId xmlns:a16="http://schemas.microsoft.com/office/drawing/2014/main" id="{3DB258DC-3FBF-CBC3-6CA5-5EFAAD44E2E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92" name="Freeform 113">
                        <a:extLst>
                          <a:ext uri="{FF2B5EF4-FFF2-40B4-BE49-F238E27FC236}">
                            <a16:creationId xmlns:a16="http://schemas.microsoft.com/office/drawing/2014/main" id="{2390AEC1-7722-DD60-CC16-A9396F7992F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93" name="Freeform 114">
                        <a:extLst>
                          <a:ext uri="{FF2B5EF4-FFF2-40B4-BE49-F238E27FC236}">
                            <a16:creationId xmlns:a16="http://schemas.microsoft.com/office/drawing/2014/main" id="{B31F9244-F9CF-421F-AD37-E4E8BB688E8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</p:grpSp>
            </p:grpSp>
            <p:sp>
              <p:nvSpPr>
                <p:cNvPr id="1281" name="WordArt 115">
                  <a:extLst>
                    <a:ext uri="{FF2B5EF4-FFF2-40B4-BE49-F238E27FC236}">
                      <a16:creationId xmlns:a16="http://schemas.microsoft.com/office/drawing/2014/main" id="{90D992F1-8C37-4AFF-248C-A2D864AFE3CC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279" name="WordArt 68">
                <a:extLst>
                  <a:ext uri="{FF2B5EF4-FFF2-40B4-BE49-F238E27FC236}">
                    <a16:creationId xmlns:a16="http://schemas.microsoft.com/office/drawing/2014/main" id="{9A39F23B-BEF2-2521-A83F-2BCE33EEF5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4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leaf_2_2</a:t>
                </a:r>
              </a:p>
            </p:txBody>
          </p:sp>
        </p:grpSp>
        <p:sp>
          <p:nvSpPr>
            <p:cNvPr id="1302" name="Oval 152">
              <a:extLst>
                <a:ext uri="{FF2B5EF4-FFF2-40B4-BE49-F238E27FC236}">
                  <a16:creationId xmlns:a16="http://schemas.microsoft.com/office/drawing/2014/main" id="{F2E3C9B4-C2D1-F3AE-442D-7DFAC5DB2F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9188" y="4796466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1303" name="Oval 152">
              <a:extLst>
                <a:ext uri="{FF2B5EF4-FFF2-40B4-BE49-F238E27FC236}">
                  <a16:creationId xmlns:a16="http://schemas.microsoft.com/office/drawing/2014/main" id="{842AB0DA-9262-0800-6F77-D862B53C9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8609" y="5748692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1304" name="Oval 152">
              <a:extLst>
                <a:ext uri="{FF2B5EF4-FFF2-40B4-BE49-F238E27FC236}">
                  <a16:creationId xmlns:a16="http://schemas.microsoft.com/office/drawing/2014/main" id="{BF4F5CF6-102D-9DEE-4B33-43C649DA9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4717" y="5767550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U</a:t>
              </a:r>
            </a:p>
          </p:txBody>
        </p:sp>
        <p:sp>
          <p:nvSpPr>
            <p:cNvPr id="1305" name="Oval 152">
              <a:extLst>
                <a:ext uri="{FF2B5EF4-FFF2-40B4-BE49-F238E27FC236}">
                  <a16:creationId xmlns:a16="http://schemas.microsoft.com/office/drawing/2014/main" id="{CD68B5B5-6F1B-D6D3-BFA5-0F1177EC0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8772" y="5778274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V</a:t>
              </a:r>
            </a:p>
          </p:txBody>
        </p:sp>
        <p:sp>
          <p:nvSpPr>
            <p:cNvPr id="1306" name="Oval 152">
              <a:extLst>
                <a:ext uri="{FF2B5EF4-FFF2-40B4-BE49-F238E27FC236}">
                  <a16:creationId xmlns:a16="http://schemas.microsoft.com/office/drawing/2014/main" id="{CAE99C27-8E22-B257-9340-12278AA9D5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1489" y="5771265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Z</a:t>
              </a:r>
            </a:p>
          </p:txBody>
        </p:sp>
        <p:sp>
          <p:nvSpPr>
            <p:cNvPr id="1307" name="Oval 152">
              <a:extLst>
                <a:ext uri="{FF2B5EF4-FFF2-40B4-BE49-F238E27FC236}">
                  <a16:creationId xmlns:a16="http://schemas.microsoft.com/office/drawing/2014/main" id="{A7E5E2D6-1E76-ACE1-83B2-3D53A37FF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8010" y="5780617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M</a:t>
              </a:r>
            </a:p>
          </p:txBody>
        </p:sp>
        <p:sp>
          <p:nvSpPr>
            <p:cNvPr id="1308" name="Oval 152">
              <a:extLst>
                <a:ext uri="{FF2B5EF4-FFF2-40B4-BE49-F238E27FC236}">
                  <a16:creationId xmlns:a16="http://schemas.microsoft.com/office/drawing/2014/main" id="{89F862C1-DAAF-C5DD-213E-9AD172126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2936" y="5780617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F</a:t>
              </a:r>
            </a:p>
          </p:txBody>
        </p:sp>
        <p:sp>
          <p:nvSpPr>
            <p:cNvPr id="1309" name="Oval 152">
              <a:extLst>
                <a:ext uri="{FF2B5EF4-FFF2-40B4-BE49-F238E27FC236}">
                  <a16:creationId xmlns:a16="http://schemas.microsoft.com/office/drawing/2014/main" id="{443EE008-C966-35D4-579F-91A2F1A92F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5191" y="5780617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P</a:t>
              </a:r>
            </a:p>
          </p:txBody>
        </p:sp>
        <p:sp>
          <p:nvSpPr>
            <p:cNvPr id="1310" name="Oval 152">
              <a:extLst>
                <a:ext uri="{FF2B5EF4-FFF2-40B4-BE49-F238E27FC236}">
                  <a16:creationId xmlns:a16="http://schemas.microsoft.com/office/drawing/2014/main" id="{931A756E-F3A3-FE42-B842-AFC3F76CFE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9425" y="5780617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W</a:t>
              </a:r>
            </a:p>
          </p:txBody>
        </p:sp>
        <p:sp>
          <p:nvSpPr>
            <p:cNvPr id="1311" name="Oval 152">
              <a:extLst>
                <a:ext uri="{FF2B5EF4-FFF2-40B4-BE49-F238E27FC236}">
                  <a16:creationId xmlns:a16="http://schemas.microsoft.com/office/drawing/2014/main" id="{DE9F3273-EA2A-F210-2582-BEC86EE34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2085" y="4788333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O</a:t>
              </a:r>
            </a:p>
          </p:txBody>
        </p:sp>
        <p:sp>
          <p:nvSpPr>
            <p:cNvPr id="1312" name="Oval 152">
              <a:extLst>
                <a:ext uri="{FF2B5EF4-FFF2-40B4-BE49-F238E27FC236}">
                  <a16:creationId xmlns:a16="http://schemas.microsoft.com/office/drawing/2014/main" id="{6DA0A8F3-1CE8-D915-4278-9F30CF8A0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57434" y="4663959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L</a:t>
              </a:r>
            </a:p>
          </p:txBody>
        </p:sp>
        <p:sp>
          <p:nvSpPr>
            <p:cNvPr id="1313" name="Oval 152">
              <a:extLst>
                <a:ext uri="{FF2B5EF4-FFF2-40B4-BE49-F238E27FC236}">
                  <a16:creationId xmlns:a16="http://schemas.microsoft.com/office/drawing/2014/main" id="{CC9511BC-3006-2ACD-AE42-CBCE4B27B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6886" y="4661283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N</a:t>
              </a:r>
            </a:p>
          </p:txBody>
        </p:sp>
        <p:sp>
          <p:nvSpPr>
            <p:cNvPr id="1314" name="Oval 152">
              <a:extLst>
                <a:ext uri="{FF2B5EF4-FFF2-40B4-BE49-F238E27FC236}">
                  <a16:creationId xmlns:a16="http://schemas.microsoft.com/office/drawing/2014/main" id="{2F7EE03A-ADF7-6D14-FE46-B5CF170661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3039" y="4773920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K</a:t>
              </a:r>
            </a:p>
          </p:txBody>
        </p:sp>
        <p:sp>
          <p:nvSpPr>
            <p:cNvPr id="1315" name="Oval 152">
              <a:extLst>
                <a:ext uri="{FF2B5EF4-FFF2-40B4-BE49-F238E27FC236}">
                  <a16:creationId xmlns:a16="http://schemas.microsoft.com/office/drawing/2014/main" id="{CA4C6190-2C5F-9862-FB45-CC0B32C43A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07855" y="4794912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E</a:t>
              </a:r>
            </a:p>
          </p:txBody>
        </p:sp>
        <p:sp>
          <p:nvSpPr>
            <p:cNvPr id="1316" name="Oval 152">
              <a:extLst>
                <a:ext uri="{FF2B5EF4-FFF2-40B4-BE49-F238E27FC236}">
                  <a16:creationId xmlns:a16="http://schemas.microsoft.com/office/drawing/2014/main" id="{7C24F302-0636-96EB-E17E-0BC99D8040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88656" y="4682944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1317" name="Oval 152">
              <a:extLst>
                <a:ext uri="{FF2B5EF4-FFF2-40B4-BE49-F238E27FC236}">
                  <a16:creationId xmlns:a16="http://schemas.microsoft.com/office/drawing/2014/main" id="{AB0E686F-4C68-8C9F-0990-FDC53A0118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1417" y="4669449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1318" name="Oval 152">
              <a:extLst>
                <a:ext uri="{FF2B5EF4-FFF2-40B4-BE49-F238E27FC236}">
                  <a16:creationId xmlns:a16="http://schemas.microsoft.com/office/drawing/2014/main" id="{7F921CD4-2870-D204-FC46-5070DF0A1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8555" y="3809883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Q</a:t>
              </a:r>
            </a:p>
          </p:txBody>
        </p:sp>
        <p:sp>
          <p:nvSpPr>
            <p:cNvPr id="1319" name="Oval 152">
              <a:extLst>
                <a:ext uri="{FF2B5EF4-FFF2-40B4-BE49-F238E27FC236}">
                  <a16:creationId xmlns:a16="http://schemas.microsoft.com/office/drawing/2014/main" id="{23CEC505-A3E9-D52E-7C74-8F17E72A27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4153" y="3809883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R</a:t>
              </a:r>
            </a:p>
          </p:txBody>
        </p:sp>
        <p:sp>
          <p:nvSpPr>
            <p:cNvPr id="1320" name="Oval 152">
              <a:extLst>
                <a:ext uri="{FF2B5EF4-FFF2-40B4-BE49-F238E27FC236}">
                  <a16:creationId xmlns:a16="http://schemas.microsoft.com/office/drawing/2014/main" id="{EF7B3754-D1F4-4BC9-9352-B22066509E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5022" y="3824051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S</a:t>
              </a:r>
            </a:p>
          </p:txBody>
        </p:sp>
        <p:sp>
          <p:nvSpPr>
            <p:cNvPr id="1321" name="Oval 152">
              <a:extLst>
                <a:ext uri="{FF2B5EF4-FFF2-40B4-BE49-F238E27FC236}">
                  <a16:creationId xmlns:a16="http://schemas.microsoft.com/office/drawing/2014/main" id="{9E3AF825-8F97-073F-8E0E-4D00F76B2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38290" y="3720481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T</a:t>
              </a:r>
            </a:p>
          </p:txBody>
        </p:sp>
        <p:sp>
          <p:nvSpPr>
            <p:cNvPr id="1322" name="Oval 152">
              <a:extLst>
                <a:ext uri="{FF2B5EF4-FFF2-40B4-BE49-F238E27FC236}">
                  <a16:creationId xmlns:a16="http://schemas.microsoft.com/office/drawing/2014/main" id="{0BB814D3-9A6F-DBDC-D4C0-DB79B11687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2414" y="3835160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I</a:t>
              </a:r>
            </a:p>
          </p:txBody>
        </p:sp>
        <p:sp>
          <p:nvSpPr>
            <p:cNvPr id="1323" name="Oval 152">
              <a:extLst>
                <a:ext uri="{FF2B5EF4-FFF2-40B4-BE49-F238E27FC236}">
                  <a16:creationId xmlns:a16="http://schemas.microsoft.com/office/drawing/2014/main" id="{87D52349-DAC4-FB93-0CDA-7DA46CFA4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6660" y="3799303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G</a:t>
              </a:r>
            </a:p>
          </p:txBody>
        </p:sp>
        <p:sp>
          <p:nvSpPr>
            <p:cNvPr id="1324" name="Oval 152">
              <a:extLst>
                <a:ext uri="{FF2B5EF4-FFF2-40B4-BE49-F238E27FC236}">
                  <a16:creationId xmlns:a16="http://schemas.microsoft.com/office/drawing/2014/main" id="{516ABB57-0853-1912-6835-E0A3F975B7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51147" y="3788609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H</a:t>
              </a:r>
            </a:p>
          </p:txBody>
        </p:sp>
        <p:sp>
          <p:nvSpPr>
            <p:cNvPr id="1325" name="Oval 152">
              <a:extLst>
                <a:ext uri="{FF2B5EF4-FFF2-40B4-BE49-F238E27FC236}">
                  <a16:creationId xmlns:a16="http://schemas.microsoft.com/office/drawing/2014/main" id="{0742199C-D00E-D3CC-0B24-D2939B3081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4813" y="3858326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J</a:t>
              </a:r>
            </a:p>
          </p:txBody>
        </p:sp>
        <p:sp>
          <p:nvSpPr>
            <p:cNvPr id="1326" name="Text Box 137">
              <a:extLst>
                <a:ext uri="{FF2B5EF4-FFF2-40B4-BE49-F238E27FC236}">
                  <a16:creationId xmlns:a16="http://schemas.microsoft.com/office/drawing/2014/main" id="{E48DAE74-39D9-14DF-E797-70ADA629075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 rot="16200000">
              <a:off x="4921271" y="5228468"/>
              <a:ext cx="656649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800" b="1" dirty="0">
                  <a:latin typeface="Tahoma" panose="020B0604030504040204" pitchFamily="34" charset="0"/>
                </a:rPr>
                <a:t>AS64512</a:t>
              </a:r>
            </a:p>
          </p:txBody>
        </p:sp>
        <p:sp>
          <p:nvSpPr>
            <p:cNvPr id="1327" name="Text Box 137">
              <a:extLst>
                <a:ext uri="{FF2B5EF4-FFF2-40B4-BE49-F238E27FC236}">
                  <a16:creationId xmlns:a16="http://schemas.microsoft.com/office/drawing/2014/main" id="{6B237EE2-FFA2-85E8-1F4E-69D79BAA99D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146822" y="4096922"/>
              <a:ext cx="878782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1200" b="1" dirty="0">
                  <a:latin typeface="Tahoma" panose="020B0604030504040204" pitchFamily="34" charset="0"/>
                </a:rPr>
                <a:t>AS64514</a:t>
              </a:r>
              <a:endParaRPr lang="it-IT" altLang="it-IT" sz="1400" b="1" dirty="0">
                <a:latin typeface="Tahoma" panose="020B0604030504040204" pitchFamily="34" charset="0"/>
              </a:endParaRPr>
            </a:p>
          </p:txBody>
        </p:sp>
        <p:sp>
          <p:nvSpPr>
            <p:cNvPr id="1328" name="Text Box 137">
              <a:extLst>
                <a:ext uri="{FF2B5EF4-FFF2-40B4-BE49-F238E27FC236}">
                  <a16:creationId xmlns:a16="http://schemas.microsoft.com/office/drawing/2014/main" id="{8888D7CF-1148-B5B0-1CAE-348F7542A7C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 rot="16200000">
              <a:off x="5397394" y="5237563"/>
              <a:ext cx="656649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800" b="1" dirty="0">
                  <a:latin typeface="Tahoma" panose="020B0604030504040204" pitchFamily="34" charset="0"/>
                </a:rPr>
                <a:t>AS64513</a:t>
              </a:r>
            </a:p>
          </p:txBody>
        </p:sp>
        <p:sp>
          <p:nvSpPr>
            <p:cNvPr id="1329" name="Text Box 137">
              <a:extLst>
                <a:ext uri="{FF2B5EF4-FFF2-40B4-BE49-F238E27FC236}">
                  <a16:creationId xmlns:a16="http://schemas.microsoft.com/office/drawing/2014/main" id="{89BBEDF5-A696-2775-174C-70213F655A6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 rot="16200000">
              <a:off x="9630717" y="5227587"/>
              <a:ext cx="656649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800" b="1" dirty="0">
                  <a:latin typeface="Tahoma" panose="020B0604030504040204" pitchFamily="34" charset="0"/>
                </a:rPr>
                <a:t>AS64515</a:t>
              </a:r>
            </a:p>
          </p:txBody>
        </p:sp>
        <p:sp>
          <p:nvSpPr>
            <p:cNvPr id="1330" name="Text Box 137">
              <a:extLst>
                <a:ext uri="{FF2B5EF4-FFF2-40B4-BE49-F238E27FC236}">
                  <a16:creationId xmlns:a16="http://schemas.microsoft.com/office/drawing/2014/main" id="{3135C68D-DA78-0212-7125-B8D13DD8911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 rot="16200000">
              <a:off x="10128787" y="5219928"/>
              <a:ext cx="656649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800" b="1" dirty="0">
                  <a:latin typeface="Tahoma" panose="020B0604030504040204" pitchFamily="34" charset="0"/>
                </a:rPr>
                <a:t>AS64516</a:t>
              </a:r>
            </a:p>
          </p:txBody>
        </p:sp>
        <p:sp>
          <p:nvSpPr>
            <p:cNvPr id="1331" name="Text Box 137">
              <a:extLst>
                <a:ext uri="{FF2B5EF4-FFF2-40B4-BE49-F238E27FC236}">
                  <a16:creationId xmlns:a16="http://schemas.microsoft.com/office/drawing/2014/main" id="{E51D1A36-59E5-B646-E29B-57B3B7B4ADC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855150" y="4128590"/>
              <a:ext cx="729970" cy="230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1200" b="1">
                  <a:latin typeface="Tahoma" panose="020B0604030504040204" pitchFamily="34" charset="0"/>
                </a:rPr>
                <a:t>AS64517</a:t>
              </a:r>
              <a:endParaRPr lang="it-IT" altLang="it-IT" sz="1400" b="1">
                <a:latin typeface="Tahoma" panose="020B0604030504040204" pitchFamily="34" charset="0"/>
              </a:endParaRPr>
            </a:p>
          </p:txBody>
        </p:sp>
        <p:sp>
          <p:nvSpPr>
            <p:cNvPr id="1332" name="Text Box 137">
              <a:extLst>
                <a:ext uri="{FF2B5EF4-FFF2-40B4-BE49-F238E27FC236}">
                  <a16:creationId xmlns:a16="http://schemas.microsoft.com/office/drawing/2014/main" id="{515A3A0B-F3E0-0FF4-8223-8CB3102360E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239533" y="2765620"/>
              <a:ext cx="729970" cy="230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1200" b="1">
                  <a:latin typeface="Tahoma" panose="020B0604030504040204" pitchFamily="34" charset="0"/>
                </a:rPr>
                <a:t>AS64518</a:t>
              </a:r>
              <a:endParaRPr lang="it-IT" altLang="it-IT" sz="1400" b="1">
                <a:latin typeface="Tahoma" panose="020B0604030504040204" pitchFamily="34" charset="0"/>
              </a:endParaRPr>
            </a:p>
          </p:txBody>
        </p:sp>
        <p:grpSp>
          <p:nvGrpSpPr>
            <p:cNvPr id="1333" name="Group 1332">
              <a:extLst>
                <a:ext uri="{FF2B5EF4-FFF2-40B4-BE49-F238E27FC236}">
                  <a16:creationId xmlns:a16="http://schemas.microsoft.com/office/drawing/2014/main" id="{7FF5E0E2-A767-F623-A79D-07048F471BB5}"/>
                </a:ext>
              </a:extLst>
            </p:cNvPr>
            <p:cNvGrpSpPr/>
            <p:nvPr/>
          </p:nvGrpSpPr>
          <p:grpSpPr>
            <a:xfrm>
              <a:off x="5856207" y="4210548"/>
              <a:ext cx="673579" cy="385348"/>
              <a:chOff x="967835" y="2541918"/>
              <a:chExt cx="1426054" cy="463051"/>
            </a:xfrm>
          </p:grpSpPr>
          <p:grpSp>
            <p:nvGrpSpPr>
              <p:cNvPr id="1334" name="Group 93">
                <a:extLst>
                  <a:ext uri="{FF2B5EF4-FFF2-40B4-BE49-F238E27FC236}">
                    <a16:creationId xmlns:a16="http://schemas.microsoft.com/office/drawing/2014/main" id="{9D7E49DE-9D79-EBBE-37BC-5AE15EA6F2F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1336" name="Group 94">
                  <a:extLst>
                    <a:ext uri="{FF2B5EF4-FFF2-40B4-BE49-F238E27FC236}">
                      <a16:creationId xmlns:a16="http://schemas.microsoft.com/office/drawing/2014/main" id="{F00694A4-CB61-FD47-D13A-8553AE83856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1338" name="AutoShape 95">
                    <a:extLst>
                      <a:ext uri="{FF2B5EF4-FFF2-40B4-BE49-F238E27FC236}">
                        <a16:creationId xmlns:a16="http://schemas.microsoft.com/office/drawing/2014/main" id="{70FF5A05-92B8-6EF0-67C6-3CAD1D556206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8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1339" name="Group 96">
                    <a:extLst>
                      <a:ext uri="{FF2B5EF4-FFF2-40B4-BE49-F238E27FC236}">
                        <a16:creationId xmlns:a16="http://schemas.microsoft.com/office/drawing/2014/main" id="{7FD899A9-AB61-F6A2-1C30-18F14767299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1340" name="Group 97">
                      <a:extLst>
                        <a:ext uri="{FF2B5EF4-FFF2-40B4-BE49-F238E27FC236}">
                          <a16:creationId xmlns:a16="http://schemas.microsoft.com/office/drawing/2014/main" id="{E2BFE010-7529-733F-AA9C-8B60ECDBE812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1350" name="Freeform 98">
                        <a:extLst>
                          <a:ext uri="{FF2B5EF4-FFF2-40B4-BE49-F238E27FC236}">
                            <a16:creationId xmlns:a16="http://schemas.microsoft.com/office/drawing/2014/main" id="{F356FCC6-DC84-379A-1CDA-15AA3FCC55D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51" name="Freeform 99">
                        <a:extLst>
                          <a:ext uri="{FF2B5EF4-FFF2-40B4-BE49-F238E27FC236}">
                            <a16:creationId xmlns:a16="http://schemas.microsoft.com/office/drawing/2014/main" id="{C07CAD20-45A7-1527-0FBE-793731C898D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52" name="Freeform 100">
                        <a:extLst>
                          <a:ext uri="{FF2B5EF4-FFF2-40B4-BE49-F238E27FC236}">
                            <a16:creationId xmlns:a16="http://schemas.microsoft.com/office/drawing/2014/main" id="{0E6F43B8-F960-9FAE-AB27-60CB700CA25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53" name="Freeform 101">
                        <a:extLst>
                          <a:ext uri="{FF2B5EF4-FFF2-40B4-BE49-F238E27FC236}">
                            <a16:creationId xmlns:a16="http://schemas.microsoft.com/office/drawing/2014/main" id="{EF2D2153-AE3B-EE42-6BF3-5945A1FF689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54" name="Freeform 102">
                        <a:extLst>
                          <a:ext uri="{FF2B5EF4-FFF2-40B4-BE49-F238E27FC236}">
                            <a16:creationId xmlns:a16="http://schemas.microsoft.com/office/drawing/2014/main" id="{3F41BD15-FB0C-63BA-3106-5A01EAA6567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55" name="Freeform 103">
                        <a:extLst>
                          <a:ext uri="{FF2B5EF4-FFF2-40B4-BE49-F238E27FC236}">
                            <a16:creationId xmlns:a16="http://schemas.microsoft.com/office/drawing/2014/main" id="{5BB6138C-83D3-B11A-52D1-D6488BD6FE1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56" name="Freeform 104">
                        <a:extLst>
                          <a:ext uri="{FF2B5EF4-FFF2-40B4-BE49-F238E27FC236}">
                            <a16:creationId xmlns:a16="http://schemas.microsoft.com/office/drawing/2014/main" id="{E50A116F-8DA3-315E-F7A3-817C7997E3A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57" name="Freeform 105">
                        <a:extLst>
                          <a:ext uri="{FF2B5EF4-FFF2-40B4-BE49-F238E27FC236}">
                            <a16:creationId xmlns:a16="http://schemas.microsoft.com/office/drawing/2014/main" id="{CF4A7E42-866F-CCC1-B74C-8B6B1F6A56E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  <p:grpSp>
                  <p:nvGrpSpPr>
                    <p:cNvPr id="1341" name="Group 106">
                      <a:extLst>
                        <a:ext uri="{FF2B5EF4-FFF2-40B4-BE49-F238E27FC236}">
                          <a16:creationId xmlns:a16="http://schemas.microsoft.com/office/drawing/2014/main" id="{07E20BE2-79DF-4C86-3C6C-9DF11A1F78B0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1342" name="Freeform 107">
                        <a:extLst>
                          <a:ext uri="{FF2B5EF4-FFF2-40B4-BE49-F238E27FC236}">
                            <a16:creationId xmlns:a16="http://schemas.microsoft.com/office/drawing/2014/main" id="{CBA3091F-213E-4DC7-4812-D7605DB8251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43" name="Freeform 108">
                        <a:extLst>
                          <a:ext uri="{FF2B5EF4-FFF2-40B4-BE49-F238E27FC236}">
                            <a16:creationId xmlns:a16="http://schemas.microsoft.com/office/drawing/2014/main" id="{CD4ABE11-A110-884F-E2CF-5DC9FBF140E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44" name="Freeform 109">
                        <a:extLst>
                          <a:ext uri="{FF2B5EF4-FFF2-40B4-BE49-F238E27FC236}">
                            <a16:creationId xmlns:a16="http://schemas.microsoft.com/office/drawing/2014/main" id="{6CFD5985-C1C3-3610-1BBF-9C070F7F2FD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45" name="Freeform 110">
                        <a:extLst>
                          <a:ext uri="{FF2B5EF4-FFF2-40B4-BE49-F238E27FC236}">
                            <a16:creationId xmlns:a16="http://schemas.microsoft.com/office/drawing/2014/main" id="{AB234214-787F-2BD1-3635-7905D976424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46" name="Freeform 111">
                        <a:extLst>
                          <a:ext uri="{FF2B5EF4-FFF2-40B4-BE49-F238E27FC236}">
                            <a16:creationId xmlns:a16="http://schemas.microsoft.com/office/drawing/2014/main" id="{787582C0-016D-0AA6-3864-871270A4D86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47" name="Freeform 112">
                        <a:extLst>
                          <a:ext uri="{FF2B5EF4-FFF2-40B4-BE49-F238E27FC236}">
                            <a16:creationId xmlns:a16="http://schemas.microsoft.com/office/drawing/2014/main" id="{3F2FDA5D-257D-B9FF-229D-C4D92F374B2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48" name="Freeform 113">
                        <a:extLst>
                          <a:ext uri="{FF2B5EF4-FFF2-40B4-BE49-F238E27FC236}">
                            <a16:creationId xmlns:a16="http://schemas.microsoft.com/office/drawing/2014/main" id="{791FFF61-CE14-FB09-3B70-FB7FB35711B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49" name="Freeform 114">
                        <a:extLst>
                          <a:ext uri="{FF2B5EF4-FFF2-40B4-BE49-F238E27FC236}">
                            <a16:creationId xmlns:a16="http://schemas.microsoft.com/office/drawing/2014/main" id="{31313816-13E7-1E3B-8DD9-36719B62A9F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</p:grpSp>
            </p:grpSp>
            <p:sp>
              <p:nvSpPr>
                <p:cNvPr id="1337" name="WordArt 115">
                  <a:extLst>
                    <a:ext uri="{FF2B5EF4-FFF2-40B4-BE49-F238E27FC236}">
                      <a16:creationId xmlns:a16="http://schemas.microsoft.com/office/drawing/2014/main" id="{94DC16F9-DEBE-61E8-B725-8D4FA1EEBCCA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335" name="WordArt 68">
                <a:extLst>
                  <a:ext uri="{FF2B5EF4-FFF2-40B4-BE49-F238E27FC236}">
                    <a16:creationId xmlns:a16="http://schemas.microsoft.com/office/drawing/2014/main" id="{5EEF0A0F-AF24-9C37-60FA-9872C11AE0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4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spine_1_2</a:t>
                </a:r>
              </a:p>
            </p:txBody>
          </p:sp>
        </p:grpSp>
        <p:grpSp>
          <p:nvGrpSpPr>
            <p:cNvPr id="1358" name="Group 1357">
              <a:extLst>
                <a:ext uri="{FF2B5EF4-FFF2-40B4-BE49-F238E27FC236}">
                  <a16:creationId xmlns:a16="http://schemas.microsoft.com/office/drawing/2014/main" id="{4BE8F67D-C6D4-5657-7E6A-07D139155547}"/>
                </a:ext>
              </a:extLst>
            </p:cNvPr>
            <p:cNvGrpSpPr/>
            <p:nvPr/>
          </p:nvGrpSpPr>
          <p:grpSpPr>
            <a:xfrm>
              <a:off x="9150404" y="5128595"/>
              <a:ext cx="673579" cy="385348"/>
              <a:chOff x="967835" y="2541918"/>
              <a:chExt cx="1426054" cy="463051"/>
            </a:xfrm>
          </p:grpSpPr>
          <p:grpSp>
            <p:nvGrpSpPr>
              <p:cNvPr id="1359" name="Group 93">
                <a:extLst>
                  <a:ext uri="{FF2B5EF4-FFF2-40B4-BE49-F238E27FC236}">
                    <a16:creationId xmlns:a16="http://schemas.microsoft.com/office/drawing/2014/main" id="{87F52D67-BE81-5865-1A95-599825D1468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1361" name="Group 94">
                  <a:extLst>
                    <a:ext uri="{FF2B5EF4-FFF2-40B4-BE49-F238E27FC236}">
                      <a16:creationId xmlns:a16="http://schemas.microsoft.com/office/drawing/2014/main" id="{C56E751A-0538-D0FC-32C7-79F189EF167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1363" name="AutoShape 95">
                    <a:extLst>
                      <a:ext uri="{FF2B5EF4-FFF2-40B4-BE49-F238E27FC236}">
                        <a16:creationId xmlns:a16="http://schemas.microsoft.com/office/drawing/2014/main" id="{2F7B2F58-4007-335E-9D4B-9C2181066BCB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8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1364" name="Group 96">
                    <a:extLst>
                      <a:ext uri="{FF2B5EF4-FFF2-40B4-BE49-F238E27FC236}">
                        <a16:creationId xmlns:a16="http://schemas.microsoft.com/office/drawing/2014/main" id="{777C96D4-8551-6D90-A497-36E379B3D22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1365" name="Group 97">
                      <a:extLst>
                        <a:ext uri="{FF2B5EF4-FFF2-40B4-BE49-F238E27FC236}">
                          <a16:creationId xmlns:a16="http://schemas.microsoft.com/office/drawing/2014/main" id="{430C270F-A230-C5E3-7038-13A662AB88ED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1375" name="Freeform 98">
                        <a:extLst>
                          <a:ext uri="{FF2B5EF4-FFF2-40B4-BE49-F238E27FC236}">
                            <a16:creationId xmlns:a16="http://schemas.microsoft.com/office/drawing/2014/main" id="{464F7204-5A54-A285-D0CE-497478DBA6A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76" name="Freeform 99">
                        <a:extLst>
                          <a:ext uri="{FF2B5EF4-FFF2-40B4-BE49-F238E27FC236}">
                            <a16:creationId xmlns:a16="http://schemas.microsoft.com/office/drawing/2014/main" id="{4458916B-26D6-9FCA-4A68-BBB55181FB4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77" name="Freeform 100">
                        <a:extLst>
                          <a:ext uri="{FF2B5EF4-FFF2-40B4-BE49-F238E27FC236}">
                            <a16:creationId xmlns:a16="http://schemas.microsoft.com/office/drawing/2014/main" id="{058769D7-0617-F236-B23A-6CF7BFC163A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78" name="Freeform 101">
                        <a:extLst>
                          <a:ext uri="{FF2B5EF4-FFF2-40B4-BE49-F238E27FC236}">
                            <a16:creationId xmlns:a16="http://schemas.microsoft.com/office/drawing/2014/main" id="{93F1BD5A-8CAF-7CE9-CE03-14B4B89E0A4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79" name="Freeform 102">
                        <a:extLst>
                          <a:ext uri="{FF2B5EF4-FFF2-40B4-BE49-F238E27FC236}">
                            <a16:creationId xmlns:a16="http://schemas.microsoft.com/office/drawing/2014/main" id="{E3F1FB08-5678-4E14-8257-979EB589F4B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80" name="Freeform 103">
                        <a:extLst>
                          <a:ext uri="{FF2B5EF4-FFF2-40B4-BE49-F238E27FC236}">
                            <a16:creationId xmlns:a16="http://schemas.microsoft.com/office/drawing/2014/main" id="{76971512-1CD3-CB1B-FEE3-35B358C24FA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81" name="Freeform 104">
                        <a:extLst>
                          <a:ext uri="{FF2B5EF4-FFF2-40B4-BE49-F238E27FC236}">
                            <a16:creationId xmlns:a16="http://schemas.microsoft.com/office/drawing/2014/main" id="{5FBC533F-859E-D65D-FCA1-9F14914BB92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82" name="Freeform 105">
                        <a:extLst>
                          <a:ext uri="{FF2B5EF4-FFF2-40B4-BE49-F238E27FC236}">
                            <a16:creationId xmlns:a16="http://schemas.microsoft.com/office/drawing/2014/main" id="{8BF06CCF-114B-2AE4-2E56-9AD37BCBDF0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  <p:grpSp>
                  <p:nvGrpSpPr>
                    <p:cNvPr id="1366" name="Group 106">
                      <a:extLst>
                        <a:ext uri="{FF2B5EF4-FFF2-40B4-BE49-F238E27FC236}">
                          <a16:creationId xmlns:a16="http://schemas.microsoft.com/office/drawing/2014/main" id="{E03D02D0-AC6A-E9E6-71E3-218E89E00261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1367" name="Freeform 107">
                        <a:extLst>
                          <a:ext uri="{FF2B5EF4-FFF2-40B4-BE49-F238E27FC236}">
                            <a16:creationId xmlns:a16="http://schemas.microsoft.com/office/drawing/2014/main" id="{93739F9A-0A9C-AA20-5E0D-D317B62E92B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68" name="Freeform 108">
                        <a:extLst>
                          <a:ext uri="{FF2B5EF4-FFF2-40B4-BE49-F238E27FC236}">
                            <a16:creationId xmlns:a16="http://schemas.microsoft.com/office/drawing/2014/main" id="{133AB222-1D91-6679-B83D-A495DF8B1BD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69" name="Freeform 109">
                        <a:extLst>
                          <a:ext uri="{FF2B5EF4-FFF2-40B4-BE49-F238E27FC236}">
                            <a16:creationId xmlns:a16="http://schemas.microsoft.com/office/drawing/2014/main" id="{BB89C230-A7B8-9A7D-E686-B58221005B8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70" name="Freeform 110">
                        <a:extLst>
                          <a:ext uri="{FF2B5EF4-FFF2-40B4-BE49-F238E27FC236}">
                            <a16:creationId xmlns:a16="http://schemas.microsoft.com/office/drawing/2014/main" id="{D8C9C08F-563C-CAA0-962E-26F5C1DD617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71" name="Freeform 111">
                        <a:extLst>
                          <a:ext uri="{FF2B5EF4-FFF2-40B4-BE49-F238E27FC236}">
                            <a16:creationId xmlns:a16="http://schemas.microsoft.com/office/drawing/2014/main" id="{7B4A03BB-A66D-709A-DDCD-2E4DEA96687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72" name="Freeform 112">
                        <a:extLst>
                          <a:ext uri="{FF2B5EF4-FFF2-40B4-BE49-F238E27FC236}">
                            <a16:creationId xmlns:a16="http://schemas.microsoft.com/office/drawing/2014/main" id="{DC4298ED-82B0-6A5E-7C67-0D01EEC0242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73" name="Freeform 113">
                        <a:extLst>
                          <a:ext uri="{FF2B5EF4-FFF2-40B4-BE49-F238E27FC236}">
                            <a16:creationId xmlns:a16="http://schemas.microsoft.com/office/drawing/2014/main" id="{6FB251F8-DF11-5B12-9AB4-EDF5EE20D16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74" name="Freeform 114">
                        <a:extLst>
                          <a:ext uri="{FF2B5EF4-FFF2-40B4-BE49-F238E27FC236}">
                            <a16:creationId xmlns:a16="http://schemas.microsoft.com/office/drawing/2014/main" id="{6D1F952F-E299-B05E-FA46-EBCBD616CA4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</p:grpSp>
            </p:grpSp>
            <p:sp>
              <p:nvSpPr>
                <p:cNvPr id="1362" name="WordArt 115">
                  <a:extLst>
                    <a:ext uri="{FF2B5EF4-FFF2-40B4-BE49-F238E27FC236}">
                      <a16:creationId xmlns:a16="http://schemas.microsoft.com/office/drawing/2014/main" id="{795A068E-5566-675D-B789-E075F5A7A83B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360" name="WordArt 68">
                <a:extLst>
                  <a:ext uri="{FF2B5EF4-FFF2-40B4-BE49-F238E27FC236}">
                    <a16:creationId xmlns:a16="http://schemas.microsoft.com/office/drawing/2014/main" id="{FE8DAA57-5246-2552-373E-A2F179114B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4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leaf_2_1</a:t>
                </a:r>
              </a:p>
            </p:txBody>
          </p:sp>
        </p:grpSp>
        <p:grpSp>
          <p:nvGrpSpPr>
            <p:cNvPr id="1383" name="Group 1382">
              <a:extLst>
                <a:ext uri="{FF2B5EF4-FFF2-40B4-BE49-F238E27FC236}">
                  <a16:creationId xmlns:a16="http://schemas.microsoft.com/office/drawing/2014/main" id="{C0F2F984-EC67-C318-D36C-30EFB4577D67}"/>
                </a:ext>
              </a:extLst>
            </p:cNvPr>
            <p:cNvGrpSpPr/>
            <p:nvPr/>
          </p:nvGrpSpPr>
          <p:grpSpPr>
            <a:xfrm>
              <a:off x="7991832" y="2845232"/>
              <a:ext cx="673579" cy="385348"/>
              <a:chOff x="967835" y="2541918"/>
              <a:chExt cx="1426054" cy="463051"/>
            </a:xfrm>
          </p:grpSpPr>
          <p:grpSp>
            <p:nvGrpSpPr>
              <p:cNvPr id="1384" name="Group 93">
                <a:extLst>
                  <a:ext uri="{FF2B5EF4-FFF2-40B4-BE49-F238E27FC236}">
                    <a16:creationId xmlns:a16="http://schemas.microsoft.com/office/drawing/2014/main" id="{91CBE923-7B50-35B2-E22D-35C45672FA9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1386" name="Group 94">
                  <a:extLst>
                    <a:ext uri="{FF2B5EF4-FFF2-40B4-BE49-F238E27FC236}">
                      <a16:creationId xmlns:a16="http://schemas.microsoft.com/office/drawing/2014/main" id="{56F7B180-8D7A-A4AF-F99B-EADC5535644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1388" name="AutoShape 95">
                    <a:extLst>
                      <a:ext uri="{FF2B5EF4-FFF2-40B4-BE49-F238E27FC236}">
                        <a16:creationId xmlns:a16="http://schemas.microsoft.com/office/drawing/2014/main" id="{0D4A2459-0001-10E0-80CE-A6F84FB01F1B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8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1389" name="Group 96">
                    <a:extLst>
                      <a:ext uri="{FF2B5EF4-FFF2-40B4-BE49-F238E27FC236}">
                        <a16:creationId xmlns:a16="http://schemas.microsoft.com/office/drawing/2014/main" id="{B00B073B-9A5B-53E7-9A4D-20D48AC4031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1390" name="Group 97">
                      <a:extLst>
                        <a:ext uri="{FF2B5EF4-FFF2-40B4-BE49-F238E27FC236}">
                          <a16:creationId xmlns:a16="http://schemas.microsoft.com/office/drawing/2014/main" id="{856A3290-5B91-5177-567E-D1239C2A67D3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1400" name="Freeform 98">
                        <a:extLst>
                          <a:ext uri="{FF2B5EF4-FFF2-40B4-BE49-F238E27FC236}">
                            <a16:creationId xmlns:a16="http://schemas.microsoft.com/office/drawing/2014/main" id="{8CB6C8CA-B39B-3FB6-59C5-E439EB6A60C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401" name="Freeform 99">
                        <a:extLst>
                          <a:ext uri="{FF2B5EF4-FFF2-40B4-BE49-F238E27FC236}">
                            <a16:creationId xmlns:a16="http://schemas.microsoft.com/office/drawing/2014/main" id="{169697B2-0FB9-33E1-D64B-547EE97CE5E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402" name="Freeform 100">
                        <a:extLst>
                          <a:ext uri="{FF2B5EF4-FFF2-40B4-BE49-F238E27FC236}">
                            <a16:creationId xmlns:a16="http://schemas.microsoft.com/office/drawing/2014/main" id="{D67309BB-4D0A-3751-7592-B3AC7D03D87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403" name="Freeform 101">
                        <a:extLst>
                          <a:ext uri="{FF2B5EF4-FFF2-40B4-BE49-F238E27FC236}">
                            <a16:creationId xmlns:a16="http://schemas.microsoft.com/office/drawing/2014/main" id="{038632B0-7356-402F-3D7E-E5AB7A8C03C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404" name="Freeform 102">
                        <a:extLst>
                          <a:ext uri="{FF2B5EF4-FFF2-40B4-BE49-F238E27FC236}">
                            <a16:creationId xmlns:a16="http://schemas.microsoft.com/office/drawing/2014/main" id="{D4E20AA6-1005-DBE9-77DA-64EA14FE0D8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405" name="Freeform 103">
                        <a:extLst>
                          <a:ext uri="{FF2B5EF4-FFF2-40B4-BE49-F238E27FC236}">
                            <a16:creationId xmlns:a16="http://schemas.microsoft.com/office/drawing/2014/main" id="{2369130F-BB20-DC1C-569D-BC8AF1D740E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406" name="Freeform 104">
                        <a:extLst>
                          <a:ext uri="{FF2B5EF4-FFF2-40B4-BE49-F238E27FC236}">
                            <a16:creationId xmlns:a16="http://schemas.microsoft.com/office/drawing/2014/main" id="{DEFF797D-5E27-41B2-076F-9DF3736A254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407" name="Freeform 105">
                        <a:extLst>
                          <a:ext uri="{FF2B5EF4-FFF2-40B4-BE49-F238E27FC236}">
                            <a16:creationId xmlns:a16="http://schemas.microsoft.com/office/drawing/2014/main" id="{70CD3F7F-BAD1-CF55-B804-F876D3262F5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  <p:grpSp>
                  <p:nvGrpSpPr>
                    <p:cNvPr id="1391" name="Group 106">
                      <a:extLst>
                        <a:ext uri="{FF2B5EF4-FFF2-40B4-BE49-F238E27FC236}">
                          <a16:creationId xmlns:a16="http://schemas.microsoft.com/office/drawing/2014/main" id="{65CC1B00-C1B7-5BE2-B6B5-28DF27FDEAFF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1392" name="Freeform 107">
                        <a:extLst>
                          <a:ext uri="{FF2B5EF4-FFF2-40B4-BE49-F238E27FC236}">
                            <a16:creationId xmlns:a16="http://schemas.microsoft.com/office/drawing/2014/main" id="{A40D182C-80A3-48A2-781F-585C6C6646A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93" name="Freeform 108">
                        <a:extLst>
                          <a:ext uri="{FF2B5EF4-FFF2-40B4-BE49-F238E27FC236}">
                            <a16:creationId xmlns:a16="http://schemas.microsoft.com/office/drawing/2014/main" id="{714C31BC-50C5-EC02-29E8-7EF3F8CB905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94" name="Freeform 109">
                        <a:extLst>
                          <a:ext uri="{FF2B5EF4-FFF2-40B4-BE49-F238E27FC236}">
                            <a16:creationId xmlns:a16="http://schemas.microsoft.com/office/drawing/2014/main" id="{E29FFEA1-FC33-B4F9-762E-0492704F425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95" name="Freeform 110">
                        <a:extLst>
                          <a:ext uri="{FF2B5EF4-FFF2-40B4-BE49-F238E27FC236}">
                            <a16:creationId xmlns:a16="http://schemas.microsoft.com/office/drawing/2014/main" id="{21C12746-F953-A4B5-445A-EFC588895F7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96" name="Freeform 111">
                        <a:extLst>
                          <a:ext uri="{FF2B5EF4-FFF2-40B4-BE49-F238E27FC236}">
                            <a16:creationId xmlns:a16="http://schemas.microsoft.com/office/drawing/2014/main" id="{62A571CA-9711-B4FE-D2A8-0483E555CC4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97" name="Freeform 112">
                        <a:extLst>
                          <a:ext uri="{FF2B5EF4-FFF2-40B4-BE49-F238E27FC236}">
                            <a16:creationId xmlns:a16="http://schemas.microsoft.com/office/drawing/2014/main" id="{9BB0BD09-67B7-089B-B51A-7ECB25364E0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98" name="Freeform 113">
                        <a:extLst>
                          <a:ext uri="{FF2B5EF4-FFF2-40B4-BE49-F238E27FC236}">
                            <a16:creationId xmlns:a16="http://schemas.microsoft.com/office/drawing/2014/main" id="{06524B6F-5BE5-44CE-D697-6A268D54B77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99" name="Freeform 114">
                        <a:extLst>
                          <a:ext uri="{FF2B5EF4-FFF2-40B4-BE49-F238E27FC236}">
                            <a16:creationId xmlns:a16="http://schemas.microsoft.com/office/drawing/2014/main" id="{46874E8E-4FC6-C03B-864A-6F902FAA7EC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</p:grpSp>
            </p:grpSp>
            <p:sp>
              <p:nvSpPr>
                <p:cNvPr id="1387" name="WordArt 115">
                  <a:extLst>
                    <a:ext uri="{FF2B5EF4-FFF2-40B4-BE49-F238E27FC236}">
                      <a16:creationId xmlns:a16="http://schemas.microsoft.com/office/drawing/2014/main" id="{EB85E73E-6EB7-6163-CEF3-065BF610AD57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385" name="WordArt 68">
                <a:extLst>
                  <a:ext uri="{FF2B5EF4-FFF2-40B4-BE49-F238E27FC236}">
                    <a16:creationId xmlns:a16="http://schemas.microsoft.com/office/drawing/2014/main" id="{1E9732F4-4DFB-CF13-50BF-0253D60A52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4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core_1_2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976630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14418-17D8-9BD2-AC2F-D59CAEC87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BDDFB-00E9-34C9-41C0-5F68F921F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4: </a:t>
            </a:r>
            <a:r>
              <a:rPr lang="en-GB" dirty="0" err="1"/>
              <a:t>analyzing</a:t>
            </a:r>
            <a:r>
              <a:rPr lang="en-GB" dirty="0"/>
              <a:t> end-to-end traffic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FF61C38A-7617-2E57-C65C-69EB8F0AF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sz="2800" dirty="0"/>
              <a:t>to test the ECMP load-balancing, we send UDP packets and observe how they are distributed among the available paths</a:t>
            </a:r>
          </a:p>
          <a:p>
            <a:r>
              <a:rPr lang="en-GB" sz="2800" dirty="0"/>
              <a:t>our source is 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server_1_1_2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our destination is</a:t>
            </a:r>
            <a:r>
              <a:rPr lang="en-GB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server_2_2_2</a:t>
            </a:r>
            <a:r>
              <a:rPr lang="en-GB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8E0E3-1F9C-2FBD-8CB9-D617CEDBA267}"/>
              </a:ext>
            </a:extLst>
          </p:cNvPr>
          <p:cNvSpPr txBox="1">
            <a:spLocks/>
          </p:cNvSpPr>
          <p:nvPr/>
        </p:nvSpPr>
        <p:spPr bwMode="auto">
          <a:xfrm>
            <a:off x="620208" y="3241240"/>
            <a:ext cx="5139044" cy="991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8" indent="-3429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69" indent="-28575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28" indent="-228606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66CC00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40" indent="-228606" algn="l" rtl="0" eaLnBrk="1" fontAlgn="base" hangingPunct="1">
              <a:spcBef>
                <a:spcPct val="200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4pPr>
            <a:lvl5pPr marL="2057452" indent="-228606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  <a:lvl6pPr marL="2514663" indent="-228606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6pPr>
            <a:lvl7pPr marL="2971874" indent="-228606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7pPr>
            <a:lvl8pPr marL="3429086" indent="-228606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8pPr>
            <a:lvl9pPr marL="3886297" indent="-228606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GB" sz="2800" kern="0" dirty="0"/>
              <a:t>we start two sniffers in the </a:t>
            </a:r>
            <a:br>
              <a:rPr lang="en-GB" sz="2800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2800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downward path</a:t>
            </a:r>
            <a:endParaRPr lang="en-GB" sz="2800" kern="0" dirty="0"/>
          </a:p>
        </p:txBody>
      </p:sp>
      <p:grpSp>
        <p:nvGrpSpPr>
          <p:cNvPr id="463" name="Group 462">
            <a:extLst>
              <a:ext uri="{FF2B5EF4-FFF2-40B4-BE49-F238E27FC236}">
                <a16:creationId xmlns:a16="http://schemas.microsoft.com/office/drawing/2014/main" id="{51FC7F88-176C-4B27-B861-7C0A1B305DA3}"/>
              </a:ext>
            </a:extLst>
          </p:cNvPr>
          <p:cNvGrpSpPr/>
          <p:nvPr/>
        </p:nvGrpSpPr>
        <p:grpSpPr>
          <a:xfrm>
            <a:off x="3358435" y="2798886"/>
            <a:ext cx="9033760" cy="4095484"/>
            <a:chOff x="3167935" y="2762516"/>
            <a:chExt cx="9033760" cy="4095484"/>
          </a:xfrm>
        </p:grpSpPr>
        <p:sp>
          <p:nvSpPr>
            <p:cNvPr id="764" name="AutoShape 118">
              <a:extLst>
                <a:ext uri="{FF2B5EF4-FFF2-40B4-BE49-F238E27FC236}">
                  <a16:creationId xmlns:a16="http://schemas.microsoft.com/office/drawing/2014/main" id="{A17C42E4-6D1C-8ED7-F92E-F1285629BB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057" y="2762516"/>
              <a:ext cx="2361904" cy="556629"/>
            </a:xfrm>
            <a:prstGeom prst="roundRect">
              <a:avLst>
                <a:gd name="adj" fmla="val 31509"/>
              </a:avLst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/>
            </a:p>
          </p:txBody>
        </p:sp>
        <p:sp>
          <p:nvSpPr>
            <p:cNvPr id="765" name="AutoShape 8">
              <a:extLst>
                <a:ext uri="{FF2B5EF4-FFF2-40B4-BE49-F238E27FC236}">
                  <a16:creationId xmlns:a16="http://schemas.microsoft.com/office/drawing/2014/main" id="{7478855C-A146-7DF6-C374-705D21C3ED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16347" y="5050083"/>
              <a:ext cx="1132641" cy="556629"/>
            </a:xfrm>
            <a:prstGeom prst="roundRect">
              <a:avLst>
                <a:gd name="adj" fmla="val 31509"/>
              </a:avLst>
            </a:prstGeom>
            <a:solidFill>
              <a:srgbClr val="000066">
                <a:alpha val="25000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/>
            </a:p>
          </p:txBody>
        </p:sp>
        <p:sp>
          <p:nvSpPr>
            <p:cNvPr id="766" name="AutoShape 9">
              <a:extLst>
                <a:ext uri="{FF2B5EF4-FFF2-40B4-BE49-F238E27FC236}">
                  <a16:creationId xmlns:a16="http://schemas.microsoft.com/office/drawing/2014/main" id="{871DDFF3-C24D-0955-E58C-98F8541E2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5154" y="5050165"/>
              <a:ext cx="1049648" cy="556629"/>
            </a:xfrm>
            <a:prstGeom prst="roundRect">
              <a:avLst>
                <a:gd name="adj" fmla="val 31509"/>
              </a:avLst>
            </a:prstGeom>
            <a:solidFill>
              <a:srgbClr val="000066">
                <a:alpha val="50000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/>
            </a:p>
          </p:txBody>
        </p:sp>
        <p:sp>
          <p:nvSpPr>
            <p:cNvPr id="767" name="AutoShape 10">
              <a:extLst>
                <a:ext uri="{FF2B5EF4-FFF2-40B4-BE49-F238E27FC236}">
                  <a16:creationId xmlns:a16="http://schemas.microsoft.com/office/drawing/2014/main" id="{2026511E-F34D-701E-237F-ED74BE6BFC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9639" y="5056995"/>
              <a:ext cx="1095029" cy="556629"/>
            </a:xfrm>
            <a:prstGeom prst="roundRect">
              <a:avLst>
                <a:gd name="adj" fmla="val 31509"/>
              </a:avLst>
            </a:prstGeom>
            <a:solidFill>
              <a:srgbClr val="006600">
                <a:alpha val="25000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/>
            </a:p>
          </p:txBody>
        </p:sp>
        <p:sp>
          <p:nvSpPr>
            <p:cNvPr id="768" name="AutoShape 11">
              <a:extLst>
                <a:ext uri="{FF2B5EF4-FFF2-40B4-BE49-F238E27FC236}">
                  <a16:creationId xmlns:a16="http://schemas.microsoft.com/office/drawing/2014/main" id="{25E8CE13-B68B-DEFE-F926-9F362C9E59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5114" y="5056995"/>
              <a:ext cx="1099882" cy="556629"/>
            </a:xfrm>
            <a:prstGeom prst="roundRect">
              <a:avLst>
                <a:gd name="adj" fmla="val 31509"/>
              </a:avLst>
            </a:prstGeom>
            <a:solidFill>
              <a:srgbClr val="006600">
                <a:alpha val="50000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/>
            </a:p>
          </p:txBody>
        </p:sp>
        <p:sp>
          <p:nvSpPr>
            <p:cNvPr id="769" name="AutoShape 14">
              <a:extLst>
                <a:ext uri="{FF2B5EF4-FFF2-40B4-BE49-F238E27FC236}">
                  <a16:creationId xmlns:a16="http://schemas.microsoft.com/office/drawing/2014/main" id="{C8476DA4-84FC-4372-DCC4-C21BFFB7D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5535" y="4129844"/>
              <a:ext cx="2401962" cy="556629"/>
            </a:xfrm>
            <a:prstGeom prst="roundRect">
              <a:avLst>
                <a:gd name="adj" fmla="val 31509"/>
              </a:avLst>
            </a:prstGeom>
            <a:solidFill>
              <a:srgbClr val="CCFF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/>
            </a:p>
          </p:txBody>
        </p:sp>
        <p:sp>
          <p:nvSpPr>
            <p:cNvPr id="770" name="AutoShape 15">
              <a:extLst>
                <a:ext uri="{FF2B5EF4-FFF2-40B4-BE49-F238E27FC236}">
                  <a16:creationId xmlns:a16="http://schemas.microsoft.com/office/drawing/2014/main" id="{7B0C8E11-0266-7AC0-46AC-B9A25D4A6C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5498" y="4099517"/>
              <a:ext cx="2341654" cy="556629"/>
            </a:xfrm>
            <a:prstGeom prst="roundRect">
              <a:avLst>
                <a:gd name="adj" fmla="val 31509"/>
              </a:avLst>
            </a:prstGeom>
            <a:solidFill>
              <a:srgbClr val="CCFF99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GB"/>
            </a:p>
          </p:txBody>
        </p:sp>
        <p:cxnSp>
          <p:nvCxnSpPr>
            <p:cNvPr id="771" name="AutoShape 30">
              <a:extLst>
                <a:ext uri="{FF2B5EF4-FFF2-40B4-BE49-F238E27FC236}">
                  <a16:creationId xmlns:a16="http://schemas.microsoft.com/office/drawing/2014/main" id="{9081C633-3373-7353-8526-AB9DE68F0A80}"/>
                </a:ext>
              </a:extLst>
            </p:cNvPr>
            <p:cNvCxnSpPr>
              <a:cxnSpLocks noChangeShapeType="1"/>
              <a:stCxn id="916" idx="3"/>
            </p:cNvCxnSpPr>
            <p:nvPr/>
          </p:nvCxnSpPr>
          <p:spPr bwMode="auto">
            <a:xfrm>
              <a:off x="6727252" y="3222566"/>
              <a:ext cx="2585040" cy="981595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2" name="AutoShape 32">
              <a:extLst>
                <a:ext uri="{FF2B5EF4-FFF2-40B4-BE49-F238E27FC236}">
                  <a16:creationId xmlns:a16="http://schemas.microsoft.com/office/drawing/2014/main" id="{F72FA7FB-BD8C-3E93-02F0-CDD799469F93}"/>
                </a:ext>
              </a:extLst>
            </p:cNvPr>
            <p:cNvCxnSpPr>
              <a:cxnSpLocks noChangeShapeType="1"/>
              <a:stCxn id="916" idx="3"/>
            </p:cNvCxnSpPr>
            <p:nvPr/>
          </p:nvCxnSpPr>
          <p:spPr bwMode="auto">
            <a:xfrm flipH="1">
              <a:off x="6024271" y="3222566"/>
              <a:ext cx="702981" cy="994174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3" name="AutoShape 33">
              <a:extLst>
                <a:ext uri="{FF2B5EF4-FFF2-40B4-BE49-F238E27FC236}">
                  <a16:creationId xmlns:a16="http://schemas.microsoft.com/office/drawing/2014/main" id="{C65A0552-D10F-413C-75E5-5C817F039958}"/>
                </a:ext>
              </a:extLst>
            </p:cNvPr>
            <p:cNvCxnSpPr>
              <a:cxnSpLocks noChangeShapeType="1"/>
              <a:stCxn id="916" idx="3"/>
            </p:cNvCxnSpPr>
            <p:nvPr/>
          </p:nvCxnSpPr>
          <p:spPr bwMode="auto">
            <a:xfrm>
              <a:off x="6727252" y="3222566"/>
              <a:ext cx="4047050" cy="981595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4" name="AutoShape 40">
              <a:extLst>
                <a:ext uri="{FF2B5EF4-FFF2-40B4-BE49-F238E27FC236}">
                  <a16:creationId xmlns:a16="http://schemas.microsoft.com/office/drawing/2014/main" id="{7F43505A-83AF-3194-AE42-5B3398C52658}"/>
                </a:ext>
              </a:extLst>
            </p:cNvPr>
            <p:cNvCxnSpPr>
              <a:cxnSpLocks noChangeShapeType="1"/>
              <a:stCxn id="916" idx="3"/>
            </p:cNvCxnSpPr>
            <p:nvPr/>
          </p:nvCxnSpPr>
          <p:spPr bwMode="auto">
            <a:xfrm flipH="1">
              <a:off x="4606344" y="3222566"/>
              <a:ext cx="2120907" cy="980833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5" name="AutoShape 51">
              <a:extLst>
                <a:ext uri="{FF2B5EF4-FFF2-40B4-BE49-F238E27FC236}">
                  <a16:creationId xmlns:a16="http://schemas.microsoft.com/office/drawing/2014/main" id="{C9BDBD25-943C-FE39-CDE4-1E8965F7A47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4606344" y="4588747"/>
              <a:ext cx="1425043" cy="561101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6" name="AutoShape 52">
              <a:extLst>
                <a:ext uri="{FF2B5EF4-FFF2-40B4-BE49-F238E27FC236}">
                  <a16:creationId xmlns:a16="http://schemas.microsoft.com/office/drawing/2014/main" id="{C5FB1046-CA80-8A8E-1488-035296DD2D0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6024271" y="4602088"/>
              <a:ext cx="7116" cy="547761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7" name="AutoShape 53">
              <a:extLst>
                <a:ext uri="{FF2B5EF4-FFF2-40B4-BE49-F238E27FC236}">
                  <a16:creationId xmlns:a16="http://schemas.microsoft.com/office/drawing/2014/main" id="{F26ECF95-55A6-E450-75AC-E7BD5C8D137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4606344" y="4588747"/>
              <a:ext cx="1613" cy="567293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8" name="AutoShape 54">
              <a:extLst>
                <a:ext uri="{FF2B5EF4-FFF2-40B4-BE49-F238E27FC236}">
                  <a16:creationId xmlns:a16="http://schemas.microsoft.com/office/drawing/2014/main" id="{233261A1-6F1B-92E2-0427-866F6BF0864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607957" y="4602088"/>
              <a:ext cx="1416314" cy="553952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9" name="AutoShape 55">
              <a:extLst>
                <a:ext uri="{FF2B5EF4-FFF2-40B4-BE49-F238E27FC236}">
                  <a16:creationId xmlns:a16="http://schemas.microsoft.com/office/drawing/2014/main" id="{FD055AC3-8884-A8CA-D108-3F7D40593BD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9312292" y="4589510"/>
              <a:ext cx="1469752" cy="546212"/>
            </a:xfrm>
            <a:prstGeom prst="straightConnector1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80" name="AutoShape 56">
              <a:extLst>
                <a:ext uri="{FF2B5EF4-FFF2-40B4-BE49-F238E27FC236}">
                  <a16:creationId xmlns:a16="http://schemas.microsoft.com/office/drawing/2014/main" id="{6282C424-4A92-3532-79A2-2D99EB1E2E0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0774302" y="4589510"/>
              <a:ext cx="7742" cy="546212"/>
            </a:xfrm>
            <a:prstGeom prst="straightConnector1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81" name="AutoShape 57">
              <a:extLst>
                <a:ext uri="{FF2B5EF4-FFF2-40B4-BE49-F238E27FC236}">
                  <a16:creationId xmlns:a16="http://schemas.microsoft.com/office/drawing/2014/main" id="{7998629E-8ECA-779E-A496-260E53EC972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9312292" y="4589510"/>
              <a:ext cx="4193" cy="553509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82" name="AutoShape 58">
              <a:extLst>
                <a:ext uri="{FF2B5EF4-FFF2-40B4-BE49-F238E27FC236}">
                  <a16:creationId xmlns:a16="http://schemas.microsoft.com/office/drawing/2014/main" id="{1315567D-2223-945C-2C6F-CD2DB515862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316485" y="4589510"/>
              <a:ext cx="1457817" cy="553509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83" name="Line 71">
              <a:extLst>
                <a:ext uri="{FF2B5EF4-FFF2-40B4-BE49-F238E27FC236}">
                  <a16:creationId xmlns:a16="http://schemas.microsoft.com/office/drawing/2014/main" id="{8D1C4CF2-BBDD-3492-4E55-59F5F40E52E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4448194" y="5655817"/>
              <a:ext cx="512749" cy="28726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/>
            </a:p>
          </p:txBody>
        </p:sp>
        <p:sp>
          <p:nvSpPr>
            <p:cNvPr id="784" name="Line 72">
              <a:extLst>
                <a:ext uri="{FF2B5EF4-FFF2-40B4-BE49-F238E27FC236}">
                  <a16:creationId xmlns:a16="http://schemas.microsoft.com/office/drawing/2014/main" id="{D1715DDC-A89A-39A1-3E49-783BF318B57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3989337" y="5475808"/>
              <a:ext cx="497663" cy="64553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/>
            </a:p>
          </p:txBody>
        </p:sp>
        <p:cxnSp>
          <p:nvCxnSpPr>
            <p:cNvPr id="785" name="AutoShape 93">
              <a:extLst>
                <a:ext uri="{FF2B5EF4-FFF2-40B4-BE49-F238E27FC236}">
                  <a16:creationId xmlns:a16="http://schemas.microsoft.com/office/drawing/2014/main" id="{3B1887F9-1578-7849-B1D9-045150FA1EB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157421" y="3238594"/>
              <a:ext cx="1154871" cy="965567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86" name="AutoShape 94">
              <a:extLst>
                <a:ext uri="{FF2B5EF4-FFF2-40B4-BE49-F238E27FC236}">
                  <a16:creationId xmlns:a16="http://schemas.microsoft.com/office/drawing/2014/main" id="{8C01A140-50E5-C3DD-982C-A7945B8D6A3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024271" y="3238594"/>
              <a:ext cx="2133150" cy="978146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87" name="AutoShape 95">
              <a:extLst>
                <a:ext uri="{FF2B5EF4-FFF2-40B4-BE49-F238E27FC236}">
                  <a16:creationId xmlns:a16="http://schemas.microsoft.com/office/drawing/2014/main" id="{21F7D6A4-427A-8716-1640-435C085B77C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157421" y="3238594"/>
              <a:ext cx="2616881" cy="965567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88" name="AutoShape 102">
              <a:extLst>
                <a:ext uri="{FF2B5EF4-FFF2-40B4-BE49-F238E27FC236}">
                  <a16:creationId xmlns:a16="http://schemas.microsoft.com/office/drawing/2014/main" id="{85F417B3-AC37-7232-9346-DF4C01DD7E5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606344" y="3238594"/>
              <a:ext cx="3551076" cy="964805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89" name="Rectangle: Rounded Corners 44">
              <a:extLst>
                <a:ext uri="{FF2B5EF4-FFF2-40B4-BE49-F238E27FC236}">
                  <a16:creationId xmlns:a16="http://schemas.microsoft.com/office/drawing/2014/main" id="{38CB1115-124C-C810-E6A6-760625E6BD29}"/>
                </a:ext>
              </a:extLst>
            </p:cNvPr>
            <p:cNvSpPr/>
            <p:nvPr/>
          </p:nvSpPr>
          <p:spPr>
            <a:xfrm>
              <a:off x="4062788" y="4074803"/>
              <a:ext cx="2520519" cy="1622345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  <a:prstDash val="sysDot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0" name="Rectangle: Rounded Corners 45">
              <a:extLst>
                <a:ext uri="{FF2B5EF4-FFF2-40B4-BE49-F238E27FC236}">
                  <a16:creationId xmlns:a16="http://schemas.microsoft.com/office/drawing/2014/main" id="{2FE051AA-EB88-F6B1-8B92-423CED96128A}"/>
                </a:ext>
              </a:extLst>
            </p:cNvPr>
            <p:cNvSpPr/>
            <p:nvPr/>
          </p:nvSpPr>
          <p:spPr>
            <a:xfrm>
              <a:off x="8753846" y="4072977"/>
              <a:ext cx="2566125" cy="1622345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  <a:prstDash val="sysDot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792" name="Group 791">
              <a:extLst>
                <a:ext uri="{FF2B5EF4-FFF2-40B4-BE49-F238E27FC236}">
                  <a16:creationId xmlns:a16="http://schemas.microsoft.com/office/drawing/2014/main" id="{4CCBF439-E368-2EC2-D7D8-E56C6F56AB4C}"/>
                </a:ext>
              </a:extLst>
            </p:cNvPr>
            <p:cNvGrpSpPr/>
            <p:nvPr/>
          </p:nvGrpSpPr>
          <p:grpSpPr>
            <a:xfrm>
              <a:off x="4269555" y="4203399"/>
              <a:ext cx="673579" cy="385348"/>
              <a:chOff x="967835" y="2541918"/>
              <a:chExt cx="1426054" cy="463051"/>
            </a:xfrm>
          </p:grpSpPr>
          <p:grpSp>
            <p:nvGrpSpPr>
              <p:cNvPr id="1032" name="Group 93">
                <a:extLst>
                  <a:ext uri="{FF2B5EF4-FFF2-40B4-BE49-F238E27FC236}">
                    <a16:creationId xmlns:a16="http://schemas.microsoft.com/office/drawing/2014/main" id="{24657FBE-6535-D021-1192-2F4D0FB17E0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1034" name="Group 94">
                  <a:extLst>
                    <a:ext uri="{FF2B5EF4-FFF2-40B4-BE49-F238E27FC236}">
                      <a16:creationId xmlns:a16="http://schemas.microsoft.com/office/drawing/2014/main" id="{7971FEAD-51C5-CF72-DB6C-F78E95B65CD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1036" name="AutoShape 95">
                    <a:extLst>
                      <a:ext uri="{FF2B5EF4-FFF2-40B4-BE49-F238E27FC236}">
                        <a16:creationId xmlns:a16="http://schemas.microsoft.com/office/drawing/2014/main" id="{DD675BE7-DAAD-67DB-ED06-463882C50572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8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1037" name="Group 96">
                    <a:extLst>
                      <a:ext uri="{FF2B5EF4-FFF2-40B4-BE49-F238E27FC236}">
                        <a16:creationId xmlns:a16="http://schemas.microsoft.com/office/drawing/2014/main" id="{449E4C12-08CF-6E58-3B0E-887B5069C53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1038" name="Group 97">
                      <a:extLst>
                        <a:ext uri="{FF2B5EF4-FFF2-40B4-BE49-F238E27FC236}">
                          <a16:creationId xmlns:a16="http://schemas.microsoft.com/office/drawing/2014/main" id="{F31B865F-4F16-2FD1-AF8D-ED929CD2C124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1048" name="Freeform 98">
                        <a:extLst>
                          <a:ext uri="{FF2B5EF4-FFF2-40B4-BE49-F238E27FC236}">
                            <a16:creationId xmlns:a16="http://schemas.microsoft.com/office/drawing/2014/main" id="{28D90060-9206-B6CA-1CA1-57CCF0D9079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49" name="Freeform 99">
                        <a:extLst>
                          <a:ext uri="{FF2B5EF4-FFF2-40B4-BE49-F238E27FC236}">
                            <a16:creationId xmlns:a16="http://schemas.microsoft.com/office/drawing/2014/main" id="{EECCD6DD-A841-7FBE-1690-E7D2B31317E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50" name="Freeform 100">
                        <a:extLst>
                          <a:ext uri="{FF2B5EF4-FFF2-40B4-BE49-F238E27FC236}">
                            <a16:creationId xmlns:a16="http://schemas.microsoft.com/office/drawing/2014/main" id="{5295CB84-1972-D822-3EFA-9E473911C00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51" name="Freeform 101">
                        <a:extLst>
                          <a:ext uri="{FF2B5EF4-FFF2-40B4-BE49-F238E27FC236}">
                            <a16:creationId xmlns:a16="http://schemas.microsoft.com/office/drawing/2014/main" id="{4EA8FDC9-24BD-A558-0D8D-0A971AC0BF4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52" name="Freeform 102">
                        <a:extLst>
                          <a:ext uri="{FF2B5EF4-FFF2-40B4-BE49-F238E27FC236}">
                            <a16:creationId xmlns:a16="http://schemas.microsoft.com/office/drawing/2014/main" id="{BB100EB8-F9C7-2FE1-99D0-1D9BD6FE9FB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53" name="Freeform 103">
                        <a:extLst>
                          <a:ext uri="{FF2B5EF4-FFF2-40B4-BE49-F238E27FC236}">
                            <a16:creationId xmlns:a16="http://schemas.microsoft.com/office/drawing/2014/main" id="{95144163-7C75-CE9E-FE62-D99819DFFF9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54" name="Freeform 104">
                        <a:extLst>
                          <a:ext uri="{FF2B5EF4-FFF2-40B4-BE49-F238E27FC236}">
                            <a16:creationId xmlns:a16="http://schemas.microsoft.com/office/drawing/2014/main" id="{01F81C6F-377D-11AE-AE50-3F956150DD7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55" name="Freeform 105">
                        <a:extLst>
                          <a:ext uri="{FF2B5EF4-FFF2-40B4-BE49-F238E27FC236}">
                            <a16:creationId xmlns:a16="http://schemas.microsoft.com/office/drawing/2014/main" id="{8D77962F-C3E5-553F-51A5-5C67B88DDD0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  <p:grpSp>
                  <p:nvGrpSpPr>
                    <p:cNvPr id="1039" name="Group 106">
                      <a:extLst>
                        <a:ext uri="{FF2B5EF4-FFF2-40B4-BE49-F238E27FC236}">
                          <a16:creationId xmlns:a16="http://schemas.microsoft.com/office/drawing/2014/main" id="{7F2FF504-F980-7095-988A-62B43E8C811C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1040" name="Freeform 107">
                        <a:extLst>
                          <a:ext uri="{FF2B5EF4-FFF2-40B4-BE49-F238E27FC236}">
                            <a16:creationId xmlns:a16="http://schemas.microsoft.com/office/drawing/2014/main" id="{6708C133-5E04-B3CF-7C97-19929C5F552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41" name="Freeform 108">
                        <a:extLst>
                          <a:ext uri="{FF2B5EF4-FFF2-40B4-BE49-F238E27FC236}">
                            <a16:creationId xmlns:a16="http://schemas.microsoft.com/office/drawing/2014/main" id="{FCD52BFF-3343-CDD7-A0AA-02FD79BFB75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42" name="Freeform 109">
                        <a:extLst>
                          <a:ext uri="{FF2B5EF4-FFF2-40B4-BE49-F238E27FC236}">
                            <a16:creationId xmlns:a16="http://schemas.microsoft.com/office/drawing/2014/main" id="{043B5964-ACF5-D540-54EF-C779FFDB474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43" name="Freeform 110">
                        <a:extLst>
                          <a:ext uri="{FF2B5EF4-FFF2-40B4-BE49-F238E27FC236}">
                            <a16:creationId xmlns:a16="http://schemas.microsoft.com/office/drawing/2014/main" id="{CF84B07A-443D-4BC9-927B-3BCC620167B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44" name="Freeform 111">
                        <a:extLst>
                          <a:ext uri="{FF2B5EF4-FFF2-40B4-BE49-F238E27FC236}">
                            <a16:creationId xmlns:a16="http://schemas.microsoft.com/office/drawing/2014/main" id="{F6DE2D89-5FF1-CE51-D993-D8260327C8A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45" name="Freeform 112">
                        <a:extLst>
                          <a:ext uri="{FF2B5EF4-FFF2-40B4-BE49-F238E27FC236}">
                            <a16:creationId xmlns:a16="http://schemas.microsoft.com/office/drawing/2014/main" id="{4B836C5E-4857-2329-694F-5CA28863CD2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46" name="Freeform 113">
                        <a:extLst>
                          <a:ext uri="{FF2B5EF4-FFF2-40B4-BE49-F238E27FC236}">
                            <a16:creationId xmlns:a16="http://schemas.microsoft.com/office/drawing/2014/main" id="{F24FB7B1-F999-C69B-57B2-CF3AC1F3E2A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47" name="Freeform 114">
                        <a:extLst>
                          <a:ext uri="{FF2B5EF4-FFF2-40B4-BE49-F238E27FC236}">
                            <a16:creationId xmlns:a16="http://schemas.microsoft.com/office/drawing/2014/main" id="{4A35520D-8AE7-B63F-E2C8-8565E4F367C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</p:grpSp>
            </p:grpSp>
            <p:sp>
              <p:nvSpPr>
                <p:cNvPr id="1035" name="WordArt 115">
                  <a:extLst>
                    <a:ext uri="{FF2B5EF4-FFF2-40B4-BE49-F238E27FC236}">
                      <a16:creationId xmlns:a16="http://schemas.microsoft.com/office/drawing/2014/main" id="{6E1DDFB8-A04C-C019-772E-8800EC83388A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033" name="WordArt 68">
                <a:extLst>
                  <a:ext uri="{FF2B5EF4-FFF2-40B4-BE49-F238E27FC236}">
                    <a16:creationId xmlns:a16="http://schemas.microsoft.com/office/drawing/2014/main" id="{12EC6159-CAAB-905C-DF38-ECBA7877E5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4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spine_1_1</a:t>
                </a:r>
              </a:p>
            </p:txBody>
          </p:sp>
        </p:grpSp>
        <p:grpSp>
          <p:nvGrpSpPr>
            <p:cNvPr id="793" name="Group 792">
              <a:extLst>
                <a:ext uri="{FF2B5EF4-FFF2-40B4-BE49-F238E27FC236}">
                  <a16:creationId xmlns:a16="http://schemas.microsoft.com/office/drawing/2014/main" id="{684FD02D-C7EC-8B30-9281-E8D72F450EEC}"/>
                </a:ext>
              </a:extLst>
            </p:cNvPr>
            <p:cNvGrpSpPr/>
            <p:nvPr/>
          </p:nvGrpSpPr>
          <p:grpSpPr>
            <a:xfrm>
              <a:off x="4271168" y="5156040"/>
              <a:ext cx="673579" cy="385348"/>
              <a:chOff x="967835" y="2541918"/>
              <a:chExt cx="1426054" cy="463051"/>
            </a:xfrm>
          </p:grpSpPr>
          <p:grpSp>
            <p:nvGrpSpPr>
              <p:cNvPr id="1008" name="Group 93">
                <a:extLst>
                  <a:ext uri="{FF2B5EF4-FFF2-40B4-BE49-F238E27FC236}">
                    <a16:creationId xmlns:a16="http://schemas.microsoft.com/office/drawing/2014/main" id="{FB27DE7C-4C4B-CE04-0620-C01D4FCE621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1010" name="Group 94">
                  <a:extLst>
                    <a:ext uri="{FF2B5EF4-FFF2-40B4-BE49-F238E27FC236}">
                      <a16:creationId xmlns:a16="http://schemas.microsoft.com/office/drawing/2014/main" id="{6C2B6C56-FEDB-C435-E90A-7DE51E3E53A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1012" name="AutoShape 95">
                    <a:extLst>
                      <a:ext uri="{FF2B5EF4-FFF2-40B4-BE49-F238E27FC236}">
                        <a16:creationId xmlns:a16="http://schemas.microsoft.com/office/drawing/2014/main" id="{72FA8206-6545-07C2-3A02-F380D237D765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8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1013" name="Group 96">
                    <a:extLst>
                      <a:ext uri="{FF2B5EF4-FFF2-40B4-BE49-F238E27FC236}">
                        <a16:creationId xmlns:a16="http://schemas.microsoft.com/office/drawing/2014/main" id="{F10584F9-9025-4E74-DF6E-B94B61E95C88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1014" name="Group 97">
                      <a:extLst>
                        <a:ext uri="{FF2B5EF4-FFF2-40B4-BE49-F238E27FC236}">
                          <a16:creationId xmlns:a16="http://schemas.microsoft.com/office/drawing/2014/main" id="{9A88FBE2-539A-D01B-5144-745010792D4B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1024" name="Freeform 98">
                        <a:extLst>
                          <a:ext uri="{FF2B5EF4-FFF2-40B4-BE49-F238E27FC236}">
                            <a16:creationId xmlns:a16="http://schemas.microsoft.com/office/drawing/2014/main" id="{71679C53-5AC5-4242-66DC-0580D5705A3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25" name="Freeform 99">
                        <a:extLst>
                          <a:ext uri="{FF2B5EF4-FFF2-40B4-BE49-F238E27FC236}">
                            <a16:creationId xmlns:a16="http://schemas.microsoft.com/office/drawing/2014/main" id="{65679C0D-F52C-447D-4419-8C87EF6485F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26" name="Freeform 100">
                        <a:extLst>
                          <a:ext uri="{FF2B5EF4-FFF2-40B4-BE49-F238E27FC236}">
                            <a16:creationId xmlns:a16="http://schemas.microsoft.com/office/drawing/2014/main" id="{529CF0AD-5923-B193-4E1E-9B0A95F1403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27" name="Freeform 101">
                        <a:extLst>
                          <a:ext uri="{FF2B5EF4-FFF2-40B4-BE49-F238E27FC236}">
                            <a16:creationId xmlns:a16="http://schemas.microsoft.com/office/drawing/2014/main" id="{D25EB47F-0304-CFD7-614F-81C82E161FE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28" name="Freeform 102">
                        <a:extLst>
                          <a:ext uri="{FF2B5EF4-FFF2-40B4-BE49-F238E27FC236}">
                            <a16:creationId xmlns:a16="http://schemas.microsoft.com/office/drawing/2014/main" id="{540DDB01-2283-27C8-E631-721814C7FD2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29" name="Freeform 103">
                        <a:extLst>
                          <a:ext uri="{FF2B5EF4-FFF2-40B4-BE49-F238E27FC236}">
                            <a16:creationId xmlns:a16="http://schemas.microsoft.com/office/drawing/2014/main" id="{4A624CF5-9D24-9C4F-A6AF-AF9997B5B3E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30" name="Freeform 104">
                        <a:extLst>
                          <a:ext uri="{FF2B5EF4-FFF2-40B4-BE49-F238E27FC236}">
                            <a16:creationId xmlns:a16="http://schemas.microsoft.com/office/drawing/2014/main" id="{386B7BC8-FE89-BE2E-27EC-D276A6441F9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31" name="Freeform 105">
                        <a:extLst>
                          <a:ext uri="{FF2B5EF4-FFF2-40B4-BE49-F238E27FC236}">
                            <a16:creationId xmlns:a16="http://schemas.microsoft.com/office/drawing/2014/main" id="{3D32711F-FE57-C5DB-4F92-F6E1A851DFF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  <p:grpSp>
                  <p:nvGrpSpPr>
                    <p:cNvPr id="1015" name="Group 106">
                      <a:extLst>
                        <a:ext uri="{FF2B5EF4-FFF2-40B4-BE49-F238E27FC236}">
                          <a16:creationId xmlns:a16="http://schemas.microsoft.com/office/drawing/2014/main" id="{7001473E-4421-46AC-7020-CF98E04D1E40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1016" name="Freeform 107">
                        <a:extLst>
                          <a:ext uri="{FF2B5EF4-FFF2-40B4-BE49-F238E27FC236}">
                            <a16:creationId xmlns:a16="http://schemas.microsoft.com/office/drawing/2014/main" id="{54AB497E-5F49-4828-7A3B-9FF821CB516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17" name="Freeform 108">
                        <a:extLst>
                          <a:ext uri="{FF2B5EF4-FFF2-40B4-BE49-F238E27FC236}">
                            <a16:creationId xmlns:a16="http://schemas.microsoft.com/office/drawing/2014/main" id="{3062652D-8F61-F276-833C-A638B9E72E6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18" name="Freeform 109">
                        <a:extLst>
                          <a:ext uri="{FF2B5EF4-FFF2-40B4-BE49-F238E27FC236}">
                            <a16:creationId xmlns:a16="http://schemas.microsoft.com/office/drawing/2014/main" id="{8441855C-912F-6E76-86AA-E3348A4B9A4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19" name="Freeform 110">
                        <a:extLst>
                          <a:ext uri="{FF2B5EF4-FFF2-40B4-BE49-F238E27FC236}">
                            <a16:creationId xmlns:a16="http://schemas.microsoft.com/office/drawing/2014/main" id="{2B0306ED-7797-0380-6F2F-BAAA3D096DD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20" name="Freeform 111">
                        <a:extLst>
                          <a:ext uri="{FF2B5EF4-FFF2-40B4-BE49-F238E27FC236}">
                            <a16:creationId xmlns:a16="http://schemas.microsoft.com/office/drawing/2014/main" id="{7C432FF9-CC92-A854-393F-F94F64925B7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21" name="Freeform 112">
                        <a:extLst>
                          <a:ext uri="{FF2B5EF4-FFF2-40B4-BE49-F238E27FC236}">
                            <a16:creationId xmlns:a16="http://schemas.microsoft.com/office/drawing/2014/main" id="{694C2B75-7CCB-0AC2-6601-E4F02B98E22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22" name="Freeform 113">
                        <a:extLst>
                          <a:ext uri="{FF2B5EF4-FFF2-40B4-BE49-F238E27FC236}">
                            <a16:creationId xmlns:a16="http://schemas.microsoft.com/office/drawing/2014/main" id="{560937F4-3FFC-8FAC-558D-7C4FC039519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23" name="Freeform 114">
                        <a:extLst>
                          <a:ext uri="{FF2B5EF4-FFF2-40B4-BE49-F238E27FC236}">
                            <a16:creationId xmlns:a16="http://schemas.microsoft.com/office/drawing/2014/main" id="{E11BA19C-D20C-DC02-FC13-16206BBC7EF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</p:grpSp>
            </p:grpSp>
            <p:sp>
              <p:nvSpPr>
                <p:cNvPr id="1011" name="WordArt 115">
                  <a:extLst>
                    <a:ext uri="{FF2B5EF4-FFF2-40B4-BE49-F238E27FC236}">
                      <a16:creationId xmlns:a16="http://schemas.microsoft.com/office/drawing/2014/main" id="{C4AA7C66-BE19-E220-248A-910EC0AE9281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009" name="WordArt 68">
                <a:extLst>
                  <a:ext uri="{FF2B5EF4-FFF2-40B4-BE49-F238E27FC236}">
                    <a16:creationId xmlns:a16="http://schemas.microsoft.com/office/drawing/2014/main" id="{7794AD35-8434-E417-4CEE-77FF6874EE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4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leaf_1_1</a:t>
                </a:r>
              </a:p>
            </p:txBody>
          </p:sp>
        </p:grpSp>
        <p:grpSp>
          <p:nvGrpSpPr>
            <p:cNvPr id="794" name="Group 793">
              <a:extLst>
                <a:ext uri="{FF2B5EF4-FFF2-40B4-BE49-F238E27FC236}">
                  <a16:creationId xmlns:a16="http://schemas.microsoft.com/office/drawing/2014/main" id="{6DCB4AD8-7BFE-2864-150D-733AAC438C0D}"/>
                </a:ext>
              </a:extLst>
            </p:cNvPr>
            <p:cNvGrpSpPr/>
            <p:nvPr/>
          </p:nvGrpSpPr>
          <p:grpSpPr>
            <a:xfrm>
              <a:off x="5694597" y="5149849"/>
              <a:ext cx="673579" cy="385348"/>
              <a:chOff x="967835" y="2541918"/>
              <a:chExt cx="1426054" cy="463051"/>
            </a:xfrm>
          </p:grpSpPr>
          <p:grpSp>
            <p:nvGrpSpPr>
              <p:cNvPr id="984" name="Group 93">
                <a:extLst>
                  <a:ext uri="{FF2B5EF4-FFF2-40B4-BE49-F238E27FC236}">
                    <a16:creationId xmlns:a16="http://schemas.microsoft.com/office/drawing/2014/main" id="{20856A89-49EB-AC5C-CC7A-BCE26554C9A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986" name="Group 94">
                  <a:extLst>
                    <a:ext uri="{FF2B5EF4-FFF2-40B4-BE49-F238E27FC236}">
                      <a16:creationId xmlns:a16="http://schemas.microsoft.com/office/drawing/2014/main" id="{97947350-5332-A8F2-12AC-F373D075DF8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988" name="AutoShape 95">
                    <a:extLst>
                      <a:ext uri="{FF2B5EF4-FFF2-40B4-BE49-F238E27FC236}">
                        <a16:creationId xmlns:a16="http://schemas.microsoft.com/office/drawing/2014/main" id="{FF0F0CD1-1CD9-D044-0A1B-6B73764418EF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8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989" name="Group 96">
                    <a:extLst>
                      <a:ext uri="{FF2B5EF4-FFF2-40B4-BE49-F238E27FC236}">
                        <a16:creationId xmlns:a16="http://schemas.microsoft.com/office/drawing/2014/main" id="{1255FFCF-03AD-4438-C3AA-7635E8A3476A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990" name="Group 97">
                      <a:extLst>
                        <a:ext uri="{FF2B5EF4-FFF2-40B4-BE49-F238E27FC236}">
                          <a16:creationId xmlns:a16="http://schemas.microsoft.com/office/drawing/2014/main" id="{7EAF97CE-9AD8-AAC2-9DA9-B6B1398E90CF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1000" name="Freeform 98">
                        <a:extLst>
                          <a:ext uri="{FF2B5EF4-FFF2-40B4-BE49-F238E27FC236}">
                            <a16:creationId xmlns:a16="http://schemas.microsoft.com/office/drawing/2014/main" id="{5555AB94-C325-79E5-A4F4-625A377DE4C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01" name="Freeform 99">
                        <a:extLst>
                          <a:ext uri="{FF2B5EF4-FFF2-40B4-BE49-F238E27FC236}">
                            <a16:creationId xmlns:a16="http://schemas.microsoft.com/office/drawing/2014/main" id="{8DA3E038-C001-70FD-E0C4-1BB11BED497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02" name="Freeform 100">
                        <a:extLst>
                          <a:ext uri="{FF2B5EF4-FFF2-40B4-BE49-F238E27FC236}">
                            <a16:creationId xmlns:a16="http://schemas.microsoft.com/office/drawing/2014/main" id="{C51A0CEE-15DC-9833-832F-1D1A5D3B55B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03" name="Freeform 101">
                        <a:extLst>
                          <a:ext uri="{FF2B5EF4-FFF2-40B4-BE49-F238E27FC236}">
                            <a16:creationId xmlns:a16="http://schemas.microsoft.com/office/drawing/2014/main" id="{824E9C6F-0A19-50DD-2C39-DD2AD4A7D28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04" name="Freeform 102">
                        <a:extLst>
                          <a:ext uri="{FF2B5EF4-FFF2-40B4-BE49-F238E27FC236}">
                            <a16:creationId xmlns:a16="http://schemas.microsoft.com/office/drawing/2014/main" id="{F0C3EF96-B4CA-B162-269A-946F1BD4B6B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05" name="Freeform 103">
                        <a:extLst>
                          <a:ext uri="{FF2B5EF4-FFF2-40B4-BE49-F238E27FC236}">
                            <a16:creationId xmlns:a16="http://schemas.microsoft.com/office/drawing/2014/main" id="{5E5089DF-F0E0-D941-E6F0-A4D7294A3EF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06" name="Freeform 104">
                        <a:extLst>
                          <a:ext uri="{FF2B5EF4-FFF2-40B4-BE49-F238E27FC236}">
                            <a16:creationId xmlns:a16="http://schemas.microsoft.com/office/drawing/2014/main" id="{8CD2ABD1-29CF-255A-F6B0-8B3325050A8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07" name="Freeform 105">
                        <a:extLst>
                          <a:ext uri="{FF2B5EF4-FFF2-40B4-BE49-F238E27FC236}">
                            <a16:creationId xmlns:a16="http://schemas.microsoft.com/office/drawing/2014/main" id="{88148C73-F252-0B0F-E97C-2503B2F0968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  <p:grpSp>
                  <p:nvGrpSpPr>
                    <p:cNvPr id="991" name="Group 106">
                      <a:extLst>
                        <a:ext uri="{FF2B5EF4-FFF2-40B4-BE49-F238E27FC236}">
                          <a16:creationId xmlns:a16="http://schemas.microsoft.com/office/drawing/2014/main" id="{68275F85-F836-F2AC-2721-A85BB6C7A43E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992" name="Freeform 107">
                        <a:extLst>
                          <a:ext uri="{FF2B5EF4-FFF2-40B4-BE49-F238E27FC236}">
                            <a16:creationId xmlns:a16="http://schemas.microsoft.com/office/drawing/2014/main" id="{EFAA420D-ABCB-1144-60D6-0DE8046FD19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93" name="Freeform 108">
                        <a:extLst>
                          <a:ext uri="{FF2B5EF4-FFF2-40B4-BE49-F238E27FC236}">
                            <a16:creationId xmlns:a16="http://schemas.microsoft.com/office/drawing/2014/main" id="{6D76C2EF-82E9-9ACB-2612-707810841C0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94" name="Freeform 109">
                        <a:extLst>
                          <a:ext uri="{FF2B5EF4-FFF2-40B4-BE49-F238E27FC236}">
                            <a16:creationId xmlns:a16="http://schemas.microsoft.com/office/drawing/2014/main" id="{693497F6-A886-401F-23E2-6499C3E3FC2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95" name="Freeform 110">
                        <a:extLst>
                          <a:ext uri="{FF2B5EF4-FFF2-40B4-BE49-F238E27FC236}">
                            <a16:creationId xmlns:a16="http://schemas.microsoft.com/office/drawing/2014/main" id="{4C573C56-5EF0-35A6-FD19-A28670A175A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96" name="Freeform 111">
                        <a:extLst>
                          <a:ext uri="{FF2B5EF4-FFF2-40B4-BE49-F238E27FC236}">
                            <a16:creationId xmlns:a16="http://schemas.microsoft.com/office/drawing/2014/main" id="{21E6FE5A-AB02-9269-D602-067C2AF9B4B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97" name="Freeform 112">
                        <a:extLst>
                          <a:ext uri="{FF2B5EF4-FFF2-40B4-BE49-F238E27FC236}">
                            <a16:creationId xmlns:a16="http://schemas.microsoft.com/office/drawing/2014/main" id="{400A54AA-678A-3B89-D1E7-9822F421DD8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98" name="Freeform 113">
                        <a:extLst>
                          <a:ext uri="{FF2B5EF4-FFF2-40B4-BE49-F238E27FC236}">
                            <a16:creationId xmlns:a16="http://schemas.microsoft.com/office/drawing/2014/main" id="{6E2B7352-53FB-99E0-FCE2-0164EA2F287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99" name="Freeform 114">
                        <a:extLst>
                          <a:ext uri="{FF2B5EF4-FFF2-40B4-BE49-F238E27FC236}">
                            <a16:creationId xmlns:a16="http://schemas.microsoft.com/office/drawing/2014/main" id="{75D6B115-351C-518C-9036-84A7B656341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</p:grpSp>
            </p:grpSp>
            <p:sp>
              <p:nvSpPr>
                <p:cNvPr id="987" name="WordArt 115">
                  <a:extLst>
                    <a:ext uri="{FF2B5EF4-FFF2-40B4-BE49-F238E27FC236}">
                      <a16:creationId xmlns:a16="http://schemas.microsoft.com/office/drawing/2014/main" id="{83A8C9F7-60D5-27FF-D1BF-C113E26E1889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985" name="WordArt 68">
                <a:extLst>
                  <a:ext uri="{FF2B5EF4-FFF2-40B4-BE49-F238E27FC236}">
                    <a16:creationId xmlns:a16="http://schemas.microsoft.com/office/drawing/2014/main" id="{63A4E525-A0A4-2FC6-9C3D-DB7FAF38F1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4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leaf_1_2</a:t>
                </a:r>
              </a:p>
            </p:txBody>
          </p:sp>
        </p:grpSp>
        <p:grpSp>
          <p:nvGrpSpPr>
            <p:cNvPr id="795" name="Group 794">
              <a:extLst>
                <a:ext uri="{FF2B5EF4-FFF2-40B4-BE49-F238E27FC236}">
                  <a16:creationId xmlns:a16="http://schemas.microsoft.com/office/drawing/2014/main" id="{5F5E9F0E-D09A-6C38-F59B-28C1B861663C}"/>
                </a:ext>
              </a:extLst>
            </p:cNvPr>
            <p:cNvGrpSpPr/>
            <p:nvPr/>
          </p:nvGrpSpPr>
          <p:grpSpPr>
            <a:xfrm>
              <a:off x="8975502" y="4204162"/>
              <a:ext cx="673579" cy="385348"/>
              <a:chOff x="967835" y="2541918"/>
              <a:chExt cx="1426054" cy="463051"/>
            </a:xfrm>
          </p:grpSpPr>
          <p:grpSp>
            <p:nvGrpSpPr>
              <p:cNvPr id="960" name="Group 93">
                <a:extLst>
                  <a:ext uri="{FF2B5EF4-FFF2-40B4-BE49-F238E27FC236}">
                    <a16:creationId xmlns:a16="http://schemas.microsoft.com/office/drawing/2014/main" id="{80F76F6C-D0BB-DB9C-C9F1-7C114DB5C01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962" name="Group 94">
                  <a:extLst>
                    <a:ext uri="{FF2B5EF4-FFF2-40B4-BE49-F238E27FC236}">
                      <a16:creationId xmlns:a16="http://schemas.microsoft.com/office/drawing/2014/main" id="{02C2DB80-2B59-5E99-AA84-4EED6FD1C0B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964" name="AutoShape 95">
                    <a:extLst>
                      <a:ext uri="{FF2B5EF4-FFF2-40B4-BE49-F238E27FC236}">
                        <a16:creationId xmlns:a16="http://schemas.microsoft.com/office/drawing/2014/main" id="{F929E58D-241F-1585-3374-D22132D4B7F9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8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965" name="Group 96">
                    <a:extLst>
                      <a:ext uri="{FF2B5EF4-FFF2-40B4-BE49-F238E27FC236}">
                        <a16:creationId xmlns:a16="http://schemas.microsoft.com/office/drawing/2014/main" id="{445A7392-3B96-0E2D-890D-FF2E7D7302D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966" name="Group 97">
                      <a:extLst>
                        <a:ext uri="{FF2B5EF4-FFF2-40B4-BE49-F238E27FC236}">
                          <a16:creationId xmlns:a16="http://schemas.microsoft.com/office/drawing/2014/main" id="{FC614D9E-203C-0A5D-B488-B94E44CE31C1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976" name="Freeform 98">
                        <a:extLst>
                          <a:ext uri="{FF2B5EF4-FFF2-40B4-BE49-F238E27FC236}">
                            <a16:creationId xmlns:a16="http://schemas.microsoft.com/office/drawing/2014/main" id="{F1348F71-E0C8-1D61-4252-8795C810513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77" name="Freeform 99">
                        <a:extLst>
                          <a:ext uri="{FF2B5EF4-FFF2-40B4-BE49-F238E27FC236}">
                            <a16:creationId xmlns:a16="http://schemas.microsoft.com/office/drawing/2014/main" id="{02A78111-8243-FCC9-571D-36F47867FAD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78" name="Freeform 100">
                        <a:extLst>
                          <a:ext uri="{FF2B5EF4-FFF2-40B4-BE49-F238E27FC236}">
                            <a16:creationId xmlns:a16="http://schemas.microsoft.com/office/drawing/2014/main" id="{066773C4-DEDB-840E-9250-C0F60EAAF37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79" name="Freeform 101">
                        <a:extLst>
                          <a:ext uri="{FF2B5EF4-FFF2-40B4-BE49-F238E27FC236}">
                            <a16:creationId xmlns:a16="http://schemas.microsoft.com/office/drawing/2014/main" id="{9C119242-BA11-9B4C-5C60-319F6C2076C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80" name="Freeform 102">
                        <a:extLst>
                          <a:ext uri="{FF2B5EF4-FFF2-40B4-BE49-F238E27FC236}">
                            <a16:creationId xmlns:a16="http://schemas.microsoft.com/office/drawing/2014/main" id="{889FBC4E-736B-569A-A1E9-071BB6E3A95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81" name="Freeform 103">
                        <a:extLst>
                          <a:ext uri="{FF2B5EF4-FFF2-40B4-BE49-F238E27FC236}">
                            <a16:creationId xmlns:a16="http://schemas.microsoft.com/office/drawing/2014/main" id="{4F79D460-486A-A40F-EF48-4683797641A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82" name="Freeform 104">
                        <a:extLst>
                          <a:ext uri="{FF2B5EF4-FFF2-40B4-BE49-F238E27FC236}">
                            <a16:creationId xmlns:a16="http://schemas.microsoft.com/office/drawing/2014/main" id="{02408B77-D355-77F5-B21C-41C72AC85BE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83" name="Freeform 105">
                        <a:extLst>
                          <a:ext uri="{FF2B5EF4-FFF2-40B4-BE49-F238E27FC236}">
                            <a16:creationId xmlns:a16="http://schemas.microsoft.com/office/drawing/2014/main" id="{C838F565-F490-01D3-F688-781ECA797FD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  <p:grpSp>
                  <p:nvGrpSpPr>
                    <p:cNvPr id="967" name="Group 106">
                      <a:extLst>
                        <a:ext uri="{FF2B5EF4-FFF2-40B4-BE49-F238E27FC236}">
                          <a16:creationId xmlns:a16="http://schemas.microsoft.com/office/drawing/2014/main" id="{6A34D7A0-0157-933A-A028-CF671ED0AE93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968" name="Freeform 107">
                        <a:extLst>
                          <a:ext uri="{FF2B5EF4-FFF2-40B4-BE49-F238E27FC236}">
                            <a16:creationId xmlns:a16="http://schemas.microsoft.com/office/drawing/2014/main" id="{E5CCABAD-4FAD-148C-50C6-711C2999849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69" name="Freeform 108">
                        <a:extLst>
                          <a:ext uri="{FF2B5EF4-FFF2-40B4-BE49-F238E27FC236}">
                            <a16:creationId xmlns:a16="http://schemas.microsoft.com/office/drawing/2014/main" id="{7240BE83-1B4A-9164-CD02-ABD622E9BAF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70" name="Freeform 109">
                        <a:extLst>
                          <a:ext uri="{FF2B5EF4-FFF2-40B4-BE49-F238E27FC236}">
                            <a16:creationId xmlns:a16="http://schemas.microsoft.com/office/drawing/2014/main" id="{334206EC-EC8B-0D21-D78D-436F4BD2A0A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71" name="Freeform 110">
                        <a:extLst>
                          <a:ext uri="{FF2B5EF4-FFF2-40B4-BE49-F238E27FC236}">
                            <a16:creationId xmlns:a16="http://schemas.microsoft.com/office/drawing/2014/main" id="{FFF6A79E-0B57-A833-824B-3E05AE66023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72" name="Freeform 111">
                        <a:extLst>
                          <a:ext uri="{FF2B5EF4-FFF2-40B4-BE49-F238E27FC236}">
                            <a16:creationId xmlns:a16="http://schemas.microsoft.com/office/drawing/2014/main" id="{865F0CC9-BF56-09D7-06CE-22DF491D39A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73" name="Freeform 112">
                        <a:extLst>
                          <a:ext uri="{FF2B5EF4-FFF2-40B4-BE49-F238E27FC236}">
                            <a16:creationId xmlns:a16="http://schemas.microsoft.com/office/drawing/2014/main" id="{EDE84919-A3B1-1444-5636-5A25243BC19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74" name="Freeform 113">
                        <a:extLst>
                          <a:ext uri="{FF2B5EF4-FFF2-40B4-BE49-F238E27FC236}">
                            <a16:creationId xmlns:a16="http://schemas.microsoft.com/office/drawing/2014/main" id="{EA989F14-8D10-1EE1-6395-A0477F2ED0A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75" name="Freeform 114">
                        <a:extLst>
                          <a:ext uri="{FF2B5EF4-FFF2-40B4-BE49-F238E27FC236}">
                            <a16:creationId xmlns:a16="http://schemas.microsoft.com/office/drawing/2014/main" id="{2D480D0E-EC53-4017-F4E7-74F9A786BE1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</p:grpSp>
            </p:grpSp>
            <p:sp>
              <p:nvSpPr>
                <p:cNvPr id="963" name="WordArt 115">
                  <a:extLst>
                    <a:ext uri="{FF2B5EF4-FFF2-40B4-BE49-F238E27FC236}">
                      <a16:creationId xmlns:a16="http://schemas.microsoft.com/office/drawing/2014/main" id="{47E34BB3-D883-0F87-F0E2-01BC1708BA4D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961" name="WordArt 68">
                <a:extLst>
                  <a:ext uri="{FF2B5EF4-FFF2-40B4-BE49-F238E27FC236}">
                    <a16:creationId xmlns:a16="http://schemas.microsoft.com/office/drawing/2014/main" id="{5C0EB201-5A1F-25B8-8BA5-AAD11D4ACA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4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spine_2_1</a:t>
                </a:r>
              </a:p>
            </p:txBody>
          </p:sp>
        </p:grpSp>
        <p:grpSp>
          <p:nvGrpSpPr>
            <p:cNvPr id="796" name="Group 795">
              <a:extLst>
                <a:ext uri="{FF2B5EF4-FFF2-40B4-BE49-F238E27FC236}">
                  <a16:creationId xmlns:a16="http://schemas.microsoft.com/office/drawing/2014/main" id="{55B8CC41-CCB0-80CB-CD5E-D64F593991A7}"/>
                </a:ext>
              </a:extLst>
            </p:cNvPr>
            <p:cNvGrpSpPr/>
            <p:nvPr/>
          </p:nvGrpSpPr>
          <p:grpSpPr>
            <a:xfrm>
              <a:off x="10437513" y="4204162"/>
              <a:ext cx="673579" cy="385348"/>
              <a:chOff x="967835" y="2541918"/>
              <a:chExt cx="1426054" cy="463051"/>
            </a:xfrm>
          </p:grpSpPr>
          <p:grpSp>
            <p:nvGrpSpPr>
              <p:cNvPr id="936" name="Group 93">
                <a:extLst>
                  <a:ext uri="{FF2B5EF4-FFF2-40B4-BE49-F238E27FC236}">
                    <a16:creationId xmlns:a16="http://schemas.microsoft.com/office/drawing/2014/main" id="{3AD78C72-BD0D-7CCF-B89B-CD1B9B7904C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938" name="Group 94">
                  <a:extLst>
                    <a:ext uri="{FF2B5EF4-FFF2-40B4-BE49-F238E27FC236}">
                      <a16:creationId xmlns:a16="http://schemas.microsoft.com/office/drawing/2014/main" id="{B489C88A-4798-B4E0-6303-4C1005ECCAF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940" name="AutoShape 95">
                    <a:extLst>
                      <a:ext uri="{FF2B5EF4-FFF2-40B4-BE49-F238E27FC236}">
                        <a16:creationId xmlns:a16="http://schemas.microsoft.com/office/drawing/2014/main" id="{06E0584E-31DC-C904-013F-5A20145CB238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8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941" name="Group 96">
                    <a:extLst>
                      <a:ext uri="{FF2B5EF4-FFF2-40B4-BE49-F238E27FC236}">
                        <a16:creationId xmlns:a16="http://schemas.microsoft.com/office/drawing/2014/main" id="{C6BAF570-7012-2335-C6EE-C853573F43B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942" name="Group 97">
                      <a:extLst>
                        <a:ext uri="{FF2B5EF4-FFF2-40B4-BE49-F238E27FC236}">
                          <a16:creationId xmlns:a16="http://schemas.microsoft.com/office/drawing/2014/main" id="{11AAA040-3759-39B9-D46C-E4BD87B5D345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952" name="Freeform 98">
                        <a:extLst>
                          <a:ext uri="{FF2B5EF4-FFF2-40B4-BE49-F238E27FC236}">
                            <a16:creationId xmlns:a16="http://schemas.microsoft.com/office/drawing/2014/main" id="{E5FD91FB-9288-FD1F-76FF-CAF82CA407B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53" name="Freeform 99">
                        <a:extLst>
                          <a:ext uri="{FF2B5EF4-FFF2-40B4-BE49-F238E27FC236}">
                            <a16:creationId xmlns:a16="http://schemas.microsoft.com/office/drawing/2014/main" id="{D2491AB9-F951-FDAF-93BC-EED16883A4E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54" name="Freeform 100">
                        <a:extLst>
                          <a:ext uri="{FF2B5EF4-FFF2-40B4-BE49-F238E27FC236}">
                            <a16:creationId xmlns:a16="http://schemas.microsoft.com/office/drawing/2014/main" id="{853BBA86-FCA2-322A-964E-5ADC855DC88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55" name="Freeform 101">
                        <a:extLst>
                          <a:ext uri="{FF2B5EF4-FFF2-40B4-BE49-F238E27FC236}">
                            <a16:creationId xmlns:a16="http://schemas.microsoft.com/office/drawing/2014/main" id="{9E5D312C-88B8-800B-B24C-A8B9FEACCC6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56" name="Freeform 102">
                        <a:extLst>
                          <a:ext uri="{FF2B5EF4-FFF2-40B4-BE49-F238E27FC236}">
                            <a16:creationId xmlns:a16="http://schemas.microsoft.com/office/drawing/2014/main" id="{A45006F9-780D-4745-3138-D48C48A5B72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57" name="Freeform 103">
                        <a:extLst>
                          <a:ext uri="{FF2B5EF4-FFF2-40B4-BE49-F238E27FC236}">
                            <a16:creationId xmlns:a16="http://schemas.microsoft.com/office/drawing/2014/main" id="{2B8DEB21-80D8-1920-BEC0-CE159593DCA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58" name="Freeform 104">
                        <a:extLst>
                          <a:ext uri="{FF2B5EF4-FFF2-40B4-BE49-F238E27FC236}">
                            <a16:creationId xmlns:a16="http://schemas.microsoft.com/office/drawing/2014/main" id="{203013C3-DD6E-5D8A-02BE-682D81CA482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59" name="Freeform 105">
                        <a:extLst>
                          <a:ext uri="{FF2B5EF4-FFF2-40B4-BE49-F238E27FC236}">
                            <a16:creationId xmlns:a16="http://schemas.microsoft.com/office/drawing/2014/main" id="{E586362F-DA68-75E9-88F6-B1050D8F76A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  <p:grpSp>
                  <p:nvGrpSpPr>
                    <p:cNvPr id="943" name="Group 106">
                      <a:extLst>
                        <a:ext uri="{FF2B5EF4-FFF2-40B4-BE49-F238E27FC236}">
                          <a16:creationId xmlns:a16="http://schemas.microsoft.com/office/drawing/2014/main" id="{E682E22B-09A5-4490-D1C5-3D430A5C59F0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944" name="Freeform 107">
                        <a:extLst>
                          <a:ext uri="{FF2B5EF4-FFF2-40B4-BE49-F238E27FC236}">
                            <a16:creationId xmlns:a16="http://schemas.microsoft.com/office/drawing/2014/main" id="{D56E06EF-7F9A-9C25-8C56-575D7873064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45" name="Freeform 108">
                        <a:extLst>
                          <a:ext uri="{FF2B5EF4-FFF2-40B4-BE49-F238E27FC236}">
                            <a16:creationId xmlns:a16="http://schemas.microsoft.com/office/drawing/2014/main" id="{705E96EE-413C-B12C-115E-2A4EE976CC9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46" name="Freeform 109">
                        <a:extLst>
                          <a:ext uri="{FF2B5EF4-FFF2-40B4-BE49-F238E27FC236}">
                            <a16:creationId xmlns:a16="http://schemas.microsoft.com/office/drawing/2014/main" id="{38A77046-F16E-3050-D60E-3270CEA9299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47" name="Freeform 110">
                        <a:extLst>
                          <a:ext uri="{FF2B5EF4-FFF2-40B4-BE49-F238E27FC236}">
                            <a16:creationId xmlns:a16="http://schemas.microsoft.com/office/drawing/2014/main" id="{D598CFB6-62FE-2CDA-F6C1-BA2F929A50A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48" name="Freeform 111">
                        <a:extLst>
                          <a:ext uri="{FF2B5EF4-FFF2-40B4-BE49-F238E27FC236}">
                            <a16:creationId xmlns:a16="http://schemas.microsoft.com/office/drawing/2014/main" id="{0D45EA59-B272-D007-8A9F-909C08742C6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49" name="Freeform 112">
                        <a:extLst>
                          <a:ext uri="{FF2B5EF4-FFF2-40B4-BE49-F238E27FC236}">
                            <a16:creationId xmlns:a16="http://schemas.microsoft.com/office/drawing/2014/main" id="{54531C5D-5A84-DA98-EB50-E693AA797F3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50" name="Freeform 113">
                        <a:extLst>
                          <a:ext uri="{FF2B5EF4-FFF2-40B4-BE49-F238E27FC236}">
                            <a16:creationId xmlns:a16="http://schemas.microsoft.com/office/drawing/2014/main" id="{98479DA2-5318-57EA-948A-2F00DA2EFB7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51" name="Freeform 114">
                        <a:extLst>
                          <a:ext uri="{FF2B5EF4-FFF2-40B4-BE49-F238E27FC236}">
                            <a16:creationId xmlns:a16="http://schemas.microsoft.com/office/drawing/2014/main" id="{8F989136-B04F-25CF-CEB7-3F5B33EAD1B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</p:grpSp>
            </p:grpSp>
            <p:sp>
              <p:nvSpPr>
                <p:cNvPr id="939" name="WordArt 115">
                  <a:extLst>
                    <a:ext uri="{FF2B5EF4-FFF2-40B4-BE49-F238E27FC236}">
                      <a16:creationId xmlns:a16="http://schemas.microsoft.com/office/drawing/2014/main" id="{1F95BE08-035A-A524-F6FB-51214566C03F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937" name="WordArt 68">
                <a:extLst>
                  <a:ext uri="{FF2B5EF4-FFF2-40B4-BE49-F238E27FC236}">
                    <a16:creationId xmlns:a16="http://schemas.microsoft.com/office/drawing/2014/main" id="{03B255FE-D816-21AA-D943-6003A6E374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4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spine_2_2</a:t>
                </a:r>
              </a:p>
            </p:txBody>
          </p:sp>
        </p:grpSp>
        <p:grpSp>
          <p:nvGrpSpPr>
            <p:cNvPr id="797" name="Group 796">
              <a:extLst>
                <a:ext uri="{FF2B5EF4-FFF2-40B4-BE49-F238E27FC236}">
                  <a16:creationId xmlns:a16="http://schemas.microsoft.com/office/drawing/2014/main" id="{98706A65-6DEC-56CE-A202-4EE0BA561006}"/>
                </a:ext>
              </a:extLst>
            </p:cNvPr>
            <p:cNvGrpSpPr/>
            <p:nvPr/>
          </p:nvGrpSpPr>
          <p:grpSpPr>
            <a:xfrm>
              <a:off x="6390462" y="2837218"/>
              <a:ext cx="673579" cy="385348"/>
              <a:chOff x="967835" y="2541918"/>
              <a:chExt cx="1426054" cy="463051"/>
            </a:xfrm>
          </p:grpSpPr>
          <p:grpSp>
            <p:nvGrpSpPr>
              <p:cNvPr id="912" name="Group 93">
                <a:extLst>
                  <a:ext uri="{FF2B5EF4-FFF2-40B4-BE49-F238E27FC236}">
                    <a16:creationId xmlns:a16="http://schemas.microsoft.com/office/drawing/2014/main" id="{93080FA8-D1E8-BAE6-E56F-7CF9672131D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914" name="Group 94">
                  <a:extLst>
                    <a:ext uri="{FF2B5EF4-FFF2-40B4-BE49-F238E27FC236}">
                      <a16:creationId xmlns:a16="http://schemas.microsoft.com/office/drawing/2014/main" id="{41D9593A-FFE1-80A9-F799-71F6656F343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916" name="AutoShape 95">
                    <a:extLst>
                      <a:ext uri="{FF2B5EF4-FFF2-40B4-BE49-F238E27FC236}">
                        <a16:creationId xmlns:a16="http://schemas.microsoft.com/office/drawing/2014/main" id="{599CE7B9-DEA3-3893-3485-21293064DF02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8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917" name="Group 96">
                    <a:extLst>
                      <a:ext uri="{FF2B5EF4-FFF2-40B4-BE49-F238E27FC236}">
                        <a16:creationId xmlns:a16="http://schemas.microsoft.com/office/drawing/2014/main" id="{F14EB47A-80DE-2045-CF20-5566F5E6271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918" name="Group 97">
                      <a:extLst>
                        <a:ext uri="{FF2B5EF4-FFF2-40B4-BE49-F238E27FC236}">
                          <a16:creationId xmlns:a16="http://schemas.microsoft.com/office/drawing/2014/main" id="{57F0D171-C106-8240-7BE3-DBC6400D5829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928" name="Freeform 98">
                        <a:extLst>
                          <a:ext uri="{FF2B5EF4-FFF2-40B4-BE49-F238E27FC236}">
                            <a16:creationId xmlns:a16="http://schemas.microsoft.com/office/drawing/2014/main" id="{9FC62460-29D8-E2F0-92F7-79BAEE4047F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29" name="Freeform 99">
                        <a:extLst>
                          <a:ext uri="{FF2B5EF4-FFF2-40B4-BE49-F238E27FC236}">
                            <a16:creationId xmlns:a16="http://schemas.microsoft.com/office/drawing/2014/main" id="{D0510860-2B16-5463-29CB-D65AEE2501E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30" name="Freeform 100">
                        <a:extLst>
                          <a:ext uri="{FF2B5EF4-FFF2-40B4-BE49-F238E27FC236}">
                            <a16:creationId xmlns:a16="http://schemas.microsoft.com/office/drawing/2014/main" id="{9F3F08B1-2DB7-E0ED-667C-0F1043ED0F5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31" name="Freeform 101">
                        <a:extLst>
                          <a:ext uri="{FF2B5EF4-FFF2-40B4-BE49-F238E27FC236}">
                            <a16:creationId xmlns:a16="http://schemas.microsoft.com/office/drawing/2014/main" id="{791AD0B4-040F-6D0F-C454-424DF63E90D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32" name="Freeform 102">
                        <a:extLst>
                          <a:ext uri="{FF2B5EF4-FFF2-40B4-BE49-F238E27FC236}">
                            <a16:creationId xmlns:a16="http://schemas.microsoft.com/office/drawing/2014/main" id="{764EE018-DE8E-9670-98BA-9FED311631A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33" name="Freeform 103">
                        <a:extLst>
                          <a:ext uri="{FF2B5EF4-FFF2-40B4-BE49-F238E27FC236}">
                            <a16:creationId xmlns:a16="http://schemas.microsoft.com/office/drawing/2014/main" id="{003CF7F9-1306-F011-B1C7-5AE7644B7B2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34" name="Freeform 104">
                        <a:extLst>
                          <a:ext uri="{FF2B5EF4-FFF2-40B4-BE49-F238E27FC236}">
                            <a16:creationId xmlns:a16="http://schemas.microsoft.com/office/drawing/2014/main" id="{CE1B92D4-59CD-8DDC-E6CF-4A5458035BD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35" name="Freeform 105">
                        <a:extLst>
                          <a:ext uri="{FF2B5EF4-FFF2-40B4-BE49-F238E27FC236}">
                            <a16:creationId xmlns:a16="http://schemas.microsoft.com/office/drawing/2014/main" id="{5A743DFB-349D-CDE6-1F71-CFD0E927EAE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  <p:grpSp>
                  <p:nvGrpSpPr>
                    <p:cNvPr id="919" name="Group 106">
                      <a:extLst>
                        <a:ext uri="{FF2B5EF4-FFF2-40B4-BE49-F238E27FC236}">
                          <a16:creationId xmlns:a16="http://schemas.microsoft.com/office/drawing/2014/main" id="{9355DB62-DA64-DA6D-7DB2-76B57B190E79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920" name="Freeform 107">
                        <a:extLst>
                          <a:ext uri="{FF2B5EF4-FFF2-40B4-BE49-F238E27FC236}">
                            <a16:creationId xmlns:a16="http://schemas.microsoft.com/office/drawing/2014/main" id="{0021BD73-3702-C55F-0A24-FDEEEBB1403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21" name="Freeform 108">
                        <a:extLst>
                          <a:ext uri="{FF2B5EF4-FFF2-40B4-BE49-F238E27FC236}">
                            <a16:creationId xmlns:a16="http://schemas.microsoft.com/office/drawing/2014/main" id="{C40A24E8-BEEA-9D34-ECA3-2F25F2F60D1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22" name="Freeform 109">
                        <a:extLst>
                          <a:ext uri="{FF2B5EF4-FFF2-40B4-BE49-F238E27FC236}">
                            <a16:creationId xmlns:a16="http://schemas.microsoft.com/office/drawing/2014/main" id="{DFDDB82D-ADD4-9446-D5AE-D7F3CA1D289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23" name="Freeform 110">
                        <a:extLst>
                          <a:ext uri="{FF2B5EF4-FFF2-40B4-BE49-F238E27FC236}">
                            <a16:creationId xmlns:a16="http://schemas.microsoft.com/office/drawing/2014/main" id="{B4BD38D6-6C8F-B205-AE02-D3D55673C65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24" name="Freeform 111">
                        <a:extLst>
                          <a:ext uri="{FF2B5EF4-FFF2-40B4-BE49-F238E27FC236}">
                            <a16:creationId xmlns:a16="http://schemas.microsoft.com/office/drawing/2014/main" id="{AB327E23-8746-96B8-5A1D-089E0E1F6B6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25" name="Freeform 112">
                        <a:extLst>
                          <a:ext uri="{FF2B5EF4-FFF2-40B4-BE49-F238E27FC236}">
                            <a16:creationId xmlns:a16="http://schemas.microsoft.com/office/drawing/2014/main" id="{BB8EFB3B-AD9E-C8E4-BFC9-4B8AB34657E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26" name="Freeform 113">
                        <a:extLst>
                          <a:ext uri="{FF2B5EF4-FFF2-40B4-BE49-F238E27FC236}">
                            <a16:creationId xmlns:a16="http://schemas.microsoft.com/office/drawing/2014/main" id="{FC21613A-6DCB-D21F-0C65-51FFCB14683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927" name="Freeform 114">
                        <a:extLst>
                          <a:ext uri="{FF2B5EF4-FFF2-40B4-BE49-F238E27FC236}">
                            <a16:creationId xmlns:a16="http://schemas.microsoft.com/office/drawing/2014/main" id="{5313B00E-284B-3D01-51B4-E93C278E676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</p:grpSp>
            </p:grpSp>
            <p:sp>
              <p:nvSpPr>
                <p:cNvPr id="915" name="WordArt 115">
                  <a:extLst>
                    <a:ext uri="{FF2B5EF4-FFF2-40B4-BE49-F238E27FC236}">
                      <a16:creationId xmlns:a16="http://schemas.microsoft.com/office/drawing/2014/main" id="{E169FD7A-C570-0B60-4295-C8C73066FBEE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913" name="WordArt 68">
                <a:extLst>
                  <a:ext uri="{FF2B5EF4-FFF2-40B4-BE49-F238E27FC236}">
                    <a16:creationId xmlns:a16="http://schemas.microsoft.com/office/drawing/2014/main" id="{57B4234F-C63D-3DB4-D452-79186C326A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4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core_1_1</a:t>
                </a:r>
              </a:p>
            </p:txBody>
          </p:sp>
        </p:grpSp>
        <p:grpSp>
          <p:nvGrpSpPr>
            <p:cNvPr id="798" name="Gruppo 599">
              <a:extLst>
                <a:ext uri="{FF2B5EF4-FFF2-40B4-BE49-F238E27FC236}">
                  <a16:creationId xmlns:a16="http://schemas.microsoft.com/office/drawing/2014/main" id="{CC867E03-38E4-7294-B65E-7F87CAC30B45}"/>
                </a:ext>
              </a:extLst>
            </p:cNvPr>
            <p:cNvGrpSpPr/>
            <p:nvPr/>
          </p:nvGrpSpPr>
          <p:grpSpPr>
            <a:xfrm>
              <a:off x="3167935" y="6051394"/>
              <a:ext cx="1365079" cy="760331"/>
              <a:chOff x="10393605" y="4306849"/>
              <a:chExt cx="907197" cy="505297"/>
            </a:xfrm>
          </p:grpSpPr>
          <p:sp>
            <p:nvSpPr>
              <p:cNvPr id="909" name="Text Box 169">
                <a:extLst>
                  <a:ext uri="{FF2B5EF4-FFF2-40B4-BE49-F238E27FC236}">
                    <a16:creationId xmlns:a16="http://schemas.microsoft.com/office/drawing/2014/main" id="{D8E5531F-F1BA-1806-46F6-B6A6DEE07E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93605" y="4657291"/>
                <a:ext cx="907197" cy="1548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it-IT" sz="900" b="1"/>
                  <a:t>server_1_1_1</a:t>
                </a:r>
              </a:p>
            </p:txBody>
          </p:sp>
          <p:sp>
            <p:nvSpPr>
              <p:cNvPr id="910" name="AutoShape 171">
                <a:extLst>
                  <a:ext uri="{FF2B5EF4-FFF2-40B4-BE49-F238E27FC236}">
                    <a16:creationId xmlns:a16="http://schemas.microsoft.com/office/drawing/2014/main" id="{CCDFB09C-7E8E-25DA-D4B2-70C554D72A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1757" y="4306849"/>
                <a:ext cx="378624" cy="350441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11" name="mainfrm">
                <a:extLst>
                  <a:ext uri="{FF2B5EF4-FFF2-40B4-BE49-F238E27FC236}">
                    <a16:creationId xmlns:a16="http://schemas.microsoft.com/office/drawing/2014/main" id="{0E79F30A-88CB-5333-9649-DA61196CA02F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0691757" y="4360763"/>
                <a:ext cx="324710" cy="29652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799" name="Gruppo 599">
              <a:extLst>
                <a:ext uri="{FF2B5EF4-FFF2-40B4-BE49-F238E27FC236}">
                  <a16:creationId xmlns:a16="http://schemas.microsoft.com/office/drawing/2014/main" id="{B4B510B3-BEB7-6D8B-AA01-C93615A68BB3}"/>
                </a:ext>
              </a:extLst>
            </p:cNvPr>
            <p:cNvGrpSpPr/>
            <p:nvPr/>
          </p:nvGrpSpPr>
          <p:grpSpPr>
            <a:xfrm>
              <a:off x="4099604" y="6054072"/>
              <a:ext cx="1365079" cy="760331"/>
              <a:chOff x="10393605" y="4306849"/>
              <a:chExt cx="907197" cy="505297"/>
            </a:xfrm>
          </p:grpSpPr>
          <p:sp>
            <p:nvSpPr>
              <p:cNvPr id="906" name="Text Box 169">
                <a:extLst>
                  <a:ext uri="{FF2B5EF4-FFF2-40B4-BE49-F238E27FC236}">
                    <a16:creationId xmlns:a16="http://schemas.microsoft.com/office/drawing/2014/main" id="{94CCF13C-EE09-575C-7E27-D52E3C5798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93605" y="4657291"/>
                <a:ext cx="907197" cy="1548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it-IT" sz="900" b="1" dirty="0">
                    <a:solidFill>
                      <a:schemeClr val="tx2"/>
                    </a:solidFill>
                  </a:rPr>
                  <a:t>server_1_1_2</a:t>
                </a:r>
              </a:p>
            </p:txBody>
          </p:sp>
          <p:sp>
            <p:nvSpPr>
              <p:cNvPr id="907" name="AutoShape 171">
                <a:extLst>
                  <a:ext uri="{FF2B5EF4-FFF2-40B4-BE49-F238E27FC236}">
                    <a16:creationId xmlns:a16="http://schemas.microsoft.com/office/drawing/2014/main" id="{6A18CE8D-D0A6-A4CE-BE78-BD84A177EB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1757" y="4306849"/>
                <a:ext cx="378624" cy="350441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08" name="mainfrm">
                <a:extLst>
                  <a:ext uri="{FF2B5EF4-FFF2-40B4-BE49-F238E27FC236}">
                    <a16:creationId xmlns:a16="http://schemas.microsoft.com/office/drawing/2014/main" id="{4D46BEF1-34A7-8B52-B09F-E21559A619D3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0691757" y="4360763"/>
                <a:ext cx="324710" cy="29652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800" name="Gruppo 599">
              <a:extLst>
                <a:ext uri="{FF2B5EF4-FFF2-40B4-BE49-F238E27FC236}">
                  <a16:creationId xmlns:a16="http://schemas.microsoft.com/office/drawing/2014/main" id="{46AA6C99-19AA-32A3-0EF1-91A404417E44}"/>
                </a:ext>
              </a:extLst>
            </p:cNvPr>
            <p:cNvGrpSpPr/>
            <p:nvPr/>
          </p:nvGrpSpPr>
          <p:grpSpPr>
            <a:xfrm>
              <a:off x="4976585" y="6070524"/>
              <a:ext cx="1365079" cy="760331"/>
              <a:chOff x="10393605" y="4306849"/>
              <a:chExt cx="907197" cy="505297"/>
            </a:xfrm>
          </p:grpSpPr>
          <p:sp>
            <p:nvSpPr>
              <p:cNvPr id="903" name="Text Box 169">
                <a:extLst>
                  <a:ext uri="{FF2B5EF4-FFF2-40B4-BE49-F238E27FC236}">
                    <a16:creationId xmlns:a16="http://schemas.microsoft.com/office/drawing/2014/main" id="{2F1E4CE6-8729-07F4-B04E-622BE127E8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93605" y="4657291"/>
                <a:ext cx="907197" cy="1548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it-IT" sz="900" b="1"/>
                  <a:t>server_1_2_1</a:t>
                </a:r>
              </a:p>
            </p:txBody>
          </p:sp>
          <p:sp>
            <p:nvSpPr>
              <p:cNvPr id="904" name="AutoShape 171">
                <a:extLst>
                  <a:ext uri="{FF2B5EF4-FFF2-40B4-BE49-F238E27FC236}">
                    <a16:creationId xmlns:a16="http://schemas.microsoft.com/office/drawing/2014/main" id="{1AC5B1FB-822F-7EEB-60F8-4D95F159C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1757" y="4306849"/>
                <a:ext cx="378624" cy="350441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05" name="mainfrm">
                <a:extLst>
                  <a:ext uri="{FF2B5EF4-FFF2-40B4-BE49-F238E27FC236}">
                    <a16:creationId xmlns:a16="http://schemas.microsoft.com/office/drawing/2014/main" id="{C8F20823-5B14-9342-165A-DC1CFF73B4D4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0691757" y="4360763"/>
                <a:ext cx="324710" cy="29652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801" name="Gruppo 599">
              <a:extLst>
                <a:ext uri="{FF2B5EF4-FFF2-40B4-BE49-F238E27FC236}">
                  <a16:creationId xmlns:a16="http://schemas.microsoft.com/office/drawing/2014/main" id="{9D4671EB-3E01-228F-6789-8CDD97E709CC}"/>
                </a:ext>
              </a:extLst>
            </p:cNvPr>
            <p:cNvGrpSpPr/>
            <p:nvPr/>
          </p:nvGrpSpPr>
          <p:grpSpPr>
            <a:xfrm>
              <a:off x="5858309" y="6077188"/>
              <a:ext cx="1365079" cy="760329"/>
              <a:chOff x="10393605" y="4306849"/>
              <a:chExt cx="907197" cy="505296"/>
            </a:xfrm>
          </p:grpSpPr>
          <p:sp>
            <p:nvSpPr>
              <p:cNvPr id="900" name="Text Box 169">
                <a:extLst>
                  <a:ext uri="{FF2B5EF4-FFF2-40B4-BE49-F238E27FC236}">
                    <a16:creationId xmlns:a16="http://schemas.microsoft.com/office/drawing/2014/main" id="{2C31C48B-67CA-7460-D8C9-A72DD003A6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93605" y="4657290"/>
                <a:ext cx="907197" cy="1548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it-IT" sz="900" b="1" dirty="0"/>
                  <a:t>server_1_2_2</a:t>
                </a:r>
              </a:p>
            </p:txBody>
          </p:sp>
          <p:sp>
            <p:nvSpPr>
              <p:cNvPr id="901" name="AutoShape 171">
                <a:extLst>
                  <a:ext uri="{FF2B5EF4-FFF2-40B4-BE49-F238E27FC236}">
                    <a16:creationId xmlns:a16="http://schemas.microsoft.com/office/drawing/2014/main" id="{62BC0610-8312-568D-C963-69BD643857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1757" y="4306849"/>
                <a:ext cx="378624" cy="350441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02" name="mainfrm">
                <a:extLst>
                  <a:ext uri="{FF2B5EF4-FFF2-40B4-BE49-F238E27FC236}">
                    <a16:creationId xmlns:a16="http://schemas.microsoft.com/office/drawing/2014/main" id="{CE0EE620-D8E8-541E-FCCD-42B120964E2B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0691757" y="4360763"/>
                <a:ext cx="324710" cy="29652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802" name="Line 71">
              <a:extLst>
                <a:ext uri="{FF2B5EF4-FFF2-40B4-BE49-F238E27FC236}">
                  <a16:creationId xmlns:a16="http://schemas.microsoft.com/office/drawing/2014/main" id="{7513FF26-3F15-14EF-C05B-F8F1128BDA6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6073994" y="5537733"/>
              <a:ext cx="535326" cy="5385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/>
            </a:p>
          </p:txBody>
        </p:sp>
        <p:sp>
          <p:nvSpPr>
            <p:cNvPr id="803" name="Line 72">
              <a:extLst>
                <a:ext uri="{FF2B5EF4-FFF2-40B4-BE49-F238E27FC236}">
                  <a16:creationId xmlns:a16="http://schemas.microsoft.com/office/drawing/2014/main" id="{939EFBA0-27D3-B68F-1CE8-FCFF48B2669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5625034" y="5623200"/>
              <a:ext cx="524489" cy="37015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/>
            </a:p>
          </p:txBody>
        </p:sp>
        <p:sp>
          <p:nvSpPr>
            <p:cNvPr id="804" name="Line 71">
              <a:extLst>
                <a:ext uri="{FF2B5EF4-FFF2-40B4-BE49-F238E27FC236}">
                  <a16:creationId xmlns:a16="http://schemas.microsoft.com/office/drawing/2014/main" id="{2FB810ED-1FD9-8217-F984-A97D2D96F03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9289748" y="5539544"/>
              <a:ext cx="548104" cy="52542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/>
            </a:p>
          </p:txBody>
        </p:sp>
        <p:sp>
          <p:nvSpPr>
            <p:cNvPr id="805" name="Line 72">
              <a:extLst>
                <a:ext uri="{FF2B5EF4-FFF2-40B4-BE49-F238E27FC236}">
                  <a16:creationId xmlns:a16="http://schemas.microsoft.com/office/drawing/2014/main" id="{045454CC-9822-016B-1B70-8BC38FF4EEC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8825952" y="5596950"/>
              <a:ext cx="538698" cy="40318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/>
            </a:p>
          </p:txBody>
        </p:sp>
        <p:grpSp>
          <p:nvGrpSpPr>
            <p:cNvPr id="806" name="Gruppo 599">
              <a:extLst>
                <a:ext uri="{FF2B5EF4-FFF2-40B4-BE49-F238E27FC236}">
                  <a16:creationId xmlns:a16="http://schemas.microsoft.com/office/drawing/2014/main" id="{24C4A8C3-459D-0275-79D0-AF7616EF385C}"/>
                </a:ext>
              </a:extLst>
            </p:cNvPr>
            <p:cNvGrpSpPr/>
            <p:nvPr/>
          </p:nvGrpSpPr>
          <p:grpSpPr>
            <a:xfrm>
              <a:off x="8119606" y="6074553"/>
              <a:ext cx="1365079" cy="760331"/>
              <a:chOff x="10393605" y="4306849"/>
              <a:chExt cx="907197" cy="505297"/>
            </a:xfrm>
          </p:grpSpPr>
          <p:sp>
            <p:nvSpPr>
              <p:cNvPr id="897" name="Text Box 169">
                <a:extLst>
                  <a:ext uri="{FF2B5EF4-FFF2-40B4-BE49-F238E27FC236}">
                    <a16:creationId xmlns:a16="http://schemas.microsoft.com/office/drawing/2014/main" id="{CCDC0FEA-F292-C875-7A66-97C0A27501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93605" y="4657291"/>
                <a:ext cx="907197" cy="1548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it-IT" sz="900" b="1"/>
                  <a:t>server_2_1_1</a:t>
                </a:r>
              </a:p>
            </p:txBody>
          </p:sp>
          <p:sp>
            <p:nvSpPr>
              <p:cNvPr id="898" name="AutoShape 171">
                <a:extLst>
                  <a:ext uri="{FF2B5EF4-FFF2-40B4-BE49-F238E27FC236}">
                    <a16:creationId xmlns:a16="http://schemas.microsoft.com/office/drawing/2014/main" id="{9FD615C8-7795-23FA-D424-3B10A827D8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1757" y="4306849"/>
                <a:ext cx="378624" cy="350441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99" name="mainfrm">
                <a:extLst>
                  <a:ext uri="{FF2B5EF4-FFF2-40B4-BE49-F238E27FC236}">
                    <a16:creationId xmlns:a16="http://schemas.microsoft.com/office/drawing/2014/main" id="{2352C106-FC2C-0ACF-3E00-55BFF3319E4B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0691757" y="4360763"/>
                <a:ext cx="324710" cy="29652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807" name="Gruppo 599">
              <a:extLst>
                <a:ext uri="{FF2B5EF4-FFF2-40B4-BE49-F238E27FC236}">
                  <a16:creationId xmlns:a16="http://schemas.microsoft.com/office/drawing/2014/main" id="{03A93F56-C9B4-32A5-89AB-23D369F8F13D}"/>
                </a:ext>
              </a:extLst>
            </p:cNvPr>
            <p:cNvGrpSpPr/>
            <p:nvPr/>
          </p:nvGrpSpPr>
          <p:grpSpPr>
            <a:xfrm>
              <a:off x="9077911" y="6074553"/>
              <a:ext cx="1365079" cy="760329"/>
              <a:chOff x="10393605" y="4306849"/>
              <a:chExt cx="907197" cy="505296"/>
            </a:xfrm>
          </p:grpSpPr>
          <p:sp>
            <p:nvSpPr>
              <p:cNvPr id="894" name="Text Box 169">
                <a:extLst>
                  <a:ext uri="{FF2B5EF4-FFF2-40B4-BE49-F238E27FC236}">
                    <a16:creationId xmlns:a16="http://schemas.microsoft.com/office/drawing/2014/main" id="{344B8944-807A-8565-6A14-B5A49819C7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93605" y="4657290"/>
                <a:ext cx="907197" cy="1548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it-IT" sz="900" b="1"/>
                  <a:t>server_2_1_2</a:t>
                </a:r>
              </a:p>
            </p:txBody>
          </p:sp>
          <p:sp>
            <p:nvSpPr>
              <p:cNvPr id="895" name="AutoShape 171">
                <a:extLst>
                  <a:ext uri="{FF2B5EF4-FFF2-40B4-BE49-F238E27FC236}">
                    <a16:creationId xmlns:a16="http://schemas.microsoft.com/office/drawing/2014/main" id="{7F2EAE51-9DC5-B843-07F9-30A0C1AAA7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1757" y="4306849"/>
                <a:ext cx="378624" cy="350441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96" name="mainfrm">
                <a:extLst>
                  <a:ext uri="{FF2B5EF4-FFF2-40B4-BE49-F238E27FC236}">
                    <a16:creationId xmlns:a16="http://schemas.microsoft.com/office/drawing/2014/main" id="{B75E891F-321F-F359-E21C-729B99FA7582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0691757" y="4360763"/>
                <a:ext cx="324710" cy="29652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808" name="Gruppo 599">
              <a:extLst>
                <a:ext uri="{FF2B5EF4-FFF2-40B4-BE49-F238E27FC236}">
                  <a16:creationId xmlns:a16="http://schemas.microsoft.com/office/drawing/2014/main" id="{458017B7-EA41-4A16-981B-6040FFE7E634}"/>
                </a:ext>
              </a:extLst>
            </p:cNvPr>
            <p:cNvGrpSpPr/>
            <p:nvPr/>
          </p:nvGrpSpPr>
          <p:grpSpPr>
            <a:xfrm>
              <a:off x="9954892" y="6091005"/>
              <a:ext cx="1365079" cy="760329"/>
              <a:chOff x="10393605" y="4306849"/>
              <a:chExt cx="907197" cy="505296"/>
            </a:xfrm>
          </p:grpSpPr>
          <p:sp>
            <p:nvSpPr>
              <p:cNvPr id="891" name="Text Box 169">
                <a:extLst>
                  <a:ext uri="{FF2B5EF4-FFF2-40B4-BE49-F238E27FC236}">
                    <a16:creationId xmlns:a16="http://schemas.microsoft.com/office/drawing/2014/main" id="{87B947D8-A1A2-B30D-459B-B57EB6C940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93605" y="4657290"/>
                <a:ext cx="907197" cy="1548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it-IT" sz="900" b="1"/>
                  <a:t>server_2_2_1</a:t>
                </a:r>
              </a:p>
            </p:txBody>
          </p:sp>
          <p:sp>
            <p:nvSpPr>
              <p:cNvPr id="892" name="AutoShape 171">
                <a:extLst>
                  <a:ext uri="{FF2B5EF4-FFF2-40B4-BE49-F238E27FC236}">
                    <a16:creationId xmlns:a16="http://schemas.microsoft.com/office/drawing/2014/main" id="{DBCB7566-A3AC-F4CB-8301-843D464362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1757" y="4306849"/>
                <a:ext cx="378624" cy="350441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93" name="mainfrm">
                <a:extLst>
                  <a:ext uri="{FF2B5EF4-FFF2-40B4-BE49-F238E27FC236}">
                    <a16:creationId xmlns:a16="http://schemas.microsoft.com/office/drawing/2014/main" id="{1E23E8AB-41FD-43A3-91A7-EF3DC24840C7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0691757" y="4360763"/>
                <a:ext cx="324710" cy="29652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809" name="Gruppo 599">
              <a:extLst>
                <a:ext uri="{FF2B5EF4-FFF2-40B4-BE49-F238E27FC236}">
                  <a16:creationId xmlns:a16="http://schemas.microsoft.com/office/drawing/2014/main" id="{492D510C-EB11-3C10-0CB3-C31FC4206C89}"/>
                </a:ext>
              </a:extLst>
            </p:cNvPr>
            <p:cNvGrpSpPr/>
            <p:nvPr/>
          </p:nvGrpSpPr>
          <p:grpSpPr>
            <a:xfrm>
              <a:off x="10836616" y="6097671"/>
              <a:ext cx="1365079" cy="760329"/>
              <a:chOff x="10393605" y="4306849"/>
              <a:chExt cx="907197" cy="505296"/>
            </a:xfrm>
          </p:grpSpPr>
          <p:sp>
            <p:nvSpPr>
              <p:cNvPr id="888" name="Text Box 169">
                <a:extLst>
                  <a:ext uri="{FF2B5EF4-FFF2-40B4-BE49-F238E27FC236}">
                    <a16:creationId xmlns:a16="http://schemas.microsoft.com/office/drawing/2014/main" id="{0844C5EA-E925-C1F7-8FB2-AF5A229113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93605" y="4657290"/>
                <a:ext cx="907197" cy="1548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it-IT" sz="900" b="1" dirty="0">
                    <a:solidFill>
                      <a:schemeClr val="tx2"/>
                    </a:solidFill>
                  </a:rPr>
                  <a:t>server_2_2_2</a:t>
                </a:r>
              </a:p>
            </p:txBody>
          </p:sp>
          <p:sp>
            <p:nvSpPr>
              <p:cNvPr id="889" name="AutoShape 171">
                <a:extLst>
                  <a:ext uri="{FF2B5EF4-FFF2-40B4-BE49-F238E27FC236}">
                    <a16:creationId xmlns:a16="http://schemas.microsoft.com/office/drawing/2014/main" id="{A7E760D6-42FC-8623-0CE6-D615D99C1A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1757" y="4306849"/>
                <a:ext cx="378624" cy="350441"/>
              </a:xfrm>
              <a:prstGeom prst="cube">
                <a:avLst>
                  <a:gd name="adj" fmla="val 1511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90" name="mainfrm">
                <a:extLst>
                  <a:ext uri="{FF2B5EF4-FFF2-40B4-BE49-F238E27FC236}">
                    <a16:creationId xmlns:a16="http://schemas.microsoft.com/office/drawing/2014/main" id="{9A340FB8-3864-E4CD-F5CD-F99199D1947B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0691757" y="4360763"/>
                <a:ext cx="324710" cy="29652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26 w 21600"/>
                  <a:gd name="T25" fmla="*/ 22180 h 21600"/>
                  <a:gd name="T26" fmla="*/ 21559 w 21600"/>
                  <a:gd name="T27" fmla="*/ 2789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 extrusionOk="0">
                    <a:moveTo>
                      <a:pt x="21600" y="10885"/>
                    </a:moveTo>
                    <a:lnTo>
                      <a:pt x="21600" y="0"/>
                    </a:lnTo>
                    <a:lnTo>
                      <a:pt x="10634" y="0"/>
                    </a:lnTo>
                    <a:lnTo>
                      <a:pt x="0" y="0"/>
                    </a:lnTo>
                    <a:lnTo>
                      <a:pt x="0" y="10885"/>
                    </a:lnTo>
                    <a:lnTo>
                      <a:pt x="0" y="19729"/>
                    </a:lnTo>
                    <a:lnTo>
                      <a:pt x="1163" y="19729"/>
                    </a:lnTo>
                    <a:lnTo>
                      <a:pt x="1163" y="21600"/>
                    </a:lnTo>
                    <a:lnTo>
                      <a:pt x="10800" y="21600"/>
                    </a:lnTo>
                    <a:lnTo>
                      <a:pt x="20603" y="21600"/>
                    </a:lnTo>
                    <a:lnTo>
                      <a:pt x="20603" y="19729"/>
                    </a:lnTo>
                    <a:lnTo>
                      <a:pt x="21600" y="19729"/>
                    </a:lnTo>
                    <a:lnTo>
                      <a:pt x="21600" y="10885"/>
                    </a:lnTo>
                    <a:close/>
                  </a:path>
                  <a:path w="21600" h="21600" extrusionOk="0">
                    <a:moveTo>
                      <a:pt x="1163" y="19729"/>
                    </a:moveTo>
                    <a:lnTo>
                      <a:pt x="4320" y="19729"/>
                    </a:lnTo>
                    <a:lnTo>
                      <a:pt x="16449" y="19729"/>
                    </a:lnTo>
                    <a:lnTo>
                      <a:pt x="20603" y="19729"/>
                    </a:lnTo>
                    <a:lnTo>
                      <a:pt x="1163" y="19729"/>
                    </a:lnTo>
                    <a:moveTo>
                      <a:pt x="1495" y="2381"/>
                    </a:moveTo>
                    <a:lnTo>
                      <a:pt x="2160" y="2381"/>
                    </a:lnTo>
                    <a:lnTo>
                      <a:pt x="4985" y="2381"/>
                    </a:lnTo>
                    <a:lnTo>
                      <a:pt x="5982" y="2381"/>
                    </a:lnTo>
                    <a:lnTo>
                      <a:pt x="1495" y="2381"/>
                    </a:lnTo>
                    <a:lnTo>
                      <a:pt x="1495" y="3402"/>
                    </a:lnTo>
                    <a:lnTo>
                      <a:pt x="2160" y="3402"/>
                    </a:lnTo>
                    <a:lnTo>
                      <a:pt x="4985" y="3402"/>
                    </a:lnTo>
                    <a:lnTo>
                      <a:pt x="5982" y="3402"/>
                    </a:lnTo>
                    <a:lnTo>
                      <a:pt x="1495" y="3402"/>
                    </a:lnTo>
                    <a:lnTo>
                      <a:pt x="1495" y="4422"/>
                    </a:lnTo>
                    <a:lnTo>
                      <a:pt x="2160" y="4422"/>
                    </a:lnTo>
                    <a:lnTo>
                      <a:pt x="4985" y="4422"/>
                    </a:lnTo>
                    <a:lnTo>
                      <a:pt x="5982" y="4422"/>
                    </a:lnTo>
                    <a:lnTo>
                      <a:pt x="1495" y="4422"/>
                    </a:lnTo>
                    <a:lnTo>
                      <a:pt x="1495" y="5443"/>
                    </a:lnTo>
                    <a:lnTo>
                      <a:pt x="2160" y="5443"/>
                    </a:lnTo>
                    <a:lnTo>
                      <a:pt x="4985" y="5443"/>
                    </a:lnTo>
                    <a:lnTo>
                      <a:pt x="5982" y="5443"/>
                    </a:lnTo>
                    <a:lnTo>
                      <a:pt x="1495" y="5443"/>
                    </a:lnTo>
                    <a:lnTo>
                      <a:pt x="1495" y="6463"/>
                    </a:lnTo>
                    <a:lnTo>
                      <a:pt x="2160" y="6463"/>
                    </a:lnTo>
                    <a:lnTo>
                      <a:pt x="4985" y="6463"/>
                    </a:lnTo>
                    <a:lnTo>
                      <a:pt x="5982" y="6463"/>
                    </a:lnTo>
                    <a:lnTo>
                      <a:pt x="1495" y="6463"/>
                    </a:lnTo>
                    <a:lnTo>
                      <a:pt x="1495" y="7483"/>
                    </a:lnTo>
                    <a:lnTo>
                      <a:pt x="2160" y="7483"/>
                    </a:lnTo>
                    <a:lnTo>
                      <a:pt x="4985" y="7483"/>
                    </a:lnTo>
                    <a:lnTo>
                      <a:pt x="5982" y="7483"/>
                    </a:lnTo>
                    <a:lnTo>
                      <a:pt x="1495" y="7483"/>
                    </a:lnTo>
                    <a:lnTo>
                      <a:pt x="1495" y="8504"/>
                    </a:lnTo>
                    <a:lnTo>
                      <a:pt x="2160" y="8504"/>
                    </a:lnTo>
                    <a:lnTo>
                      <a:pt x="4985" y="8504"/>
                    </a:lnTo>
                    <a:lnTo>
                      <a:pt x="5982" y="8504"/>
                    </a:lnTo>
                    <a:lnTo>
                      <a:pt x="1495" y="8504"/>
                    </a:lnTo>
                    <a:lnTo>
                      <a:pt x="1495" y="9524"/>
                    </a:lnTo>
                    <a:lnTo>
                      <a:pt x="2160" y="9524"/>
                    </a:lnTo>
                    <a:lnTo>
                      <a:pt x="4985" y="9524"/>
                    </a:lnTo>
                    <a:lnTo>
                      <a:pt x="5982" y="9524"/>
                    </a:lnTo>
                    <a:lnTo>
                      <a:pt x="1495" y="9524"/>
                    </a:lnTo>
                    <a:lnTo>
                      <a:pt x="1495" y="10545"/>
                    </a:lnTo>
                    <a:lnTo>
                      <a:pt x="2160" y="10545"/>
                    </a:lnTo>
                    <a:lnTo>
                      <a:pt x="4985" y="10545"/>
                    </a:lnTo>
                    <a:lnTo>
                      <a:pt x="5982" y="10545"/>
                    </a:lnTo>
                    <a:lnTo>
                      <a:pt x="1495" y="10545"/>
                    </a:lnTo>
                    <a:lnTo>
                      <a:pt x="1495" y="11565"/>
                    </a:lnTo>
                    <a:lnTo>
                      <a:pt x="2160" y="11565"/>
                    </a:lnTo>
                    <a:lnTo>
                      <a:pt x="4985" y="11565"/>
                    </a:lnTo>
                    <a:lnTo>
                      <a:pt x="5982" y="11565"/>
                    </a:lnTo>
                    <a:lnTo>
                      <a:pt x="1495" y="11565"/>
                    </a:lnTo>
                    <a:lnTo>
                      <a:pt x="1495" y="12586"/>
                    </a:lnTo>
                    <a:lnTo>
                      <a:pt x="2160" y="12586"/>
                    </a:lnTo>
                    <a:lnTo>
                      <a:pt x="4985" y="12586"/>
                    </a:lnTo>
                    <a:lnTo>
                      <a:pt x="5982" y="12586"/>
                    </a:lnTo>
                    <a:lnTo>
                      <a:pt x="1495" y="12586"/>
                    </a:lnTo>
                    <a:lnTo>
                      <a:pt x="1495" y="13606"/>
                    </a:lnTo>
                    <a:lnTo>
                      <a:pt x="2160" y="13606"/>
                    </a:lnTo>
                    <a:lnTo>
                      <a:pt x="4985" y="13606"/>
                    </a:lnTo>
                    <a:lnTo>
                      <a:pt x="5982" y="13606"/>
                    </a:lnTo>
                    <a:lnTo>
                      <a:pt x="1495" y="13606"/>
                    </a:lnTo>
                    <a:lnTo>
                      <a:pt x="1495" y="14627"/>
                    </a:lnTo>
                    <a:lnTo>
                      <a:pt x="2160" y="14627"/>
                    </a:lnTo>
                    <a:lnTo>
                      <a:pt x="4985" y="14627"/>
                    </a:lnTo>
                    <a:lnTo>
                      <a:pt x="5982" y="14627"/>
                    </a:lnTo>
                    <a:lnTo>
                      <a:pt x="1495" y="14627"/>
                    </a:lnTo>
                    <a:lnTo>
                      <a:pt x="1495" y="15647"/>
                    </a:lnTo>
                    <a:lnTo>
                      <a:pt x="2160" y="15647"/>
                    </a:lnTo>
                    <a:lnTo>
                      <a:pt x="4985" y="15647"/>
                    </a:lnTo>
                    <a:lnTo>
                      <a:pt x="5982" y="15647"/>
                    </a:lnTo>
                    <a:lnTo>
                      <a:pt x="1495" y="15647"/>
                    </a:lnTo>
                    <a:lnTo>
                      <a:pt x="1495" y="16668"/>
                    </a:lnTo>
                    <a:lnTo>
                      <a:pt x="2160" y="16668"/>
                    </a:lnTo>
                    <a:lnTo>
                      <a:pt x="4985" y="16668"/>
                    </a:lnTo>
                    <a:lnTo>
                      <a:pt x="5982" y="16668"/>
                    </a:lnTo>
                    <a:lnTo>
                      <a:pt x="1495" y="16668"/>
                    </a:lnTo>
                    <a:lnTo>
                      <a:pt x="1495" y="17688"/>
                    </a:lnTo>
                    <a:lnTo>
                      <a:pt x="2160" y="17688"/>
                    </a:lnTo>
                    <a:lnTo>
                      <a:pt x="4985" y="17688"/>
                    </a:lnTo>
                    <a:lnTo>
                      <a:pt x="5982" y="17688"/>
                    </a:lnTo>
                    <a:lnTo>
                      <a:pt x="1495" y="17688"/>
                    </a:lnTo>
                    <a:moveTo>
                      <a:pt x="1994" y="19729"/>
                    </a:moveTo>
                    <a:lnTo>
                      <a:pt x="1994" y="20069"/>
                    </a:lnTo>
                    <a:lnTo>
                      <a:pt x="1994" y="21260"/>
                    </a:lnTo>
                    <a:lnTo>
                      <a:pt x="1994" y="21600"/>
                    </a:lnTo>
                    <a:lnTo>
                      <a:pt x="1994" y="19729"/>
                    </a:lnTo>
                    <a:lnTo>
                      <a:pt x="2658" y="19729"/>
                    </a:lnTo>
                    <a:lnTo>
                      <a:pt x="2658" y="20069"/>
                    </a:lnTo>
                    <a:lnTo>
                      <a:pt x="2658" y="21260"/>
                    </a:lnTo>
                    <a:lnTo>
                      <a:pt x="2658" y="21600"/>
                    </a:lnTo>
                    <a:lnTo>
                      <a:pt x="2658" y="19729"/>
                    </a:lnTo>
                    <a:lnTo>
                      <a:pt x="3489" y="19729"/>
                    </a:lnTo>
                    <a:lnTo>
                      <a:pt x="3489" y="20069"/>
                    </a:lnTo>
                    <a:lnTo>
                      <a:pt x="3489" y="21260"/>
                    </a:lnTo>
                    <a:lnTo>
                      <a:pt x="3489" y="21600"/>
                    </a:lnTo>
                    <a:lnTo>
                      <a:pt x="3489" y="19729"/>
                    </a:lnTo>
                    <a:lnTo>
                      <a:pt x="4320" y="19729"/>
                    </a:lnTo>
                    <a:lnTo>
                      <a:pt x="4320" y="20069"/>
                    </a:lnTo>
                    <a:lnTo>
                      <a:pt x="4320" y="21260"/>
                    </a:lnTo>
                    <a:lnTo>
                      <a:pt x="4320" y="21600"/>
                    </a:lnTo>
                    <a:lnTo>
                      <a:pt x="4320" y="19729"/>
                    </a:lnTo>
                    <a:lnTo>
                      <a:pt x="5151" y="19729"/>
                    </a:lnTo>
                    <a:lnTo>
                      <a:pt x="5151" y="20069"/>
                    </a:lnTo>
                    <a:lnTo>
                      <a:pt x="5151" y="21260"/>
                    </a:lnTo>
                    <a:lnTo>
                      <a:pt x="5151" y="21600"/>
                    </a:lnTo>
                    <a:lnTo>
                      <a:pt x="5151" y="19729"/>
                    </a:lnTo>
                    <a:lnTo>
                      <a:pt x="5982" y="19729"/>
                    </a:lnTo>
                    <a:lnTo>
                      <a:pt x="5982" y="20069"/>
                    </a:lnTo>
                    <a:lnTo>
                      <a:pt x="5982" y="21260"/>
                    </a:lnTo>
                    <a:lnTo>
                      <a:pt x="5982" y="21600"/>
                    </a:lnTo>
                    <a:lnTo>
                      <a:pt x="5982" y="19729"/>
                    </a:lnTo>
                    <a:lnTo>
                      <a:pt x="6812" y="19729"/>
                    </a:lnTo>
                    <a:lnTo>
                      <a:pt x="6812" y="20069"/>
                    </a:lnTo>
                    <a:lnTo>
                      <a:pt x="6812" y="21260"/>
                    </a:lnTo>
                    <a:lnTo>
                      <a:pt x="6812" y="21600"/>
                    </a:lnTo>
                    <a:lnTo>
                      <a:pt x="6812" y="19729"/>
                    </a:lnTo>
                    <a:lnTo>
                      <a:pt x="7643" y="19729"/>
                    </a:lnTo>
                    <a:lnTo>
                      <a:pt x="7643" y="20069"/>
                    </a:lnTo>
                    <a:lnTo>
                      <a:pt x="7643" y="21260"/>
                    </a:lnTo>
                    <a:lnTo>
                      <a:pt x="7643" y="21600"/>
                    </a:lnTo>
                    <a:lnTo>
                      <a:pt x="7643" y="19729"/>
                    </a:lnTo>
                    <a:lnTo>
                      <a:pt x="8474" y="19729"/>
                    </a:lnTo>
                    <a:lnTo>
                      <a:pt x="8474" y="20069"/>
                    </a:lnTo>
                    <a:lnTo>
                      <a:pt x="8474" y="21260"/>
                    </a:lnTo>
                    <a:lnTo>
                      <a:pt x="8474" y="21600"/>
                    </a:lnTo>
                    <a:lnTo>
                      <a:pt x="8474" y="19729"/>
                    </a:lnTo>
                    <a:lnTo>
                      <a:pt x="9305" y="19729"/>
                    </a:lnTo>
                    <a:lnTo>
                      <a:pt x="9305" y="20069"/>
                    </a:lnTo>
                    <a:lnTo>
                      <a:pt x="9305" y="21260"/>
                    </a:lnTo>
                    <a:lnTo>
                      <a:pt x="9305" y="21600"/>
                    </a:lnTo>
                    <a:lnTo>
                      <a:pt x="9305" y="19729"/>
                    </a:lnTo>
                    <a:lnTo>
                      <a:pt x="10135" y="19729"/>
                    </a:lnTo>
                    <a:lnTo>
                      <a:pt x="10135" y="20069"/>
                    </a:lnTo>
                    <a:lnTo>
                      <a:pt x="10135" y="21260"/>
                    </a:lnTo>
                    <a:lnTo>
                      <a:pt x="10135" y="21600"/>
                    </a:lnTo>
                    <a:lnTo>
                      <a:pt x="10135" y="19729"/>
                    </a:lnTo>
                    <a:lnTo>
                      <a:pt x="10966" y="19729"/>
                    </a:lnTo>
                    <a:lnTo>
                      <a:pt x="10966" y="20069"/>
                    </a:lnTo>
                    <a:lnTo>
                      <a:pt x="10966" y="21260"/>
                    </a:lnTo>
                    <a:lnTo>
                      <a:pt x="10966" y="21600"/>
                    </a:lnTo>
                    <a:lnTo>
                      <a:pt x="10966" y="19729"/>
                    </a:lnTo>
                    <a:lnTo>
                      <a:pt x="11797" y="19729"/>
                    </a:lnTo>
                    <a:lnTo>
                      <a:pt x="11797" y="20069"/>
                    </a:lnTo>
                    <a:lnTo>
                      <a:pt x="11797" y="21260"/>
                    </a:lnTo>
                    <a:lnTo>
                      <a:pt x="11797" y="21600"/>
                    </a:lnTo>
                    <a:lnTo>
                      <a:pt x="11797" y="19729"/>
                    </a:lnTo>
                    <a:lnTo>
                      <a:pt x="12462" y="19729"/>
                    </a:lnTo>
                    <a:lnTo>
                      <a:pt x="12462" y="20069"/>
                    </a:lnTo>
                    <a:lnTo>
                      <a:pt x="12462" y="21260"/>
                    </a:lnTo>
                    <a:lnTo>
                      <a:pt x="12462" y="21600"/>
                    </a:lnTo>
                    <a:lnTo>
                      <a:pt x="12462" y="19729"/>
                    </a:lnTo>
                    <a:lnTo>
                      <a:pt x="13292" y="19729"/>
                    </a:lnTo>
                    <a:lnTo>
                      <a:pt x="13292" y="20069"/>
                    </a:lnTo>
                    <a:lnTo>
                      <a:pt x="13292" y="21260"/>
                    </a:lnTo>
                    <a:lnTo>
                      <a:pt x="13292" y="21600"/>
                    </a:lnTo>
                    <a:lnTo>
                      <a:pt x="13292" y="19729"/>
                    </a:lnTo>
                    <a:lnTo>
                      <a:pt x="14123" y="19729"/>
                    </a:lnTo>
                    <a:lnTo>
                      <a:pt x="14123" y="20069"/>
                    </a:lnTo>
                    <a:lnTo>
                      <a:pt x="14123" y="21260"/>
                    </a:lnTo>
                    <a:lnTo>
                      <a:pt x="14123" y="21600"/>
                    </a:lnTo>
                    <a:lnTo>
                      <a:pt x="14123" y="19729"/>
                    </a:lnTo>
                    <a:lnTo>
                      <a:pt x="14954" y="19729"/>
                    </a:lnTo>
                    <a:lnTo>
                      <a:pt x="14954" y="20069"/>
                    </a:lnTo>
                    <a:lnTo>
                      <a:pt x="14954" y="21260"/>
                    </a:lnTo>
                    <a:lnTo>
                      <a:pt x="14954" y="21600"/>
                    </a:lnTo>
                    <a:lnTo>
                      <a:pt x="14954" y="19729"/>
                    </a:lnTo>
                    <a:lnTo>
                      <a:pt x="15785" y="19729"/>
                    </a:lnTo>
                    <a:lnTo>
                      <a:pt x="15785" y="20069"/>
                    </a:lnTo>
                    <a:lnTo>
                      <a:pt x="15785" y="21260"/>
                    </a:lnTo>
                    <a:lnTo>
                      <a:pt x="15785" y="21600"/>
                    </a:lnTo>
                    <a:lnTo>
                      <a:pt x="15785" y="19729"/>
                    </a:lnTo>
                    <a:lnTo>
                      <a:pt x="16615" y="19729"/>
                    </a:lnTo>
                    <a:lnTo>
                      <a:pt x="16615" y="20069"/>
                    </a:lnTo>
                    <a:lnTo>
                      <a:pt x="16615" y="21260"/>
                    </a:lnTo>
                    <a:lnTo>
                      <a:pt x="16615" y="21600"/>
                    </a:lnTo>
                    <a:lnTo>
                      <a:pt x="16615" y="19729"/>
                    </a:lnTo>
                    <a:lnTo>
                      <a:pt x="17446" y="19729"/>
                    </a:lnTo>
                    <a:lnTo>
                      <a:pt x="17446" y="20069"/>
                    </a:lnTo>
                    <a:lnTo>
                      <a:pt x="17446" y="21260"/>
                    </a:lnTo>
                    <a:lnTo>
                      <a:pt x="17446" y="21600"/>
                    </a:lnTo>
                    <a:lnTo>
                      <a:pt x="17446" y="19729"/>
                    </a:lnTo>
                    <a:lnTo>
                      <a:pt x="18277" y="19729"/>
                    </a:lnTo>
                    <a:lnTo>
                      <a:pt x="18277" y="20069"/>
                    </a:lnTo>
                    <a:lnTo>
                      <a:pt x="18277" y="21260"/>
                    </a:lnTo>
                    <a:lnTo>
                      <a:pt x="18277" y="21600"/>
                    </a:lnTo>
                    <a:lnTo>
                      <a:pt x="18277" y="19729"/>
                    </a:lnTo>
                    <a:lnTo>
                      <a:pt x="19108" y="19729"/>
                    </a:lnTo>
                    <a:lnTo>
                      <a:pt x="19108" y="20069"/>
                    </a:lnTo>
                    <a:lnTo>
                      <a:pt x="19108" y="21260"/>
                    </a:lnTo>
                    <a:lnTo>
                      <a:pt x="19108" y="21600"/>
                    </a:lnTo>
                    <a:lnTo>
                      <a:pt x="19108" y="19729"/>
                    </a:lnTo>
                    <a:lnTo>
                      <a:pt x="19938" y="19729"/>
                    </a:lnTo>
                    <a:lnTo>
                      <a:pt x="19938" y="20069"/>
                    </a:lnTo>
                    <a:lnTo>
                      <a:pt x="19938" y="21260"/>
                    </a:lnTo>
                    <a:lnTo>
                      <a:pt x="19938" y="21600"/>
                    </a:lnTo>
                    <a:lnTo>
                      <a:pt x="19938" y="19729"/>
                    </a:lnTo>
                    <a:moveTo>
                      <a:pt x="1495" y="1531"/>
                    </a:moveTo>
                    <a:lnTo>
                      <a:pt x="5982" y="1531"/>
                    </a:lnTo>
                    <a:lnTo>
                      <a:pt x="5982" y="18539"/>
                    </a:lnTo>
                    <a:lnTo>
                      <a:pt x="1495" y="18539"/>
                    </a:lnTo>
                    <a:lnTo>
                      <a:pt x="1495" y="1531"/>
                    </a:lnTo>
                    <a:moveTo>
                      <a:pt x="7311" y="1531"/>
                    </a:moveTo>
                    <a:lnTo>
                      <a:pt x="7975" y="1531"/>
                    </a:lnTo>
                    <a:lnTo>
                      <a:pt x="7975" y="8334"/>
                    </a:lnTo>
                    <a:lnTo>
                      <a:pt x="7311" y="8334"/>
                    </a:lnTo>
                    <a:lnTo>
                      <a:pt x="7311" y="1531"/>
                    </a:lnTo>
                    <a:moveTo>
                      <a:pt x="7145" y="9865"/>
                    </a:moveTo>
                    <a:lnTo>
                      <a:pt x="8142" y="9865"/>
                    </a:lnTo>
                    <a:lnTo>
                      <a:pt x="8142" y="10715"/>
                    </a:lnTo>
                    <a:lnTo>
                      <a:pt x="7145" y="10715"/>
                    </a:lnTo>
                    <a:lnTo>
                      <a:pt x="7145" y="9865"/>
                    </a:lnTo>
                    <a:moveTo>
                      <a:pt x="8972" y="1531"/>
                    </a:moveTo>
                    <a:lnTo>
                      <a:pt x="12462" y="1531"/>
                    </a:lnTo>
                    <a:lnTo>
                      <a:pt x="12462" y="5443"/>
                    </a:lnTo>
                    <a:lnTo>
                      <a:pt x="8972" y="5443"/>
                    </a:lnTo>
                    <a:lnTo>
                      <a:pt x="8972" y="1531"/>
                    </a:lnTo>
                    <a:moveTo>
                      <a:pt x="13625" y="1531"/>
                    </a:moveTo>
                    <a:lnTo>
                      <a:pt x="20271" y="1531"/>
                    </a:lnTo>
                    <a:lnTo>
                      <a:pt x="20271" y="5443"/>
                    </a:lnTo>
                    <a:lnTo>
                      <a:pt x="13625" y="5443"/>
                    </a:lnTo>
                    <a:lnTo>
                      <a:pt x="13625" y="1531"/>
                    </a:lnTo>
                    <a:moveTo>
                      <a:pt x="18609" y="6463"/>
                    </a:moveTo>
                    <a:lnTo>
                      <a:pt x="20437" y="6463"/>
                    </a:lnTo>
                    <a:lnTo>
                      <a:pt x="20437" y="10885"/>
                    </a:lnTo>
                    <a:lnTo>
                      <a:pt x="18609" y="10885"/>
                    </a:lnTo>
                    <a:lnTo>
                      <a:pt x="18609" y="6463"/>
                    </a:lnTo>
                  </a:path>
                </a:pathLst>
              </a:custGeom>
              <a:solidFill>
                <a:srgbClr val="F5F1F1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810" name="Line 71">
              <a:extLst>
                <a:ext uri="{FF2B5EF4-FFF2-40B4-BE49-F238E27FC236}">
                  <a16:creationId xmlns:a16="http://schemas.microsoft.com/office/drawing/2014/main" id="{A6B3792E-C838-5ACE-F2CC-F8949FB3F31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10877270" y="5412033"/>
              <a:ext cx="587943" cy="77000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/>
            </a:p>
          </p:txBody>
        </p:sp>
        <p:sp>
          <p:nvSpPr>
            <p:cNvPr id="811" name="Line 72">
              <a:extLst>
                <a:ext uri="{FF2B5EF4-FFF2-40B4-BE49-F238E27FC236}">
                  <a16:creationId xmlns:a16="http://schemas.microsoft.com/office/drawing/2014/main" id="{F6DF6BC4-3066-288C-54F9-DAA5053172D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10453510" y="5754732"/>
              <a:ext cx="563272" cy="1092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GB"/>
            </a:p>
          </p:txBody>
        </p:sp>
        <p:grpSp>
          <p:nvGrpSpPr>
            <p:cNvPr id="812" name="Group 811">
              <a:extLst>
                <a:ext uri="{FF2B5EF4-FFF2-40B4-BE49-F238E27FC236}">
                  <a16:creationId xmlns:a16="http://schemas.microsoft.com/office/drawing/2014/main" id="{A3F0094B-A08B-FB40-A8A7-7A6AD22AA646}"/>
                </a:ext>
              </a:extLst>
            </p:cNvPr>
            <p:cNvGrpSpPr/>
            <p:nvPr/>
          </p:nvGrpSpPr>
          <p:grpSpPr>
            <a:xfrm>
              <a:off x="10445254" y="5135722"/>
              <a:ext cx="673579" cy="385348"/>
              <a:chOff x="967835" y="2541918"/>
              <a:chExt cx="1426054" cy="463051"/>
            </a:xfrm>
          </p:grpSpPr>
          <p:grpSp>
            <p:nvGrpSpPr>
              <p:cNvPr id="864" name="Group 93">
                <a:extLst>
                  <a:ext uri="{FF2B5EF4-FFF2-40B4-BE49-F238E27FC236}">
                    <a16:creationId xmlns:a16="http://schemas.microsoft.com/office/drawing/2014/main" id="{837EFC35-CE0C-BA21-EFCD-DB398B13981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866" name="Group 94">
                  <a:extLst>
                    <a:ext uri="{FF2B5EF4-FFF2-40B4-BE49-F238E27FC236}">
                      <a16:creationId xmlns:a16="http://schemas.microsoft.com/office/drawing/2014/main" id="{3B16245C-A24B-3DD3-D0CB-FA95FDF71F6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868" name="AutoShape 95">
                    <a:extLst>
                      <a:ext uri="{FF2B5EF4-FFF2-40B4-BE49-F238E27FC236}">
                        <a16:creationId xmlns:a16="http://schemas.microsoft.com/office/drawing/2014/main" id="{6B159DDD-984F-E49B-2D88-52C2E16DFC78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8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869" name="Group 96">
                    <a:extLst>
                      <a:ext uri="{FF2B5EF4-FFF2-40B4-BE49-F238E27FC236}">
                        <a16:creationId xmlns:a16="http://schemas.microsoft.com/office/drawing/2014/main" id="{62349C33-902A-4081-2286-7D890272BB18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870" name="Group 97">
                      <a:extLst>
                        <a:ext uri="{FF2B5EF4-FFF2-40B4-BE49-F238E27FC236}">
                          <a16:creationId xmlns:a16="http://schemas.microsoft.com/office/drawing/2014/main" id="{130CD4CF-D9ED-6AB0-0D2C-D8027BBD406B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880" name="Freeform 98">
                        <a:extLst>
                          <a:ext uri="{FF2B5EF4-FFF2-40B4-BE49-F238E27FC236}">
                            <a16:creationId xmlns:a16="http://schemas.microsoft.com/office/drawing/2014/main" id="{471EF8E6-B2F5-A35B-C337-6D5B018C1EA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881" name="Freeform 99">
                        <a:extLst>
                          <a:ext uri="{FF2B5EF4-FFF2-40B4-BE49-F238E27FC236}">
                            <a16:creationId xmlns:a16="http://schemas.microsoft.com/office/drawing/2014/main" id="{353DC2DC-FF33-89C4-8695-EB72F934092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882" name="Freeform 100">
                        <a:extLst>
                          <a:ext uri="{FF2B5EF4-FFF2-40B4-BE49-F238E27FC236}">
                            <a16:creationId xmlns:a16="http://schemas.microsoft.com/office/drawing/2014/main" id="{D19D2C96-CD9D-9466-F6A5-ECA4A3285AB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883" name="Freeform 101">
                        <a:extLst>
                          <a:ext uri="{FF2B5EF4-FFF2-40B4-BE49-F238E27FC236}">
                            <a16:creationId xmlns:a16="http://schemas.microsoft.com/office/drawing/2014/main" id="{E680DE65-1E84-4430-46FB-73217CC6667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884" name="Freeform 102">
                        <a:extLst>
                          <a:ext uri="{FF2B5EF4-FFF2-40B4-BE49-F238E27FC236}">
                            <a16:creationId xmlns:a16="http://schemas.microsoft.com/office/drawing/2014/main" id="{EB083571-1BB8-6B22-9998-2B74DEACF70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885" name="Freeform 103">
                        <a:extLst>
                          <a:ext uri="{FF2B5EF4-FFF2-40B4-BE49-F238E27FC236}">
                            <a16:creationId xmlns:a16="http://schemas.microsoft.com/office/drawing/2014/main" id="{BA686BA9-C99C-407C-D71E-A5235FDE1EC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886" name="Freeform 104">
                        <a:extLst>
                          <a:ext uri="{FF2B5EF4-FFF2-40B4-BE49-F238E27FC236}">
                            <a16:creationId xmlns:a16="http://schemas.microsoft.com/office/drawing/2014/main" id="{199DF7F4-816A-BBEC-7483-3DB88B6FC9A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887" name="Freeform 105">
                        <a:extLst>
                          <a:ext uri="{FF2B5EF4-FFF2-40B4-BE49-F238E27FC236}">
                            <a16:creationId xmlns:a16="http://schemas.microsoft.com/office/drawing/2014/main" id="{D6AC1C57-8360-FEC3-37F6-6C35FBA30A5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  <p:grpSp>
                  <p:nvGrpSpPr>
                    <p:cNvPr id="871" name="Group 106">
                      <a:extLst>
                        <a:ext uri="{FF2B5EF4-FFF2-40B4-BE49-F238E27FC236}">
                          <a16:creationId xmlns:a16="http://schemas.microsoft.com/office/drawing/2014/main" id="{087361B4-BD8B-5C1F-0DBF-59F8D680A149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872" name="Freeform 107">
                        <a:extLst>
                          <a:ext uri="{FF2B5EF4-FFF2-40B4-BE49-F238E27FC236}">
                            <a16:creationId xmlns:a16="http://schemas.microsoft.com/office/drawing/2014/main" id="{5B9FCDEE-BE8B-E784-E91E-15A1553A46F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873" name="Freeform 108">
                        <a:extLst>
                          <a:ext uri="{FF2B5EF4-FFF2-40B4-BE49-F238E27FC236}">
                            <a16:creationId xmlns:a16="http://schemas.microsoft.com/office/drawing/2014/main" id="{077AC00B-F0C5-333E-3FFA-3811FBCAB4F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874" name="Freeform 109">
                        <a:extLst>
                          <a:ext uri="{FF2B5EF4-FFF2-40B4-BE49-F238E27FC236}">
                            <a16:creationId xmlns:a16="http://schemas.microsoft.com/office/drawing/2014/main" id="{FEB81EC6-FAB0-CD77-E632-29E4F53F773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875" name="Freeform 110">
                        <a:extLst>
                          <a:ext uri="{FF2B5EF4-FFF2-40B4-BE49-F238E27FC236}">
                            <a16:creationId xmlns:a16="http://schemas.microsoft.com/office/drawing/2014/main" id="{F01B918E-3A82-B27D-CCB6-7822E655457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876" name="Freeform 111">
                        <a:extLst>
                          <a:ext uri="{FF2B5EF4-FFF2-40B4-BE49-F238E27FC236}">
                            <a16:creationId xmlns:a16="http://schemas.microsoft.com/office/drawing/2014/main" id="{37F460B8-204B-262E-724F-196EA9724D0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877" name="Freeform 112">
                        <a:extLst>
                          <a:ext uri="{FF2B5EF4-FFF2-40B4-BE49-F238E27FC236}">
                            <a16:creationId xmlns:a16="http://schemas.microsoft.com/office/drawing/2014/main" id="{BB175CE6-A8CA-0986-3669-4844003BD07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878" name="Freeform 113">
                        <a:extLst>
                          <a:ext uri="{FF2B5EF4-FFF2-40B4-BE49-F238E27FC236}">
                            <a16:creationId xmlns:a16="http://schemas.microsoft.com/office/drawing/2014/main" id="{ED79DE1B-D6CC-66E8-6BC2-D99075A0BDE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879" name="Freeform 114">
                        <a:extLst>
                          <a:ext uri="{FF2B5EF4-FFF2-40B4-BE49-F238E27FC236}">
                            <a16:creationId xmlns:a16="http://schemas.microsoft.com/office/drawing/2014/main" id="{76561E90-EEA7-B6DB-6C30-AE0473F2324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</p:grpSp>
            </p:grpSp>
            <p:sp>
              <p:nvSpPr>
                <p:cNvPr id="867" name="WordArt 115">
                  <a:extLst>
                    <a:ext uri="{FF2B5EF4-FFF2-40B4-BE49-F238E27FC236}">
                      <a16:creationId xmlns:a16="http://schemas.microsoft.com/office/drawing/2014/main" id="{0F88FEF9-7CC5-F9EA-B8DD-78FBE87C6FB3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865" name="WordArt 68">
                <a:extLst>
                  <a:ext uri="{FF2B5EF4-FFF2-40B4-BE49-F238E27FC236}">
                    <a16:creationId xmlns:a16="http://schemas.microsoft.com/office/drawing/2014/main" id="{55DE700C-F6E8-B212-1E72-7EE8BEA37C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4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leaf_2_2</a:t>
                </a:r>
              </a:p>
            </p:txBody>
          </p:sp>
        </p:grpSp>
        <p:sp>
          <p:nvSpPr>
            <p:cNvPr id="813" name="Oval 152">
              <a:extLst>
                <a:ext uri="{FF2B5EF4-FFF2-40B4-BE49-F238E27FC236}">
                  <a16:creationId xmlns:a16="http://schemas.microsoft.com/office/drawing/2014/main" id="{AD8662FA-519B-B62C-20E4-F02146F7D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8709" y="4796466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814" name="Oval 152">
              <a:extLst>
                <a:ext uri="{FF2B5EF4-FFF2-40B4-BE49-F238E27FC236}">
                  <a16:creationId xmlns:a16="http://schemas.microsoft.com/office/drawing/2014/main" id="{CE0C5111-5419-0AF4-3E4D-F5E41D35F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8130" y="5748692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815" name="Oval 152">
              <a:extLst>
                <a:ext uri="{FF2B5EF4-FFF2-40B4-BE49-F238E27FC236}">
                  <a16:creationId xmlns:a16="http://schemas.microsoft.com/office/drawing/2014/main" id="{BDA33492-3932-722A-A4E1-6F2D4C80B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4238" y="5767550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U</a:t>
              </a:r>
            </a:p>
          </p:txBody>
        </p:sp>
        <p:sp>
          <p:nvSpPr>
            <p:cNvPr id="816" name="Oval 152">
              <a:extLst>
                <a:ext uri="{FF2B5EF4-FFF2-40B4-BE49-F238E27FC236}">
                  <a16:creationId xmlns:a16="http://schemas.microsoft.com/office/drawing/2014/main" id="{FE94DDB4-BF1C-65F0-186F-C013A3784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8293" y="5778274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V</a:t>
              </a:r>
            </a:p>
          </p:txBody>
        </p:sp>
        <p:sp>
          <p:nvSpPr>
            <p:cNvPr id="817" name="Oval 152">
              <a:extLst>
                <a:ext uri="{FF2B5EF4-FFF2-40B4-BE49-F238E27FC236}">
                  <a16:creationId xmlns:a16="http://schemas.microsoft.com/office/drawing/2014/main" id="{E303019E-D062-20D0-EE52-49F59CEE51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010" y="5771265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Z</a:t>
              </a:r>
            </a:p>
          </p:txBody>
        </p:sp>
        <p:sp>
          <p:nvSpPr>
            <p:cNvPr id="818" name="Oval 152">
              <a:extLst>
                <a:ext uri="{FF2B5EF4-FFF2-40B4-BE49-F238E27FC236}">
                  <a16:creationId xmlns:a16="http://schemas.microsoft.com/office/drawing/2014/main" id="{1F3AE9B1-7575-7703-B8FD-35F0235878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7531" y="5780617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M</a:t>
              </a:r>
            </a:p>
          </p:txBody>
        </p:sp>
        <p:sp>
          <p:nvSpPr>
            <p:cNvPr id="819" name="Oval 152">
              <a:extLst>
                <a:ext uri="{FF2B5EF4-FFF2-40B4-BE49-F238E27FC236}">
                  <a16:creationId xmlns:a16="http://schemas.microsoft.com/office/drawing/2014/main" id="{D2C64AA0-EF2C-57B9-ED94-BAFD9A3498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2457" y="5780617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F</a:t>
              </a:r>
            </a:p>
          </p:txBody>
        </p:sp>
        <p:sp>
          <p:nvSpPr>
            <p:cNvPr id="820" name="Oval 152">
              <a:extLst>
                <a:ext uri="{FF2B5EF4-FFF2-40B4-BE49-F238E27FC236}">
                  <a16:creationId xmlns:a16="http://schemas.microsoft.com/office/drawing/2014/main" id="{1116CEE1-A42D-DB65-086E-48355740E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14712" y="5780617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P</a:t>
              </a:r>
            </a:p>
          </p:txBody>
        </p:sp>
        <p:sp>
          <p:nvSpPr>
            <p:cNvPr id="821" name="Oval 152">
              <a:extLst>
                <a:ext uri="{FF2B5EF4-FFF2-40B4-BE49-F238E27FC236}">
                  <a16:creationId xmlns:a16="http://schemas.microsoft.com/office/drawing/2014/main" id="{6DB58873-BBDB-7EBE-C496-3FF97EAF64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8946" y="5780617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W</a:t>
              </a:r>
            </a:p>
          </p:txBody>
        </p:sp>
        <p:sp>
          <p:nvSpPr>
            <p:cNvPr id="822" name="Oval 152">
              <a:extLst>
                <a:ext uri="{FF2B5EF4-FFF2-40B4-BE49-F238E27FC236}">
                  <a16:creationId xmlns:a16="http://schemas.microsoft.com/office/drawing/2014/main" id="{83B1CE44-193F-6650-66A7-6083EEF96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71606" y="4788333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O</a:t>
              </a:r>
            </a:p>
          </p:txBody>
        </p:sp>
        <p:sp>
          <p:nvSpPr>
            <p:cNvPr id="823" name="Oval 152">
              <a:extLst>
                <a:ext uri="{FF2B5EF4-FFF2-40B4-BE49-F238E27FC236}">
                  <a16:creationId xmlns:a16="http://schemas.microsoft.com/office/drawing/2014/main" id="{B4C98826-5300-F720-9FC2-30B0B249C1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86955" y="4663959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L</a:t>
              </a:r>
            </a:p>
          </p:txBody>
        </p:sp>
        <p:sp>
          <p:nvSpPr>
            <p:cNvPr id="824" name="Oval 152">
              <a:extLst>
                <a:ext uri="{FF2B5EF4-FFF2-40B4-BE49-F238E27FC236}">
                  <a16:creationId xmlns:a16="http://schemas.microsoft.com/office/drawing/2014/main" id="{675A722E-74EC-9B6D-439F-6967F42A05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6407" y="4661283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N</a:t>
              </a:r>
            </a:p>
          </p:txBody>
        </p:sp>
        <p:sp>
          <p:nvSpPr>
            <p:cNvPr id="825" name="Oval 152">
              <a:extLst>
                <a:ext uri="{FF2B5EF4-FFF2-40B4-BE49-F238E27FC236}">
                  <a16:creationId xmlns:a16="http://schemas.microsoft.com/office/drawing/2014/main" id="{2533236B-2F76-EE66-7099-48CEBA3B4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2560" y="4773920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K</a:t>
              </a:r>
            </a:p>
          </p:txBody>
        </p:sp>
        <p:sp>
          <p:nvSpPr>
            <p:cNvPr id="826" name="Oval 152">
              <a:extLst>
                <a:ext uri="{FF2B5EF4-FFF2-40B4-BE49-F238E27FC236}">
                  <a16:creationId xmlns:a16="http://schemas.microsoft.com/office/drawing/2014/main" id="{EA0A3009-95D3-E11D-CF03-56F5A981D9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7376" y="4794912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E</a:t>
              </a:r>
            </a:p>
          </p:txBody>
        </p:sp>
        <p:sp>
          <p:nvSpPr>
            <p:cNvPr id="827" name="Oval 152">
              <a:extLst>
                <a:ext uri="{FF2B5EF4-FFF2-40B4-BE49-F238E27FC236}">
                  <a16:creationId xmlns:a16="http://schemas.microsoft.com/office/drawing/2014/main" id="{30B1F4ED-7B23-EB60-8E49-E1B406267D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177" y="4682944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828" name="Oval 152">
              <a:extLst>
                <a:ext uri="{FF2B5EF4-FFF2-40B4-BE49-F238E27FC236}">
                  <a16:creationId xmlns:a16="http://schemas.microsoft.com/office/drawing/2014/main" id="{EE0905D9-7EA0-0B56-B437-F9A8BC65C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0938" y="4669449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829" name="Oval 152">
              <a:extLst>
                <a:ext uri="{FF2B5EF4-FFF2-40B4-BE49-F238E27FC236}">
                  <a16:creationId xmlns:a16="http://schemas.microsoft.com/office/drawing/2014/main" id="{9488983B-89BC-5C4B-C9B0-E0F35146A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8076" y="3809883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Q</a:t>
              </a:r>
            </a:p>
          </p:txBody>
        </p:sp>
        <p:sp>
          <p:nvSpPr>
            <p:cNvPr id="830" name="Oval 152">
              <a:extLst>
                <a:ext uri="{FF2B5EF4-FFF2-40B4-BE49-F238E27FC236}">
                  <a16:creationId xmlns:a16="http://schemas.microsoft.com/office/drawing/2014/main" id="{21691AA7-0352-467B-22C3-91A220CF1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83674" y="3809883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R</a:t>
              </a:r>
            </a:p>
          </p:txBody>
        </p:sp>
        <p:sp>
          <p:nvSpPr>
            <p:cNvPr id="831" name="Oval 152">
              <a:extLst>
                <a:ext uri="{FF2B5EF4-FFF2-40B4-BE49-F238E27FC236}">
                  <a16:creationId xmlns:a16="http://schemas.microsoft.com/office/drawing/2014/main" id="{FF9A1A5D-180A-3F4D-171E-4FAC9DE7A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4543" y="3824051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S</a:t>
              </a:r>
            </a:p>
          </p:txBody>
        </p:sp>
        <p:sp>
          <p:nvSpPr>
            <p:cNvPr id="832" name="Oval 152">
              <a:extLst>
                <a:ext uri="{FF2B5EF4-FFF2-40B4-BE49-F238E27FC236}">
                  <a16:creationId xmlns:a16="http://schemas.microsoft.com/office/drawing/2014/main" id="{889D9FB3-DECA-82D4-6E65-85E5282F28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7811" y="3720481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T</a:t>
              </a:r>
            </a:p>
          </p:txBody>
        </p:sp>
        <p:sp>
          <p:nvSpPr>
            <p:cNvPr id="839" name="Oval 152">
              <a:extLst>
                <a:ext uri="{FF2B5EF4-FFF2-40B4-BE49-F238E27FC236}">
                  <a16:creationId xmlns:a16="http://schemas.microsoft.com/office/drawing/2014/main" id="{792EBBD6-EBC3-09CC-1F31-C0B97EF8D9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1935" y="3835160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I</a:t>
              </a:r>
            </a:p>
          </p:txBody>
        </p:sp>
        <p:sp>
          <p:nvSpPr>
            <p:cNvPr id="840" name="Oval 152">
              <a:extLst>
                <a:ext uri="{FF2B5EF4-FFF2-40B4-BE49-F238E27FC236}">
                  <a16:creationId xmlns:a16="http://schemas.microsoft.com/office/drawing/2014/main" id="{FA2C2756-A487-A724-5F34-B3AFB1CB5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6181" y="3799303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G</a:t>
              </a:r>
            </a:p>
          </p:txBody>
        </p:sp>
        <p:sp>
          <p:nvSpPr>
            <p:cNvPr id="841" name="Oval 152">
              <a:extLst>
                <a:ext uri="{FF2B5EF4-FFF2-40B4-BE49-F238E27FC236}">
                  <a16:creationId xmlns:a16="http://schemas.microsoft.com/office/drawing/2014/main" id="{DC4366F0-957E-FA40-85AB-292F9298D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0668" y="3788609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H</a:t>
              </a:r>
            </a:p>
          </p:txBody>
        </p:sp>
        <p:sp>
          <p:nvSpPr>
            <p:cNvPr id="842" name="Oval 152">
              <a:extLst>
                <a:ext uri="{FF2B5EF4-FFF2-40B4-BE49-F238E27FC236}">
                  <a16:creationId xmlns:a16="http://schemas.microsoft.com/office/drawing/2014/main" id="{F97A62F6-1D2F-F19C-E57A-6540A4F61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4334" y="3858326"/>
              <a:ext cx="183657" cy="18365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1200">
                  <a:latin typeface="Tahoma" panose="020B0604030504040204" pitchFamily="34" charset="0"/>
                </a:rPr>
                <a:t>J</a:t>
              </a:r>
            </a:p>
          </p:txBody>
        </p:sp>
        <p:sp>
          <p:nvSpPr>
            <p:cNvPr id="845" name="Text Box 137">
              <a:extLst>
                <a:ext uri="{FF2B5EF4-FFF2-40B4-BE49-F238E27FC236}">
                  <a16:creationId xmlns:a16="http://schemas.microsoft.com/office/drawing/2014/main" id="{261951F6-FA53-0096-69F2-4FAFC04E7BC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 rot="16200000">
              <a:off x="4750792" y="5228468"/>
              <a:ext cx="656649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800" b="1" dirty="0">
                  <a:latin typeface="Tahoma" panose="020B0604030504040204" pitchFamily="34" charset="0"/>
                </a:rPr>
                <a:t>AS64512</a:t>
              </a:r>
            </a:p>
          </p:txBody>
        </p:sp>
        <p:sp>
          <p:nvSpPr>
            <p:cNvPr id="846" name="Text Box 137">
              <a:extLst>
                <a:ext uri="{FF2B5EF4-FFF2-40B4-BE49-F238E27FC236}">
                  <a16:creationId xmlns:a16="http://schemas.microsoft.com/office/drawing/2014/main" id="{84781EF7-2C59-DAE7-645D-04C46DD73BF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976343" y="4096922"/>
              <a:ext cx="878782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1200" b="1" dirty="0">
                  <a:latin typeface="Tahoma" panose="020B0604030504040204" pitchFamily="34" charset="0"/>
                </a:rPr>
                <a:t>AS64514</a:t>
              </a:r>
              <a:endParaRPr lang="it-IT" altLang="it-IT" sz="1400" b="1" dirty="0">
                <a:latin typeface="Tahoma" panose="020B0604030504040204" pitchFamily="34" charset="0"/>
              </a:endParaRPr>
            </a:p>
          </p:txBody>
        </p:sp>
        <p:sp>
          <p:nvSpPr>
            <p:cNvPr id="847" name="Text Box 137">
              <a:extLst>
                <a:ext uri="{FF2B5EF4-FFF2-40B4-BE49-F238E27FC236}">
                  <a16:creationId xmlns:a16="http://schemas.microsoft.com/office/drawing/2014/main" id="{1C613DE5-400B-024C-8AFE-B67DE8E0C4D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 rot="16200000">
              <a:off x="5226915" y="5237563"/>
              <a:ext cx="656649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800" b="1" dirty="0">
                  <a:latin typeface="Tahoma" panose="020B0604030504040204" pitchFamily="34" charset="0"/>
                </a:rPr>
                <a:t>AS64513</a:t>
              </a:r>
            </a:p>
          </p:txBody>
        </p:sp>
        <p:sp>
          <p:nvSpPr>
            <p:cNvPr id="848" name="Text Box 137">
              <a:extLst>
                <a:ext uri="{FF2B5EF4-FFF2-40B4-BE49-F238E27FC236}">
                  <a16:creationId xmlns:a16="http://schemas.microsoft.com/office/drawing/2014/main" id="{5BBCDA71-06D5-BA34-9E98-CB3AA26EB7B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 rot="16200000">
              <a:off x="9460238" y="5227587"/>
              <a:ext cx="656649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800" b="1" dirty="0">
                  <a:latin typeface="Tahoma" panose="020B0604030504040204" pitchFamily="34" charset="0"/>
                </a:rPr>
                <a:t>AS64515</a:t>
              </a:r>
            </a:p>
          </p:txBody>
        </p:sp>
        <p:sp>
          <p:nvSpPr>
            <p:cNvPr id="849" name="Text Box 137">
              <a:extLst>
                <a:ext uri="{FF2B5EF4-FFF2-40B4-BE49-F238E27FC236}">
                  <a16:creationId xmlns:a16="http://schemas.microsoft.com/office/drawing/2014/main" id="{5C10EBF4-DA34-A2BC-E4AB-BE72293B5E6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 rot="16200000">
              <a:off x="9958308" y="5219928"/>
              <a:ext cx="656649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800" b="1" dirty="0">
                  <a:latin typeface="Tahoma" panose="020B0604030504040204" pitchFamily="34" charset="0"/>
                </a:rPr>
                <a:t>AS64516</a:t>
              </a:r>
            </a:p>
          </p:txBody>
        </p:sp>
        <p:sp>
          <p:nvSpPr>
            <p:cNvPr id="850" name="Text Box 137">
              <a:extLst>
                <a:ext uri="{FF2B5EF4-FFF2-40B4-BE49-F238E27FC236}">
                  <a16:creationId xmlns:a16="http://schemas.microsoft.com/office/drawing/2014/main" id="{06F2DFA9-E856-64B2-0313-398195E7A55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684671" y="4128590"/>
              <a:ext cx="729970" cy="230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1200" b="1">
                  <a:latin typeface="Tahoma" panose="020B0604030504040204" pitchFamily="34" charset="0"/>
                </a:rPr>
                <a:t>AS64517</a:t>
              </a:r>
              <a:endParaRPr lang="it-IT" altLang="it-IT" sz="1400" b="1">
                <a:latin typeface="Tahoma" panose="020B0604030504040204" pitchFamily="34" charset="0"/>
              </a:endParaRPr>
            </a:p>
          </p:txBody>
        </p:sp>
        <p:sp>
          <p:nvSpPr>
            <p:cNvPr id="851" name="Text Box 137">
              <a:extLst>
                <a:ext uri="{FF2B5EF4-FFF2-40B4-BE49-F238E27FC236}">
                  <a16:creationId xmlns:a16="http://schemas.microsoft.com/office/drawing/2014/main" id="{EB36F68C-CED3-F30C-6C2C-A1872DE2338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069054" y="2765620"/>
              <a:ext cx="729970" cy="230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it-IT" altLang="it-IT" sz="1200" b="1">
                  <a:latin typeface="Tahoma" panose="020B0604030504040204" pitchFamily="34" charset="0"/>
                </a:rPr>
                <a:t>AS64518</a:t>
              </a:r>
              <a:endParaRPr lang="it-IT" altLang="it-IT" sz="1400" b="1">
                <a:latin typeface="Tahoma" panose="020B0604030504040204" pitchFamily="34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0D0C261-37EB-C76A-13A3-077EBDD047DC}"/>
                </a:ext>
              </a:extLst>
            </p:cNvPr>
            <p:cNvGrpSpPr/>
            <p:nvPr/>
          </p:nvGrpSpPr>
          <p:grpSpPr>
            <a:xfrm>
              <a:off x="5685728" y="4210548"/>
              <a:ext cx="673579" cy="385348"/>
              <a:chOff x="967835" y="2541918"/>
              <a:chExt cx="1426054" cy="463051"/>
            </a:xfrm>
          </p:grpSpPr>
          <p:grpSp>
            <p:nvGrpSpPr>
              <p:cNvPr id="5" name="Group 93">
                <a:extLst>
                  <a:ext uri="{FF2B5EF4-FFF2-40B4-BE49-F238E27FC236}">
                    <a16:creationId xmlns:a16="http://schemas.microsoft.com/office/drawing/2014/main" id="{4F8622A5-8321-D89F-B9F6-BE02BA4BB31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7" name="Group 94">
                  <a:extLst>
                    <a:ext uri="{FF2B5EF4-FFF2-40B4-BE49-F238E27FC236}">
                      <a16:creationId xmlns:a16="http://schemas.microsoft.com/office/drawing/2014/main" id="{9C333F17-6AE5-990E-016A-2233EB61665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9" name="AutoShape 95">
                    <a:extLst>
                      <a:ext uri="{FF2B5EF4-FFF2-40B4-BE49-F238E27FC236}">
                        <a16:creationId xmlns:a16="http://schemas.microsoft.com/office/drawing/2014/main" id="{89F8F9BC-4A87-E9EC-A4AD-279FC8FFE239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8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10" name="Group 96">
                    <a:extLst>
                      <a:ext uri="{FF2B5EF4-FFF2-40B4-BE49-F238E27FC236}">
                        <a16:creationId xmlns:a16="http://schemas.microsoft.com/office/drawing/2014/main" id="{F4F5CE2F-51F1-C860-9A16-8299BCB74DD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11" name="Group 97">
                      <a:extLst>
                        <a:ext uri="{FF2B5EF4-FFF2-40B4-BE49-F238E27FC236}">
                          <a16:creationId xmlns:a16="http://schemas.microsoft.com/office/drawing/2014/main" id="{B3E18005-A84E-BDF7-F936-3CE98F57B104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21" name="Freeform 98">
                        <a:extLst>
                          <a:ext uri="{FF2B5EF4-FFF2-40B4-BE49-F238E27FC236}">
                            <a16:creationId xmlns:a16="http://schemas.microsoft.com/office/drawing/2014/main" id="{8B111D65-6FA1-4C08-9E17-AFA26CD88A0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22" name="Freeform 99">
                        <a:extLst>
                          <a:ext uri="{FF2B5EF4-FFF2-40B4-BE49-F238E27FC236}">
                            <a16:creationId xmlns:a16="http://schemas.microsoft.com/office/drawing/2014/main" id="{D1FD7683-FB50-2EE5-1B0C-E770C3A5B66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23" name="Freeform 100">
                        <a:extLst>
                          <a:ext uri="{FF2B5EF4-FFF2-40B4-BE49-F238E27FC236}">
                            <a16:creationId xmlns:a16="http://schemas.microsoft.com/office/drawing/2014/main" id="{8403B06D-9194-8FF0-CF19-9E60804D7FF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24" name="Freeform 101">
                        <a:extLst>
                          <a:ext uri="{FF2B5EF4-FFF2-40B4-BE49-F238E27FC236}">
                            <a16:creationId xmlns:a16="http://schemas.microsoft.com/office/drawing/2014/main" id="{E32657A7-826F-0EE3-6987-CB2F45B313B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25" name="Freeform 102">
                        <a:extLst>
                          <a:ext uri="{FF2B5EF4-FFF2-40B4-BE49-F238E27FC236}">
                            <a16:creationId xmlns:a16="http://schemas.microsoft.com/office/drawing/2014/main" id="{D4E27F8A-C042-ADFF-39B6-B03AAC16356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26" name="Freeform 103">
                        <a:extLst>
                          <a:ext uri="{FF2B5EF4-FFF2-40B4-BE49-F238E27FC236}">
                            <a16:creationId xmlns:a16="http://schemas.microsoft.com/office/drawing/2014/main" id="{6F00FE32-9CE0-BFB0-EDDE-274FBE237BA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27" name="Freeform 104">
                        <a:extLst>
                          <a:ext uri="{FF2B5EF4-FFF2-40B4-BE49-F238E27FC236}">
                            <a16:creationId xmlns:a16="http://schemas.microsoft.com/office/drawing/2014/main" id="{391E1B05-6B5D-E66C-1A54-B394B4D17DE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28" name="Freeform 105">
                        <a:extLst>
                          <a:ext uri="{FF2B5EF4-FFF2-40B4-BE49-F238E27FC236}">
                            <a16:creationId xmlns:a16="http://schemas.microsoft.com/office/drawing/2014/main" id="{E965D34D-D1F7-78F7-D189-218282EAA39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  <p:grpSp>
                  <p:nvGrpSpPr>
                    <p:cNvPr id="12" name="Group 106">
                      <a:extLst>
                        <a:ext uri="{FF2B5EF4-FFF2-40B4-BE49-F238E27FC236}">
                          <a16:creationId xmlns:a16="http://schemas.microsoft.com/office/drawing/2014/main" id="{C96E4A28-ADF0-3A41-963B-B8DFB1834933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13" name="Freeform 107">
                        <a:extLst>
                          <a:ext uri="{FF2B5EF4-FFF2-40B4-BE49-F238E27FC236}">
                            <a16:creationId xmlns:a16="http://schemas.microsoft.com/office/drawing/2014/main" id="{5138B7B7-36A2-8FA9-35DD-0ACBF67BDED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4" name="Freeform 108">
                        <a:extLst>
                          <a:ext uri="{FF2B5EF4-FFF2-40B4-BE49-F238E27FC236}">
                            <a16:creationId xmlns:a16="http://schemas.microsoft.com/office/drawing/2014/main" id="{C841C367-811B-095B-45E7-6F855D19FC1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5" name="Freeform 109">
                        <a:extLst>
                          <a:ext uri="{FF2B5EF4-FFF2-40B4-BE49-F238E27FC236}">
                            <a16:creationId xmlns:a16="http://schemas.microsoft.com/office/drawing/2014/main" id="{DFB15C02-3E72-9C26-83EA-9EEE335FDDF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6" name="Freeform 110">
                        <a:extLst>
                          <a:ext uri="{FF2B5EF4-FFF2-40B4-BE49-F238E27FC236}">
                            <a16:creationId xmlns:a16="http://schemas.microsoft.com/office/drawing/2014/main" id="{D4988F3B-44B2-735B-31D4-FDDC426259A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7" name="Freeform 111">
                        <a:extLst>
                          <a:ext uri="{FF2B5EF4-FFF2-40B4-BE49-F238E27FC236}">
                            <a16:creationId xmlns:a16="http://schemas.microsoft.com/office/drawing/2014/main" id="{E121A056-2DC2-EBE1-C425-E0C09C66630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8" name="Freeform 112">
                        <a:extLst>
                          <a:ext uri="{FF2B5EF4-FFF2-40B4-BE49-F238E27FC236}">
                            <a16:creationId xmlns:a16="http://schemas.microsoft.com/office/drawing/2014/main" id="{323D3CAB-BC4B-DE6D-6597-2BAF8AC764E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9" name="Freeform 113">
                        <a:extLst>
                          <a:ext uri="{FF2B5EF4-FFF2-40B4-BE49-F238E27FC236}">
                            <a16:creationId xmlns:a16="http://schemas.microsoft.com/office/drawing/2014/main" id="{25CD2F0E-D96A-9079-F571-DA918BCB74C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20" name="Freeform 114">
                        <a:extLst>
                          <a:ext uri="{FF2B5EF4-FFF2-40B4-BE49-F238E27FC236}">
                            <a16:creationId xmlns:a16="http://schemas.microsoft.com/office/drawing/2014/main" id="{352ABC58-84E1-3FF6-87EC-08302B6A22E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</p:grpSp>
            </p:grpSp>
            <p:sp>
              <p:nvSpPr>
                <p:cNvPr id="8" name="WordArt 115">
                  <a:extLst>
                    <a:ext uri="{FF2B5EF4-FFF2-40B4-BE49-F238E27FC236}">
                      <a16:creationId xmlns:a16="http://schemas.microsoft.com/office/drawing/2014/main" id="{84210C6A-CF9F-4F87-82A1-546F4EE7F2B0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6" name="WordArt 68">
                <a:extLst>
                  <a:ext uri="{FF2B5EF4-FFF2-40B4-BE49-F238E27FC236}">
                    <a16:creationId xmlns:a16="http://schemas.microsoft.com/office/drawing/2014/main" id="{589D9734-927B-0E7F-76BD-B802DA5623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4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spine_1_2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F066FED-0D89-5B3C-7C19-561755C77ED0}"/>
                </a:ext>
              </a:extLst>
            </p:cNvPr>
            <p:cNvGrpSpPr/>
            <p:nvPr/>
          </p:nvGrpSpPr>
          <p:grpSpPr>
            <a:xfrm>
              <a:off x="8979925" y="5128595"/>
              <a:ext cx="673579" cy="385348"/>
              <a:chOff x="967835" y="2541918"/>
              <a:chExt cx="1426054" cy="463051"/>
            </a:xfrm>
          </p:grpSpPr>
          <p:grpSp>
            <p:nvGrpSpPr>
              <p:cNvPr id="30" name="Group 93">
                <a:extLst>
                  <a:ext uri="{FF2B5EF4-FFF2-40B4-BE49-F238E27FC236}">
                    <a16:creationId xmlns:a16="http://schemas.microsoft.com/office/drawing/2014/main" id="{74408D37-C15B-A77F-3E5F-42B7706A603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32" name="Group 94">
                  <a:extLst>
                    <a:ext uri="{FF2B5EF4-FFF2-40B4-BE49-F238E27FC236}">
                      <a16:creationId xmlns:a16="http://schemas.microsoft.com/office/drawing/2014/main" id="{8B3EC374-F480-DA61-56B6-E9E398A143F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34" name="AutoShape 95">
                    <a:extLst>
                      <a:ext uri="{FF2B5EF4-FFF2-40B4-BE49-F238E27FC236}">
                        <a16:creationId xmlns:a16="http://schemas.microsoft.com/office/drawing/2014/main" id="{E2F5A5CB-799B-E644-5CFD-26F937FD0A78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8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35" name="Group 96">
                    <a:extLst>
                      <a:ext uri="{FF2B5EF4-FFF2-40B4-BE49-F238E27FC236}">
                        <a16:creationId xmlns:a16="http://schemas.microsoft.com/office/drawing/2014/main" id="{25B59BA6-C417-F2A0-88B5-840AB72D82C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36" name="Group 97">
                      <a:extLst>
                        <a:ext uri="{FF2B5EF4-FFF2-40B4-BE49-F238E27FC236}">
                          <a16:creationId xmlns:a16="http://schemas.microsoft.com/office/drawing/2014/main" id="{C1C8E9BC-FF1A-91A8-671B-3B99CB8E316D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46" name="Freeform 98">
                        <a:extLst>
                          <a:ext uri="{FF2B5EF4-FFF2-40B4-BE49-F238E27FC236}">
                            <a16:creationId xmlns:a16="http://schemas.microsoft.com/office/drawing/2014/main" id="{6B831412-AE0D-247A-129F-A51BEEF2309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7" name="Freeform 99">
                        <a:extLst>
                          <a:ext uri="{FF2B5EF4-FFF2-40B4-BE49-F238E27FC236}">
                            <a16:creationId xmlns:a16="http://schemas.microsoft.com/office/drawing/2014/main" id="{2E3C7BF7-F074-B990-E539-99FEA7A8473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8" name="Freeform 100">
                        <a:extLst>
                          <a:ext uri="{FF2B5EF4-FFF2-40B4-BE49-F238E27FC236}">
                            <a16:creationId xmlns:a16="http://schemas.microsoft.com/office/drawing/2014/main" id="{13BECBBF-415E-9E97-4E54-A464967CD7D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9" name="Freeform 101">
                        <a:extLst>
                          <a:ext uri="{FF2B5EF4-FFF2-40B4-BE49-F238E27FC236}">
                            <a16:creationId xmlns:a16="http://schemas.microsoft.com/office/drawing/2014/main" id="{59054EDF-D1BE-98E8-1244-3B64CB8228B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50" name="Freeform 102">
                        <a:extLst>
                          <a:ext uri="{FF2B5EF4-FFF2-40B4-BE49-F238E27FC236}">
                            <a16:creationId xmlns:a16="http://schemas.microsoft.com/office/drawing/2014/main" id="{F5DA63DD-8FE5-5D89-D801-BC9C621106A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51" name="Freeform 103">
                        <a:extLst>
                          <a:ext uri="{FF2B5EF4-FFF2-40B4-BE49-F238E27FC236}">
                            <a16:creationId xmlns:a16="http://schemas.microsoft.com/office/drawing/2014/main" id="{CAB7BD31-5F03-008A-EC85-BCAD68096BF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52" name="Freeform 104">
                        <a:extLst>
                          <a:ext uri="{FF2B5EF4-FFF2-40B4-BE49-F238E27FC236}">
                            <a16:creationId xmlns:a16="http://schemas.microsoft.com/office/drawing/2014/main" id="{18E00294-C8A6-0126-0EE8-354185368A6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53" name="Freeform 105">
                        <a:extLst>
                          <a:ext uri="{FF2B5EF4-FFF2-40B4-BE49-F238E27FC236}">
                            <a16:creationId xmlns:a16="http://schemas.microsoft.com/office/drawing/2014/main" id="{9409378D-29F5-1675-6632-6BB538B6725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  <p:grpSp>
                  <p:nvGrpSpPr>
                    <p:cNvPr id="37" name="Group 106">
                      <a:extLst>
                        <a:ext uri="{FF2B5EF4-FFF2-40B4-BE49-F238E27FC236}">
                          <a16:creationId xmlns:a16="http://schemas.microsoft.com/office/drawing/2014/main" id="{C8AE80DD-D4BF-E844-B436-CD3E9CD012F9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38" name="Freeform 107">
                        <a:extLst>
                          <a:ext uri="{FF2B5EF4-FFF2-40B4-BE49-F238E27FC236}">
                            <a16:creationId xmlns:a16="http://schemas.microsoft.com/office/drawing/2014/main" id="{16526EE5-AFAA-C734-94CD-E95DD338704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39" name="Freeform 108">
                        <a:extLst>
                          <a:ext uri="{FF2B5EF4-FFF2-40B4-BE49-F238E27FC236}">
                            <a16:creationId xmlns:a16="http://schemas.microsoft.com/office/drawing/2014/main" id="{193BDBEC-F461-0BEC-0BED-41D2FC10AED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0" name="Freeform 109">
                        <a:extLst>
                          <a:ext uri="{FF2B5EF4-FFF2-40B4-BE49-F238E27FC236}">
                            <a16:creationId xmlns:a16="http://schemas.microsoft.com/office/drawing/2014/main" id="{42CB0586-A4F8-66BF-2B2F-CCC784AF023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1" name="Freeform 110">
                        <a:extLst>
                          <a:ext uri="{FF2B5EF4-FFF2-40B4-BE49-F238E27FC236}">
                            <a16:creationId xmlns:a16="http://schemas.microsoft.com/office/drawing/2014/main" id="{98EC8C56-95AD-73F5-AF58-2399C5146A3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2" name="Freeform 111">
                        <a:extLst>
                          <a:ext uri="{FF2B5EF4-FFF2-40B4-BE49-F238E27FC236}">
                            <a16:creationId xmlns:a16="http://schemas.microsoft.com/office/drawing/2014/main" id="{2B50C056-9313-4B3D-CACA-F74C3083763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3" name="Freeform 112">
                        <a:extLst>
                          <a:ext uri="{FF2B5EF4-FFF2-40B4-BE49-F238E27FC236}">
                            <a16:creationId xmlns:a16="http://schemas.microsoft.com/office/drawing/2014/main" id="{EBF9FE23-8EC7-9DF2-7E20-56E9A87938D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4" name="Freeform 113">
                        <a:extLst>
                          <a:ext uri="{FF2B5EF4-FFF2-40B4-BE49-F238E27FC236}">
                            <a16:creationId xmlns:a16="http://schemas.microsoft.com/office/drawing/2014/main" id="{84E0B8C6-7F8D-AF3A-0003-C55A922CC15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5" name="Freeform 114">
                        <a:extLst>
                          <a:ext uri="{FF2B5EF4-FFF2-40B4-BE49-F238E27FC236}">
                            <a16:creationId xmlns:a16="http://schemas.microsoft.com/office/drawing/2014/main" id="{46687E71-115B-C4C6-7A03-3EA16C572D0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</p:grpSp>
            </p:grpSp>
            <p:sp>
              <p:nvSpPr>
                <p:cNvPr id="33" name="WordArt 115">
                  <a:extLst>
                    <a:ext uri="{FF2B5EF4-FFF2-40B4-BE49-F238E27FC236}">
                      <a16:creationId xmlns:a16="http://schemas.microsoft.com/office/drawing/2014/main" id="{6017AF94-41F9-4B2D-2AA5-5B9E08AB9173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31" name="WordArt 68">
                <a:extLst>
                  <a:ext uri="{FF2B5EF4-FFF2-40B4-BE49-F238E27FC236}">
                    <a16:creationId xmlns:a16="http://schemas.microsoft.com/office/drawing/2014/main" id="{2CB428A5-6DDE-D15E-4A31-31A5E125B9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4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leaf_2_1</a:t>
                </a: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F4E44134-8B10-A2E8-A9B4-3FEDEE146600}"/>
                </a:ext>
              </a:extLst>
            </p:cNvPr>
            <p:cNvGrpSpPr/>
            <p:nvPr/>
          </p:nvGrpSpPr>
          <p:grpSpPr>
            <a:xfrm>
              <a:off x="7821353" y="2845232"/>
              <a:ext cx="673579" cy="385348"/>
              <a:chOff x="967835" y="2541918"/>
              <a:chExt cx="1426054" cy="463051"/>
            </a:xfrm>
          </p:grpSpPr>
          <p:grpSp>
            <p:nvGrpSpPr>
              <p:cNvPr id="55" name="Group 93">
                <a:extLst>
                  <a:ext uri="{FF2B5EF4-FFF2-40B4-BE49-F238E27FC236}">
                    <a16:creationId xmlns:a16="http://schemas.microsoft.com/office/drawing/2014/main" id="{E93E7629-BC34-76EA-57EA-B0EA66ADB74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67835" y="2541918"/>
                <a:ext cx="1426054" cy="463051"/>
                <a:chOff x="3312" y="2160"/>
                <a:chExt cx="960" cy="528"/>
              </a:xfrm>
            </p:grpSpPr>
            <p:grpSp>
              <p:nvGrpSpPr>
                <p:cNvPr id="57" name="Group 94">
                  <a:extLst>
                    <a:ext uri="{FF2B5EF4-FFF2-40B4-BE49-F238E27FC236}">
                      <a16:creationId xmlns:a16="http://schemas.microsoft.com/office/drawing/2014/main" id="{60182CFA-7CBC-BD7C-6E8C-DBC03F54625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312" y="2160"/>
                  <a:ext cx="960" cy="528"/>
                  <a:chOff x="3312" y="2160"/>
                  <a:chExt cx="960" cy="528"/>
                </a:xfrm>
              </p:grpSpPr>
              <p:sp>
                <p:nvSpPr>
                  <p:cNvPr id="59" name="AutoShape 95">
                    <a:extLst>
                      <a:ext uri="{FF2B5EF4-FFF2-40B4-BE49-F238E27FC236}">
                        <a16:creationId xmlns:a16="http://schemas.microsoft.com/office/drawing/2014/main" id="{377BC49E-DB6B-85D1-582A-FC613A48B268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312" y="2160"/>
                    <a:ext cx="960" cy="528"/>
                  </a:xfrm>
                  <a:prstGeom prst="can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2F5E"/>
                      </a:gs>
                      <a:gs pos="50000">
                        <a:srgbClr val="0066CC"/>
                      </a:gs>
                      <a:gs pos="100000">
                        <a:srgbClr val="002F5E"/>
                      </a:gs>
                    </a:gsLst>
                    <a:lin ang="0" scaled="1"/>
                  </a:gradFill>
                  <a:ln w="9525">
                    <a:solidFill>
                      <a:srgbClr val="819F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73025" tIns="36512" rIns="73025" bIns="36512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CC00"/>
                      </a:buClr>
                      <a:buSzPct val="7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7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it-IT" altLang="it-IT" sz="180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60" name="Group 96">
                    <a:extLst>
                      <a:ext uri="{FF2B5EF4-FFF2-40B4-BE49-F238E27FC236}">
                        <a16:creationId xmlns:a16="http://schemas.microsoft.com/office/drawing/2014/main" id="{3878C39F-5CAE-5A18-E6A7-0EE7049A3DB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488" y="2193"/>
                    <a:ext cx="599" cy="207"/>
                    <a:chOff x="422" y="1632"/>
                    <a:chExt cx="829" cy="298"/>
                  </a:xfrm>
                </p:grpSpPr>
                <p:grpSp>
                  <p:nvGrpSpPr>
                    <p:cNvPr id="61" name="Group 97">
                      <a:extLst>
                        <a:ext uri="{FF2B5EF4-FFF2-40B4-BE49-F238E27FC236}">
                          <a16:creationId xmlns:a16="http://schemas.microsoft.com/office/drawing/2014/main" id="{C1F56ED3-AE1B-0E81-B853-E1225C9D4CA8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2" y="1632"/>
                      <a:ext cx="822" cy="291"/>
                      <a:chOff x="422" y="1632"/>
                      <a:chExt cx="822" cy="291"/>
                    </a:xfrm>
                  </p:grpSpPr>
                  <p:sp>
                    <p:nvSpPr>
                      <p:cNvPr id="455" name="Freeform 98">
                        <a:extLst>
                          <a:ext uri="{FF2B5EF4-FFF2-40B4-BE49-F238E27FC236}">
                            <a16:creationId xmlns:a16="http://schemas.microsoft.com/office/drawing/2014/main" id="{3EFA582E-AD54-A16A-E512-A17D06765DF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56" name="Freeform 99">
                        <a:extLst>
                          <a:ext uri="{FF2B5EF4-FFF2-40B4-BE49-F238E27FC236}">
                            <a16:creationId xmlns:a16="http://schemas.microsoft.com/office/drawing/2014/main" id="{4A4FC2CC-F37A-A8B4-6586-6D634B54D75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4 w 393"/>
                          <a:gd name="T11" fmla="*/ 0 h 125"/>
                          <a:gd name="T12" fmla="*/ 196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4" y="0"/>
                            </a:lnTo>
                            <a:lnTo>
                              <a:pt x="196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57" name="Freeform 100">
                        <a:extLst>
                          <a:ext uri="{FF2B5EF4-FFF2-40B4-BE49-F238E27FC236}">
                            <a16:creationId xmlns:a16="http://schemas.microsoft.com/office/drawing/2014/main" id="{9641F8DD-BA22-D0C7-207F-A12FFAE5973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58" name="Freeform 101">
                        <a:extLst>
                          <a:ext uri="{FF2B5EF4-FFF2-40B4-BE49-F238E27FC236}">
                            <a16:creationId xmlns:a16="http://schemas.microsoft.com/office/drawing/2014/main" id="{C0ACF27F-BF2D-1ECD-3E3D-9C30D39C01A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2" y="1785"/>
                        <a:ext cx="393" cy="132"/>
                      </a:xfrm>
                      <a:custGeom>
                        <a:avLst/>
                        <a:gdLst>
                          <a:gd name="T0" fmla="*/ 393 w 393"/>
                          <a:gd name="T1" fmla="*/ 28 h 132"/>
                          <a:gd name="T2" fmla="*/ 305 w 393"/>
                          <a:gd name="T3" fmla="*/ 0 h 132"/>
                          <a:gd name="T4" fmla="*/ 102 w 393"/>
                          <a:gd name="T5" fmla="*/ 83 h 132"/>
                          <a:gd name="T6" fmla="*/ 0 w 393"/>
                          <a:gd name="T7" fmla="*/ 55 h 132"/>
                          <a:gd name="T8" fmla="*/ 51 w 393"/>
                          <a:gd name="T9" fmla="*/ 132 h 132"/>
                          <a:gd name="T10" fmla="*/ 305 w 393"/>
                          <a:gd name="T11" fmla="*/ 132 h 132"/>
                          <a:gd name="T12" fmla="*/ 196 w 393"/>
                          <a:gd name="T13" fmla="*/ 104 h 132"/>
                          <a:gd name="T14" fmla="*/ 393 w 393"/>
                          <a:gd name="T15" fmla="*/ 28 h 132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2">
                            <a:moveTo>
                              <a:pt x="393" y="28"/>
                            </a:moveTo>
                            <a:lnTo>
                              <a:pt x="305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2"/>
                            </a:lnTo>
                            <a:lnTo>
                              <a:pt x="305" y="132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59" name="Freeform 102">
                        <a:extLst>
                          <a:ext uri="{FF2B5EF4-FFF2-40B4-BE49-F238E27FC236}">
                            <a16:creationId xmlns:a16="http://schemas.microsoft.com/office/drawing/2014/main" id="{1108149C-F8D0-604E-FD69-C13D041A0F1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60" name="Freeform 103">
                        <a:extLst>
                          <a:ext uri="{FF2B5EF4-FFF2-40B4-BE49-F238E27FC236}">
                            <a16:creationId xmlns:a16="http://schemas.microsoft.com/office/drawing/2014/main" id="{02F913DA-1314-AEA2-F0FF-75749C11566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44" y="1632"/>
                        <a:ext cx="392" cy="125"/>
                      </a:xfrm>
                      <a:custGeom>
                        <a:avLst/>
                        <a:gdLst>
                          <a:gd name="T0" fmla="*/ 0 w 392"/>
                          <a:gd name="T1" fmla="*/ 28 h 125"/>
                          <a:gd name="T2" fmla="*/ 87 w 392"/>
                          <a:gd name="T3" fmla="*/ 0 h 125"/>
                          <a:gd name="T4" fmla="*/ 298 w 392"/>
                          <a:gd name="T5" fmla="*/ 77 h 125"/>
                          <a:gd name="T6" fmla="*/ 392 w 392"/>
                          <a:gd name="T7" fmla="*/ 56 h 125"/>
                          <a:gd name="T8" fmla="*/ 341 w 392"/>
                          <a:gd name="T9" fmla="*/ 125 h 125"/>
                          <a:gd name="T10" fmla="*/ 94 w 392"/>
                          <a:gd name="T11" fmla="*/ 125 h 125"/>
                          <a:gd name="T12" fmla="*/ 196 w 392"/>
                          <a:gd name="T13" fmla="*/ 104 h 125"/>
                          <a:gd name="T14" fmla="*/ 0 w 392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2" y="56"/>
                            </a:lnTo>
                            <a:lnTo>
                              <a:pt x="341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61" name="Freeform 104">
                        <a:extLst>
                          <a:ext uri="{FF2B5EF4-FFF2-40B4-BE49-F238E27FC236}">
                            <a16:creationId xmlns:a16="http://schemas.microsoft.com/office/drawing/2014/main" id="{7F41593F-F7D5-BC3A-CB22-CAD19D6B21C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62" name="Freeform 105">
                        <a:extLst>
                          <a:ext uri="{FF2B5EF4-FFF2-40B4-BE49-F238E27FC236}">
                            <a16:creationId xmlns:a16="http://schemas.microsoft.com/office/drawing/2014/main" id="{9D1F2498-9D22-B78E-C08F-70B3A44E67D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36" y="1799"/>
                        <a:ext cx="393" cy="124"/>
                      </a:xfrm>
                      <a:custGeom>
                        <a:avLst/>
                        <a:gdLst>
                          <a:gd name="T0" fmla="*/ 393 w 393"/>
                          <a:gd name="T1" fmla="*/ 97 h 124"/>
                          <a:gd name="T2" fmla="*/ 306 w 393"/>
                          <a:gd name="T3" fmla="*/ 124 h 124"/>
                          <a:gd name="T4" fmla="*/ 102 w 393"/>
                          <a:gd name="T5" fmla="*/ 41 h 124"/>
                          <a:gd name="T6" fmla="*/ 0 w 393"/>
                          <a:gd name="T7" fmla="*/ 69 h 124"/>
                          <a:gd name="T8" fmla="*/ 51 w 393"/>
                          <a:gd name="T9" fmla="*/ 0 h 124"/>
                          <a:gd name="T10" fmla="*/ 306 w 393"/>
                          <a:gd name="T11" fmla="*/ 0 h 124"/>
                          <a:gd name="T12" fmla="*/ 197 w 393"/>
                          <a:gd name="T13" fmla="*/ 21 h 124"/>
                          <a:gd name="T14" fmla="*/ 393 w 393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4">
                            <a:moveTo>
                              <a:pt x="393" y="97"/>
                            </a:moveTo>
                            <a:lnTo>
                              <a:pt x="306" y="124"/>
                            </a:lnTo>
                            <a:lnTo>
                              <a:pt x="102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6" y="0"/>
                            </a:lnTo>
                            <a:lnTo>
                              <a:pt x="197" y="21"/>
                            </a:lnTo>
                            <a:lnTo>
                              <a:pt x="393" y="9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  <p:grpSp>
                  <p:nvGrpSpPr>
                    <p:cNvPr id="62" name="Group 106">
                      <a:extLst>
                        <a:ext uri="{FF2B5EF4-FFF2-40B4-BE49-F238E27FC236}">
                          <a16:creationId xmlns:a16="http://schemas.microsoft.com/office/drawing/2014/main" id="{4D999663-AFC6-7BE3-A8A6-37BF323D559D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29" y="1639"/>
                      <a:ext cx="822" cy="291"/>
                      <a:chOff x="429" y="1639"/>
                      <a:chExt cx="822" cy="291"/>
                    </a:xfrm>
                  </p:grpSpPr>
                  <p:sp>
                    <p:nvSpPr>
                      <p:cNvPr id="63" name="Freeform 107">
                        <a:extLst>
                          <a:ext uri="{FF2B5EF4-FFF2-40B4-BE49-F238E27FC236}">
                            <a16:creationId xmlns:a16="http://schemas.microsoft.com/office/drawing/2014/main" id="{75EFA2E6-192F-9FB5-494B-91BFADB3FCE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48" name="Freeform 108">
                        <a:extLst>
                          <a:ext uri="{FF2B5EF4-FFF2-40B4-BE49-F238E27FC236}">
                            <a16:creationId xmlns:a16="http://schemas.microsoft.com/office/drawing/2014/main" id="{92FB8FFE-507D-8275-435A-766E62B5AC0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58" y="1646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97 h 125"/>
                          <a:gd name="T2" fmla="*/ 87 w 393"/>
                          <a:gd name="T3" fmla="*/ 125 h 125"/>
                          <a:gd name="T4" fmla="*/ 298 w 393"/>
                          <a:gd name="T5" fmla="*/ 42 h 125"/>
                          <a:gd name="T6" fmla="*/ 393 w 393"/>
                          <a:gd name="T7" fmla="*/ 70 h 125"/>
                          <a:gd name="T8" fmla="*/ 342 w 393"/>
                          <a:gd name="T9" fmla="*/ 0 h 125"/>
                          <a:gd name="T10" fmla="*/ 95 w 393"/>
                          <a:gd name="T11" fmla="*/ 0 h 125"/>
                          <a:gd name="T12" fmla="*/ 197 w 393"/>
                          <a:gd name="T13" fmla="*/ 21 h 125"/>
                          <a:gd name="T14" fmla="*/ 0 w 393"/>
                          <a:gd name="T15" fmla="*/ 97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97"/>
                            </a:moveTo>
                            <a:lnTo>
                              <a:pt x="87" y="125"/>
                            </a:lnTo>
                            <a:lnTo>
                              <a:pt x="298" y="42"/>
                            </a:lnTo>
                            <a:lnTo>
                              <a:pt x="393" y="70"/>
                            </a:lnTo>
                            <a:lnTo>
                              <a:pt x="342" y="0"/>
                            </a:lnTo>
                            <a:lnTo>
                              <a:pt x="95" y="0"/>
                            </a:lnTo>
                            <a:lnTo>
                              <a:pt x="197" y="21"/>
                            </a:lnTo>
                            <a:lnTo>
                              <a:pt x="0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49" name="Freeform 109">
                        <a:extLst>
                          <a:ext uri="{FF2B5EF4-FFF2-40B4-BE49-F238E27FC236}">
                            <a16:creationId xmlns:a16="http://schemas.microsoft.com/office/drawing/2014/main" id="{FC227322-2896-6179-A754-5555AB0B467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50" name="Freeform 110">
                        <a:extLst>
                          <a:ext uri="{FF2B5EF4-FFF2-40B4-BE49-F238E27FC236}">
                            <a16:creationId xmlns:a16="http://schemas.microsoft.com/office/drawing/2014/main" id="{4B875B61-F090-FDB3-9BF6-905B0D1732A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29" y="1792"/>
                        <a:ext cx="393" cy="131"/>
                      </a:xfrm>
                      <a:custGeom>
                        <a:avLst/>
                        <a:gdLst>
                          <a:gd name="T0" fmla="*/ 393 w 393"/>
                          <a:gd name="T1" fmla="*/ 28 h 131"/>
                          <a:gd name="T2" fmla="*/ 306 w 393"/>
                          <a:gd name="T3" fmla="*/ 0 h 131"/>
                          <a:gd name="T4" fmla="*/ 102 w 393"/>
                          <a:gd name="T5" fmla="*/ 83 h 131"/>
                          <a:gd name="T6" fmla="*/ 0 w 393"/>
                          <a:gd name="T7" fmla="*/ 55 h 131"/>
                          <a:gd name="T8" fmla="*/ 51 w 393"/>
                          <a:gd name="T9" fmla="*/ 131 h 131"/>
                          <a:gd name="T10" fmla="*/ 306 w 393"/>
                          <a:gd name="T11" fmla="*/ 131 h 131"/>
                          <a:gd name="T12" fmla="*/ 196 w 393"/>
                          <a:gd name="T13" fmla="*/ 104 h 131"/>
                          <a:gd name="T14" fmla="*/ 393 w 393"/>
                          <a:gd name="T15" fmla="*/ 28 h 13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31">
                            <a:moveTo>
                              <a:pt x="393" y="28"/>
                            </a:moveTo>
                            <a:lnTo>
                              <a:pt x="306" y="0"/>
                            </a:lnTo>
                            <a:lnTo>
                              <a:pt x="102" y="83"/>
                            </a:lnTo>
                            <a:lnTo>
                              <a:pt x="0" y="55"/>
                            </a:lnTo>
                            <a:lnTo>
                              <a:pt x="51" y="131"/>
                            </a:lnTo>
                            <a:lnTo>
                              <a:pt x="306" y="131"/>
                            </a:lnTo>
                            <a:lnTo>
                              <a:pt x="196" y="104"/>
                            </a:lnTo>
                            <a:lnTo>
                              <a:pt x="393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51" name="Freeform 111">
                        <a:extLst>
                          <a:ext uri="{FF2B5EF4-FFF2-40B4-BE49-F238E27FC236}">
                            <a16:creationId xmlns:a16="http://schemas.microsoft.com/office/drawing/2014/main" id="{0AF498A1-4A39-D6E0-14A9-C736812A44B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52" name="Freeform 112">
                        <a:extLst>
                          <a:ext uri="{FF2B5EF4-FFF2-40B4-BE49-F238E27FC236}">
                            <a16:creationId xmlns:a16="http://schemas.microsoft.com/office/drawing/2014/main" id="{030EE25D-CB05-4155-BC8D-F9F275A9205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51" y="1639"/>
                        <a:ext cx="393" cy="125"/>
                      </a:xfrm>
                      <a:custGeom>
                        <a:avLst/>
                        <a:gdLst>
                          <a:gd name="T0" fmla="*/ 0 w 393"/>
                          <a:gd name="T1" fmla="*/ 28 h 125"/>
                          <a:gd name="T2" fmla="*/ 87 w 393"/>
                          <a:gd name="T3" fmla="*/ 0 h 125"/>
                          <a:gd name="T4" fmla="*/ 298 w 393"/>
                          <a:gd name="T5" fmla="*/ 77 h 125"/>
                          <a:gd name="T6" fmla="*/ 393 w 393"/>
                          <a:gd name="T7" fmla="*/ 56 h 125"/>
                          <a:gd name="T8" fmla="*/ 342 w 393"/>
                          <a:gd name="T9" fmla="*/ 125 h 125"/>
                          <a:gd name="T10" fmla="*/ 94 w 393"/>
                          <a:gd name="T11" fmla="*/ 125 h 125"/>
                          <a:gd name="T12" fmla="*/ 196 w 393"/>
                          <a:gd name="T13" fmla="*/ 104 h 125"/>
                          <a:gd name="T14" fmla="*/ 0 w 393"/>
                          <a:gd name="T15" fmla="*/ 28 h 12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3" h="125">
                            <a:moveTo>
                              <a:pt x="0" y="28"/>
                            </a:moveTo>
                            <a:lnTo>
                              <a:pt x="87" y="0"/>
                            </a:lnTo>
                            <a:lnTo>
                              <a:pt x="298" y="77"/>
                            </a:lnTo>
                            <a:lnTo>
                              <a:pt x="393" y="56"/>
                            </a:lnTo>
                            <a:lnTo>
                              <a:pt x="342" y="125"/>
                            </a:lnTo>
                            <a:lnTo>
                              <a:pt x="94" y="125"/>
                            </a:lnTo>
                            <a:lnTo>
                              <a:pt x="196" y="104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53" name="Freeform 113">
                        <a:extLst>
                          <a:ext uri="{FF2B5EF4-FFF2-40B4-BE49-F238E27FC236}">
                            <a16:creationId xmlns:a16="http://schemas.microsoft.com/office/drawing/2014/main" id="{BD47DB62-E1D0-4C08-E73D-40D461DB2E8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454" name="Freeform 114">
                        <a:extLst>
                          <a:ext uri="{FF2B5EF4-FFF2-40B4-BE49-F238E27FC236}">
                            <a16:creationId xmlns:a16="http://schemas.microsoft.com/office/drawing/2014/main" id="{D26286B8-D759-17DE-A7DC-6666CE49A84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844" y="1806"/>
                        <a:ext cx="392" cy="124"/>
                      </a:xfrm>
                      <a:custGeom>
                        <a:avLst/>
                        <a:gdLst>
                          <a:gd name="T0" fmla="*/ 392 w 392"/>
                          <a:gd name="T1" fmla="*/ 97 h 124"/>
                          <a:gd name="T2" fmla="*/ 305 w 392"/>
                          <a:gd name="T3" fmla="*/ 124 h 124"/>
                          <a:gd name="T4" fmla="*/ 101 w 392"/>
                          <a:gd name="T5" fmla="*/ 41 h 124"/>
                          <a:gd name="T6" fmla="*/ 0 w 392"/>
                          <a:gd name="T7" fmla="*/ 69 h 124"/>
                          <a:gd name="T8" fmla="*/ 51 w 392"/>
                          <a:gd name="T9" fmla="*/ 0 h 124"/>
                          <a:gd name="T10" fmla="*/ 305 w 392"/>
                          <a:gd name="T11" fmla="*/ 0 h 124"/>
                          <a:gd name="T12" fmla="*/ 196 w 392"/>
                          <a:gd name="T13" fmla="*/ 20 h 124"/>
                          <a:gd name="T14" fmla="*/ 392 w 392"/>
                          <a:gd name="T15" fmla="*/ 97 h 124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92" h="124">
                            <a:moveTo>
                              <a:pt x="392" y="97"/>
                            </a:moveTo>
                            <a:lnTo>
                              <a:pt x="305" y="124"/>
                            </a:lnTo>
                            <a:lnTo>
                              <a:pt x="101" y="41"/>
                            </a:lnTo>
                            <a:lnTo>
                              <a:pt x="0" y="69"/>
                            </a:lnTo>
                            <a:lnTo>
                              <a:pt x="51" y="0"/>
                            </a:lnTo>
                            <a:lnTo>
                              <a:pt x="305" y="0"/>
                            </a:lnTo>
                            <a:lnTo>
                              <a:pt x="196" y="20"/>
                            </a:lnTo>
                            <a:lnTo>
                              <a:pt x="392" y="9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</p:grpSp>
            </p:grpSp>
            <p:sp>
              <p:nvSpPr>
                <p:cNvPr id="58" name="WordArt 115">
                  <a:extLst>
                    <a:ext uri="{FF2B5EF4-FFF2-40B4-BE49-F238E27FC236}">
                      <a16:creationId xmlns:a16="http://schemas.microsoft.com/office/drawing/2014/main" id="{2A0310FF-1354-B260-E3BE-5DDBEFB45B6D}"/>
                    </a:ext>
                  </a:extLst>
                </p:cNvPr>
                <p:cNvSpPr>
                  <a:spLocks noChangeAspect="1" noChangeArrowheads="1" noChangeShapeType="1" noTextEdit="1"/>
                </p:cNvSpPr>
                <p:nvPr/>
              </p:nvSpPr>
              <p:spPr bwMode="auto">
                <a:xfrm>
                  <a:off x="3360" y="2376"/>
                  <a:ext cx="864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CanDown">
                    <a:avLst>
                      <a:gd name="adj" fmla="val 33333"/>
                    </a:avLst>
                  </a:prstTxWarp>
                </a:bodyPr>
                <a:lstStyle/>
                <a:p>
                  <a:pPr algn="ctr"/>
                  <a:endPara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56" name="WordArt 68">
                <a:extLst>
                  <a:ext uri="{FF2B5EF4-FFF2-40B4-BE49-F238E27FC236}">
                    <a16:creationId xmlns:a16="http://schemas.microsoft.com/office/drawing/2014/main" id="{D3EE0D17-2479-6435-A82B-1E2DB9E226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9138" y="2769321"/>
                <a:ext cx="1283449" cy="172505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sz="1400" kern="10" dirty="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core_1_2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704377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E072C-AD15-BBE0-FB38-8735DDB61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054B8-6E76-405F-5C19-BA3A8A3A2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4: </a:t>
            </a:r>
            <a:r>
              <a:rPr lang="en-GB" dirty="0" err="1"/>
              <a:t>analyzing</a:t>
            </a:r>
            <a:r>
              <a:rPr lang="en-GB" dirty="0"/>
              <a:t> end-to-end traffic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9F014DCB-9AA1-3265-1332-CCC7708A8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sz="2800" dirty="0"/>
              <a:t>to test the ECMP load-balancing, we send UDP packets and observe how they are distributed among the available paths</a:t>
            </a:r>
          </a:p>
          <a:p>
            <a:r>
              <a:rPr lang="en-GB" sz="2800" dirty="0"/>
              <a:t>our source is 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server_1_1_2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our destination is</a:t>
            </a:r>
            <a:r>
              <a:rPr lang="en-GB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server_2_2_2</a:t>
            </a:r>
            <a:r>
              <a:rPr lang="en-GB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en-GB" sz="2800" kern="0" dirty="0"/>
              <a:t>we start two sniffers in the </a:t>
            </a:r>
            <a:r>
              <a:rPr lang="en-GB" sz="2800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downward path</a:t>
            </a:r>
            <a:endParaRPr lang="en-GB" sz="2800" kern="0" dirty="0"/>
          </a:p>
          <a:p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 </a:t>
            </a:r>
            <a:r>
              <a:rPr lang="en-GB" sz="2800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spine_2_1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</a:t>
            </a:r>
            <a:r>
              <a:rPr lang="en-GB" sz="2800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spine_2_2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run:</a:t>
            </a:r>
          </a:p>
          <a:p>
            <a:pPr lvl="1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3600" b="1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tcpdump</a:t>
            </a:r>
            <a:r>
              <a:rPr lang="en-GB" sz="3600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 -</a:t>
            </a:r>
            <a:r>
              <a:rPr lang="en-GB" sz="3600" b="1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i</a:t>
            </a:r>
            <a:r>
              <a:rPr lang="en-GB" sz="3600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 eth1 </a:t>
            </a:r>
            <a:r>
              <a:rPr lang="en-GB" sz="3600" b="1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udp</a:t>
            </a:r>
            <a:endParaRPr lang="en-GB" sz="2400" b="1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8F1951E2-5C11-EE09-09E9-8C1A2EFB8D78}"/>
              </a:ext>
            </a:extLst>
          </p:cNvPr>
          <p:cNvSpPr txBox="1"/>
          <p:nvPr/>
        </p:nvSpPr>
        <p:spPr>
          <a:xfrm>
            <a:off x="3256828" y="5356680"/>
            <a:ext cx="243497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 of the interface</a:t>
            </a:r>
          </a:p>
        </p:txBody>
      </p:sp>
      <p:cxnSp>
        <p:nvCxnSpPr>
          <p:cNvPr id="468" name="Straight Arrow Connector 8">
            <a:extLst>
              <a:ext uri="{FF2B5EF4-FFF2-40B4-BE49-F238E27FC236}">
                <a16:creationId xmlns:a16="http://schemas.microsoft.com/office/drawing/2014/main" id="{36A0493D-C24A-4A3D-A8DA-B28207B069C6}"/>
              </a:ext>
            </a:extLst>
          </p:cNvPr>
          <p:cNvCxnSpPr>
            <a:cxnSpLocks/>
            <a:stCxn id="467" idx="0"/>
            <a:endCxn id="469" idx="2"/>
          </p:cNvCxnSpPr>
          <p:nvPr/>
        </p:nvCxnSpPr>
        <p:spPr>
          <a:xfrm flipV="1">
            <a:off x="4474316" y="4914908"/>
            <a:ext cx="0" cy="4417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9" name="Rectangle 468">
            <a:extLst>
              <a:ext uri="{FF2B5EF4-FFF2-40B4-BE49-F238E27FC236}">
                <a16:creationId xmlns:a16="http://schemas.microsoft.com/office/drawing/2014/main" id="{18F82DB8-721F-DCBD-0B72-511DF8C6E738}"/>
              </a:ext>
            </a:extLst>
          </p:cNvPr>
          <p:cNvSpPr/>
          <p:nvPr/>
        </p:nvSpPr>
        <p:spPr>
          <a:xfrm>
            <a:off x="3519382" y="4464129"/>
            <a:ext cx="1909867" cy="45077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CF3D52B4-3ADF-004E-C64A-955DC6BF17AD}"/>
              </a:ext>
            </a:extLst>
          </p:cNvPr>
          <p:cNvSpPr txBox="1"/>
          <p:nvPr/>
        </p:nvSpPr>
        <p:spPr>
          <a:xfrm>
            <a:off x="5943432" y="5342959"/>
            <a:ext cx="243497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filter only UDP traffic</a:t>
            </a:r>
          </a:p>
        </p:txBody>
      </p:sp>
      <p:cxnSp>
        <p:nvCxnSpPr>
          <p:cNvPr id="474" name="Straight Arrow Connector 8">
            <a:extLst>
              <a:ext uri="{FF2B5EF4-FFF2-40B4-BE49-F238E27FC236}">
                <a16:creationId xmlns:a16="http://schemas.microsoft.com/office/drawing/2014/main" id="{1EEB5C35-CBE2-809C-41A0-8FDED1CEB57F}"/>
              </a:ext>
            </a:extLst>
          </p:cNvPr>
          <p:cNvCxnSpPr>
            <a:cxnSpLocks/>
            <a:stCxn id="473" idx="0"/>
          </p:cNvCxnSpPr>
          <p:nvPr/>
        </p:nvCxnSpPr>
        <p:spPr>
          <a:xfrm flipH="1" flipV="1">
            <a:off x="5943432" y="4914908"/>
            <a:ext cx="1217488" cy="4280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889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7" grpId="0" animBg="1"/>
      <p:bldP spid="469" grpId="0" animBg="1"/>
      <p:bldP spid="47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CB683-CA59-F915-3FE8-73EB9C5EF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AAEBC-040B-C35F-7A90-AD5B2C3F1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4: </a:t>
            </a:r>
            <a:r>
              <a:rPr lang="en-GB" dirty="0" err="1"/>
              <a:t>analyzing</a:t>
            </a:r>
            <a:r>
              <a:rPr lang="en-GB" dirty="0"/>
              <a:t> end-to-end traffic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E51D1DF1-9CBD-F6AD-839E-38F4479B5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sz="2800" dirty="0"/>
              <a:t>to test the ECMP load-balancing, we send UDP packets and observe how they are distributed among the available paths</a:t>
            </a:r>
          </a:p>
          <a:p>
            <a:r>
              <a:rPr lang="en-GB" sz="2800" dirty="0"/>
              <a:t>while </a:t>
            </a:r>
            <a:r>
              <a:rPr lang="en-GB" sz="2800" dirty="0" err="1"/>
              <a:t>tcpdumps</a:t>
            </a:r>
            <a:r>
              <a:rPr lang="en-GB" sz="2800" dirty="0"/>
              <a:t> are running, on 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server_1_1_2</a:t>
            </a:r>
            <a:r>
              <a:rPr lang="en-GB" sz="2800" dirty="0"/>
              <a:t>, run:</a:t>
            </a:r>
          </a:p>
          <a:p>
            <a:endParaRPr lang="en-GB" sz="2800" dirty="0"/>
          </a:p>
          <a:p>
            <a:pPr marL="57151" indent="0">
              <a:buNone/>
            </a:pP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hping3 --</a:t>
            </a: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udp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 202.2.2.2 -s 2000 -p ++1000 -c 30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FA748B-7CAC-6302-0256-F51B6F47015B}"/>
              </a:ext>
            </a:extLst>
          </p:cNvPr>
          <p:cNvSpPr txBox="1"/>
          <p:nvPr/>
        </p:nvSpPr>
        <p:spPr>
          <a:xfrm>
            <a:off x="2146214" y="4713977"/>
            <a:ext cx="130156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UDP mode</a:t>
            </a:r>
          </a:p>
        </p:txBody>
      </p:sp>
      <p:cxnSp>
        <p:nvCxnSpPr>
          <p:cNvPr id="4" name="Straight Arrow Connector 8">
            <a:extLst>
              <a:ext uri="{FF2B5EF4-FFF2-40B4-BE49-F238E27FC236}">
                <a16:creationId xmlns:a16="http://schemas.microsoft.com/office/drawing/2014/main" id="{82A56A41-DB49-1EFC-FE9F-6B008E56F9AA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2796996" y="3985254"/>
            <a:ext cx="227893" cy="7287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17B7D48-B9DB-81AB-99D8-1739BB0C347C}"/>
              </a:ext>
            </a:extLst>
          </p:cNvPr>
          <p:cNvSpPr txBox="1"/>
          <p:nvPr/>
        </p:nvSpPr>
        <p:spPr>
          <a:xfrm>
            <a:off x="3564303" y="4713977"/>
            <a:ext cx="169155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destination IP</a:t>
            </a:r>
          </a:p>
        </p:txBody>
      </p:sp>
      <p:cxnSp>
        <p:nvCxnSpPr>
          <p:cNvPr id="11" name="Straight Arrow Connector 8">
            <a:extLst>
              <a:ext uri="{FF2B5EF4-FFF2-40B4-BE49-F238E27FC236}">
                <a16:creationId xmlns:a16="http://schemas.microsoft.com/office/drawing/2014/main" id="{6833FDFF-17E0-71A6-B473-FB440EEBD420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4410081" y="3985254"/>
            <a:ext cx="219563" cy="7287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FA280EA-FB28-ACE4-EB2E-086BE0FE5F3C}"/>
              </a:ext>
            </a:extLst>
          </p:cNvPr>
          <p:cNvSpPr txBox="1"/>
          <p:nvPr/>
        </p:nvSpPr>
        <p:spPr>
          <a:xfrm>
            <a:off x="5000625" y="5726725"/>
            <a:ext cx="257214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starting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src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port value</a:t>
            </a:r>
            <a:b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(increases per-packet)</a:t>
            </a:r>
          </a:p>
        </p:txBody>
      </p:sp>
      <p:cxnSp>
        <p:nvCxnSpPr>
          <p:cNvPr id="15" name="Straight Arrow Connector 8">
            <a:extLst>
              <a:ext uri="{FF2B5EF4-FFF2-40B4-BE49-F238E27FC236}">
                <a16:creationId xmlns:a16="http://schemas.microsoft.com/office/drawing/2014/main" id="{1D4CF75B-CC83-D925-662B-AA01221CB033}"/>
              </a:ext>
            </a:extLst>
          </p:cNvPr>
          <p:cNvCxnSpPr>
            <a:cxnSpLocks/>
            <a:stCxn id="14" idx="0"/>
            <a:endCxn id="30" idx="2"/>
          </p:cNvCxnSpPr>
          <p:nvPr/>
        </p:nvCxnSpPr>
        <p:spPr>
          <a:xfrm flipV="1">
            <a:off x="6286696" y="3903424"/>
            <a:ext cx="364331" cy="182330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BEE5A15-8AC9-9D7F-C857-06243E7A1475}"/>
              </a:ext>
            </a:extLst>
          </p:cNvPr>
          <p:cNvSpPr txBox="1"/>
          <p:nvPr/>
        </p:nvSpPr>
        <p:spPr>
          <a:xfrm>
            <a:off x="7331411" y="4650250"/>
            <a:ext cx="243497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starting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dst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port value</a:t>
            </a:r>
          </a:p>
          <a:p>
            <a:pPr algn="ctr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(“++” makes it increase per-packet)</a:t>
            </a:r>
          </a:p>
        </p:txBody>
      </p:sp>
      <p:cxnSp>
        <p:nvCxnSpPr>
          <p:cNvPr id="17" name="Straight Arrow Connector 8">
            <a:extLst>
              <a:ext uri="{FF2B5EF4-FFF2-40B4-BE49-F238E27FC236}">
                <a16:creationId xmlns:a16="http://schemas.microsoft.com/office/drawing/2014/main" id="{9A129EEE-37E5-67DC-B8D5-C863D7B47133}"/>
              </a:ext>
            </a:extLst>
          </p:cNvPr>
          <p:cNvCxnSpPr>
            <a:cxnSpLocks/>
            <a:stCxn id="16" idx="0"/>
            <a:endCxn id="31" idx="2"/>
          </p:cNvCxnSpPr>
          <p:nvPr/>
        </p:nvCxnSpPr>
        <p:spPr>
          <a:xfrm flipV="1">
            <a:off x="8548899" y="3903424"/>
            <a:ext cx="154340" cy="7468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62AF668-2858-BB85-20FF-17FD700A1472}"/>
              </a:ext>
            </a:extLst>
          </p:cNvPr>
          <p:cNvSpPr txBox="1"/>
          <p:nvPr/>
        </p:nvSpPr>
        <p:spPr>
          <a:xfrm>
            <a:off x="9396516" y="5726725"/>
            <a:ext cx="199062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# packets to send</a:t>
            </a:r>
          </a:p>
        </p:txBody>
      </p:sp>
      <p:cxnSp>
        <p:nvCxnSpPr>
          <p:cNvPr id="26" name="Straight Arrow Connector 8">
            <a:extLst>
              <a:ext uri="{FF2B5EF4-FFF2-40B4-BE49-F238E27FC236}">
                <a16:creationId xmlns:a16="http://schemas.microsoft.com/office/drawing/2014/main" id="{7BB6F9EE-AB3B-3B12-CCFD-BC393D232F53}"/>
              </a:ext>
            </a:extLst>
          </p:cNvPr>
          <p:cNvCxnSpPr>
            <a:cxnSpLocks/>
            <a:stCxn id="25" idx="0"/>
            <a:endCxn id="34" idx="2"/>
          </p:cNvCxnSpPr>
          <p:nvPr/>
        </p:nvCxnSpPr>
        <p:spPr>
          <a:xfrm flipV="1">
            <a:off x="10391827" y="3903423"/>
            <a:ext cx="122564" cy="182330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3605E594-7B07-462B-A9F5-972F72C4DE8E}"/>
              </a:ext>
            </a:extLst>
          </p:cNvPr>
          <p:cNvSpPr/>
          <p:nvPr/>
        </p:nvSpPr>
        <p:spPr>
          <a:xfrm>
            <a:off x="5729287" y="3482183"/>
            <a:ext cx="1843479" cy="42124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AB323BC-C710-FE29-2606-073A1C0A73F9}"/>
              </a:ext>
            </a:extLst>
          </p:cNvPr>
          <p:cNvSpPr/>
          <p:nvPr/>
        </p:nvSpPr>
        <p:spPr>
          <a:xfrm>
            <a:off x="7640091" y="3482183"/>
            <a:ext cx="2126296" cy="42124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D0BF440-5227-A5AF-AC89-9655F5A22B88}"/>
              </a:ext>
            </a:extLst>
          </p:cNvPr>
          <p:cNvSpPr/>
          <p:nvPr/>
        </p:nvSpPr>
        <p:spPr>
          <a:xfrm>
            <a:off x="9833712" y="3482182"/>
            <a:ext cx="1361357" cy="42124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809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4" grpId="0" animBg="1"/>
      <p:bldP spid="16" grpId="0" animBg="1"/>
      <p:bldP spid="25" grpId="0" animBg="1"/>
      <p:bldP spid="30" grpId="0" animBg="1"/>
      <p:bldP spid="31" grpId="0" animBg="1"/>
      <p:bldP spid="3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7DB1F-CEFA-D74C-C42A-49F9B6611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7CA3E-68B8-B12E-C998-527C8E36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4: </a:t>
            </a:r>
            <a:r>
              <a:rPr lang="en-GB" dirty="0" err="1"/>
              <a:t>analyzing</a:t>
            </a:r>
            <a:r>
              <a:rPr lang="en-GB" dirty="0"/>
              <a:t> end-to-end traffic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994901DB-1115-6E03-91C7-17005C089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/>
              <a:t>to test the ECMP load-balancing, we send UDP packets and observe how they are distributed among the available paths</a:t>
            </a:r>
          </a:p>
          <a:p>
            <a:r>
              <a:rPr lang="en-GB" dirty="0"/>
              <a:t>once </a:t>
            </a:r>
            <a:r>
              <a:rPr lang="en-GB" dirty="0" err="1"/>
              <a:t>hping</a:t>
            </a:r>
            <a:r>
              <a:rPr lang="en-GB" dirty="0"/>
              <a:t> has stopped, stop the </a:t>
            </a:r>
            <a:r>
              <a:rPr lang="en-GB" dirty="0" err="1"/>
              <a:t>tcpdumps</a:t>
            </a:r>
            <a:r>
              <a:rPr lang="en-GB" dirty="0"/>
              <a:t> (CTRL+C)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how many packets did each Spine receive? </a:t>
            </a:r>
          </a:p>
          <a:p>
            <a:pPr lvl="1"/>
            <a:r>
              <a:rPr lang="en-GB" dirty="0"/>
              <a:t>are they (almost) equally distributed?</a:t>
            </a:r>
          </a:p>
        </p:txBody>
      </p:sp>
    </p:spTree>
    <p:extLst>
      <p:ext uri="{BB962C8B-B14F-4D97-AF65-F5344CB8AC3E}">
        <p14:creationId xmlns:p14="http://schemas.microsoft.com/office/powerpoint/2010/main" val="34491521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E318E-56A8-5E5A-3D51-F80329F86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CD7B1-DF1D-15C3-06F4-3B4DDC7D3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4: </a:t>
            </a:r>
            <a:r>
              <a:rPr lang="en-GB" dirty="0" err="1"/>
              <a:t>analyzing</a:t>
            </a:r>
            <a:r>
              <a:rPr lang="en-GB" dirty="0"/>
              <a:t> end-to-end traffic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B0FEE2E6-844A-03D4-157B-7F3B07C3C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sz="2800" dirty="0"/>
              <a:t>let’s start a new </a:t>
            </a:r>
            <a:r>
              <a:rPr lang="en-GB" sz="2800" dirty="0" err="1"/>
              <a:t>tcpdump</a:t>
            </a:r>
            <a:r>
              <a:rPr lang="en-GB" sz="2800" dirty="0"/>
              <a:t> on </a:t>
            </a:r>
            <a:r>
              <a:rPr lang="en-GB" sz="2800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core_1_1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lvl="1"/>
            <a:r>
              <a:rPr lang="en-GB" sz="3200" b="1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tcpdump</a:t>
            </a:r>
            <a:r>
              <a:rPr lang="en-GB" sz="3200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 -</a:t>
            </a:r>
            <a:r>
              <a:rPr lang="en-GB" sz="3200" b="1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i</a:t>
            </a:r>
            <a:r>
              <a:rPr lang="en-GB" sz="3200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 any </a:t>
            </a:r>
            <a:r>
              <a:rPr lang="en-GB" sz="3200" b="1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udp</a:t>
            </a:r>
            <a:endParaRPr lang="en-GB" sz="3200" b="1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  <a:p>
            <a:pPr lvl="1"/>
            <a:endParaRPr lang="en-GB" sz="3200" b="1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  <a:p>
            <a:pPr marL="457212" lvl="1" indent="0">
              <a:buNone/>
            </a:pPr>
            <a:endParaRPr lang="en-GB" b="1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  <a:p>
            <a:r>
              <a:rPr lang="en-GB" sz="2800" dirty="0"/>
              <a:t>while </a:t>
            </a:r>
            <a:r>
              <a:rPr lang="en-GB" sz="2800" dirty="0" err="1"/>
              <a:t>tcpdump</a:t>
            </a:r>
            <a:r>
              <a:rPr lang="en-GB" sz="2800" dirty="0"/>
              <a:t> is running, on 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server_1_1_2</a:t>
            </a:r>
            <a:r>
              <a:rPr lang="en-GB" sz="2800" dirty="0"/>
              <a:t>, run:</a:t>
            </a:r>
          </a:p>
          <a:p>
            <a:pPr marL="57151" indent="0">
              <a:buNone/>
            </a:pPr>
            <a:r>
              <a:rPr lang="en-GB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hping3 --</a:t>
            </a:r>
            <a:r>
              <a:rPr lang="en-GB" sz="3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udp</a:t>
            </a:r>
            <a:r>
              <a:rPr lang="en-GB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 202.2.2.2 -s 2000 -k -p 1000</a:t>
            </a:r>
            <a:endParaRPr lang="en-GB" b="1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  <a:p>
            <a:pPr marL="514351" indent="-457200"/>
            <a:endParaRPr lang="en-GB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1" indent="-457200"/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will generate a single UDP 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CE88DB-469C-2511-CBF6-24D92DD2FD9F}"/>
              </a:ext>
            </a:extLst>
          </p:cNvPr>
          <p:cNvSpPr txBox="1"/>
          <p:nvPr/>
        </p:nvSpPr>
        <p:spPr>
          <a:xfrm>
            <a:off x="2778019" y="2782669"/>
            <a:ext cx="231265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dump traffic from any interface</a:t>
            </a:r>
          </a:p>
        </p:txBody>
      </p:sp>
      <p:cxnSp>
        <p:nvCxnSpPr>
          <p:cNvPr id="4" name="Straight Arrow Connector 8">
            <a:extLst>
              <a:ext uri="{FF2B5EF4-FFF2-40B4-BE49-F238E27FC236}">
                <a16:creationId xmlns:a16="http://schemas.microsoft.com/office/drawing/2014/main" id="{AD0EFB2D-141B-DF97-18F4-DA947630C431}"/>
              </a:ext>
            </a:extLst>
          </p:cNvPr>
          <p:cNvCxnSpPr>
            <a:cxnSpLocks/>
            <a:stCxn id="3" idx="0"/>
            <a:endCxn id="5" idx="2"/>
          </p:cNvCxnSpPr>
          <p:nvPr/>
        </p:nvCxnSpPr>
        <p:spPr>
          <a:xfrm flipV="1">
            <a:off x="3934345" y="2511793"/>
            <a:ext cx="1" cy="2708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2F300013-DB90-7E39-D2DC-BC77CD64BA02}"/>
              </a:ext>
            </a:extLst>
          </p:cNvPr>
          <p:cNvSpPr/>
          <p:nvPr/>
        </p:nvSpPr>
        <p:spPr>
          <a:xfrm>
            <a:off x="3139528" y="1976252"/>
            <a:ext cx="1589635" cy="53554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BEAE30-CA0C-2C3B-C540-81D1C71553D9}"/>
              </a:ext>
            </a:extLst>
          </p:cNvPr>
          <p:cNvSpPr txBox="1"/>
          <p:nvPr/>
        </p:nvSpPr>
        <p:spPr>
          <a:xfrm>
            <a:off x="8960188" y="5373784"/>
            <a:ext cx="243497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fixed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dst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port value</a:t>
            </a:r>
          </a:p>
        </p:txBody>
      </p:sp>
      <p:cxnSp>
        <p:nvCxnSpPr>
          <p:cNvPr id="10" name="Straight Arrow Connector 8">
            <a:extLst>
              <a:ext uri="{FF2B5EF4-FFF2-40B4-BE49-F238E27FC236}">
                <a16:creationId xmlns:a16="http://schemas.microsoft.com/office/drawing/2014/main" id="{E702B073-6172-8E6B-1E41-E72C0CE95B62}"/>
              </a:ext>
            </a:extLst>
          </p:cNvPr>
          <p:cNvCxnSpPr>
            <a:cxnSpLocks/>
            <a:stCxn id="9" idx="0"/>
            <a:endCxn id="13" idx="2"/>
          </p:cNvCxnSpPr>
          <p:nvPr/>
        </p:nvCxnSpPr>
        <p:spPr>
          <a:xfrm flipV="1">
            <a:off x="10177676" y="4741258"/>
            <a:ext cx="21741" cy="6325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995F6CE-AEA1-41A6-ACB4-4D91D093CB32}"/>
              </a:ext>
            </a:extLst>
          </p:cNvPr>
          <p:cNvSpPr/>
          <p:nvPr/>
        </p:nvSpPr>
        <p:spPr>
          <a:xfrm>
            <a:off x="9268868" y="4205717"/>
            <a:ext cx="1861097" cy="53554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BA4030-41B2-9556-44D9-D0ACFFD3D5CB}"/>
              </a:ext>
            </a:extLst>
          </p:cNvPr>
          <p:cNvSpPr txBox="1"/>
          <p:nvPr/>
        </p:nvSpPr>
        <p:spPr>
          <a:xfrm>
            <a:off x="7146750" y="6151574"/>
            <a:ext cx="243497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keep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src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port fixed</a:t>
            </a:r>
          </a:p>
        </p:txBody>
      </p:sp>
      <p:cxnSp>
        <p:nvCxnSpPr>
          <p:cNvPr id="15" name="Straight Arrow Connector 8">
            <a:extLst>
              <a:ext uri="{FF2B5EF4-FFF2-40B4-BE49-F238E27FC236}">
                <a16:creationId xmlns:a16="http://schemas.microsoft.com/office/drawing/2014/main" id="{BFDC04A3-4913-361B-5B2B-6AE86D018864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8364238" y="4741258"/>
            <a:ext cx="479727" cy="14103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1643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9" grpId="0" animBg="1"/>
      <p:bldP spid="13" grpId="0" animBg="1"/>
      <p:bldP spid="1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90728-B7BD-2376-CB85-552B1BC9E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9AB3A-D251-EB2C-393E-65140E577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4: </a:t>
            </a:r>
            <a:r>
              <a:rPr lang="en-GB" dirty="0" err="1"/>
              <a:t>analyzing</a:t>
            </a:r>
            <a:r>
              <a:rPr lang="en-GB" dirty="0"/>
              <a:t> end-to-end traffic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3C3A05BB-18F5-F928-AD13-E5DAFC099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/>
              <a:t>let’s observe the output of the </a:t>
            </a:r>
            <a:r>
              <a:rPr lang="en-GB" dirty="0" err="1"/>
              <a:t>tcpdump</a:t>
            </a:r>
            <a:r>
              <a:rPr lang="en-GB" dirty="0"/>
              <a:t> </a:t>
            </a:r>
            <a:r>
              <a:rPr lang="en-GB" sz="3200" dirty="0"/>
              <a:t>on </a:t>
            </a:r>
            <a:r>
              <a:rPr lang="en-GB" sz="3200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core_1_1</a:t>
            </a: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endParaRPr lang="en-GB" dirty="0"/>
          </a:p>
          <a:p>
            <a:pPr lvl="1"/>
            <a:r>
              <a:rPr lang="en-GB" dirty="0"/>
              <a:t>from which interface are packets coming in?</a:t>
            </a:r>
          </a:p>
          <a:p>
            <a:pPr lvl="2"/>
            <a:r>
              <a:rPr lang="en-GB" dirty="0"/>
              <a:t>to which Spine node does it correspond?</a:t>
            </a:r>
          </a:p>
          <a:p>
            <a:pPr lvl="1"/>
            <a:r>
              <a:rPr lang="en-GB" dirty="0"/>
              <a:t>from which interface are packets going downwards?</a:t>
            </a:r>
          </a:p>
          <a:p>
            <a:pPr lvl="2"/>
            <a:r>
              <a:rPr lang="en-GB" dirty="0"/>
              <a:t>to which Spine node does it correspond? </a:t>
            </a:r>
          </a:p>
          <a:p>
            <a:pPr marL="0" indent="0">
              <a:buNone/>
            </a:pPr>
            <a:endParaRPr lang="en-GB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0503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991A0-9E22-3761-2C06-6D69BAA7A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FE3F7-211D-6C01-2412-9B8E2FF5D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4: </a:t>
            </a:r>
            <a:r>
              <a:rPr lang="en-GB" dirty="0" err="1"/>
              <a:t>analyzing</a:t>
            </a:r>
            <a:r>
              <a:rPr lang="en-GB" dirty="0"/>
              <a:t> end-to-end traffic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4E0DF4C5-317C-CD0A-3767-E91A5892A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/>
              <a:t>while running </a:t>
            </a:r>
            <a:r>
              <a:rPr lang="en-GB" dirty="0" err="1"/>
              <a:t>hping</a:t>
            </a:r>
            <a:r>
              <a:rPr lang="en-GB" dirty="0"/>
              <a:t> and </a:t>
            </a:r>
            <a:r>
              <a:rPr lang="en-GB" dirty="0" err="1"/>
              <a:t>tcpdump</a:t>
            </a:r>
            <a:r>
              <a:rPr lang="en-GB" dirty="0"/>
              <a:t>, let’s study how a failure on the link between the Spine and the Leaf affects the ECMP logic on the Core switch</a:t>
            </a:r>
          </a:p>
          <a:p>
            <a:endParaRPr lang="en-GB" dirty="0"/>
          </a:p>
          <a:p>
            <a:r>
              <a:rPr lang="en-GB" dirty="0"/>
              <a:t>on the lab terminal, run:</a:t>
            </a:r>
            <a:endParaRPr lang="en-GB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en-GB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kathara</a:t>
            </a:r>
            <a:r>
              <a:rPr lang="en-GB" sz="2800" dirty="0">
                <a:latin typeface="Consolas" panose="020B0609020204030204" pitchFamily="49" charset="0"/>
                <a:cs typeface="Consolas" panose="020B0609020204030204" pitchFamily="49" charset="0"/>
              </a:rPr>
              <a:t> exec &lt;</a:t>
            </a:r>
            <a:r>
              <a:rPr lang="en-GB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spine_name</a:t>
            </a:r>
            <a:r>
              <a:rPr lang="en-GB" sz="2800" dirty="0">
                <a:latin typeface="Consolas" panose="020B0609020204030204" pitchFamily="49" charset="0"/>
                <a:cs typeface="Consolas" panose="020B0609020204030204" pitchFamily="49" charset="0"/>
              </a:rPr>
              <a:t>&gt; "</a:t>
            </a:r>
            <a:r>
              <a:rPr lang="en-GB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ip</a:t>
            </a:r>
            <a:r>
              <a:rPr lang="en-GB" sz="2800" dirty="0">
                <a:latin typeface="Consolas" panose="020B0609020204030204" pitchFamily="49" charset="0"/>
                <a:cs typeface="Consolas" panose="020B0609020204030204" pitchFamily="49" charset="0"/>
              </a:rPr>
              <a:t> link set dev eth1 down"</a:t>
            </a:r>
            <a:endParaRPr lang="en-GB" sz="2800" dirty="0"/>
          </a:p>
          <a:p>
            <a:pPr lvl="1"/>
            <a:r>
              <a:rPr lang="en-GB" dirty="0"/>
              <a:t>the command will administratively put the interface down</a:t>
            </a:r>
          </a:p>
          <a:p>
            <a:pPr marL="0" indent="0">
              <a:buNone/>
            </a:pPr>
            <a:endParaRPr lang="en-GB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4934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59E4F-8FF8-0554-37FF-56F86B653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BF3DF-84C9-74E9-CEEB-75922FD73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4: </a:t>
            </a:r>
            <a:r>
              <a:rPr lang="en-GB" dirty="0" err="1"/>
              <a:t>analyzing</a:t>
            </a:r>
            <a:r>
              <a:rPr lang="en-GB" dirty="0"/>
              <a:t> end-to-end traffic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8285369A-BB3E-3E20-FCC7-BFAF06719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/>
              <a:t>let’s observe the output of the </a:t>
            </a:r>
            <a:r>
              <a:rPr lang="en-GB" dirty="0" err="1"/>
              <a:t>tcpdump</a:t>
            </a:r>
            <a:r>
              <a:rPr lang="en-GB" dirty="0"/>
              <a:t> </a:t>
            </a:r>
            <a:r>
              <a:rPr lang="en-GB" sz="3200" dirty="0"/>
              <a:t>on </a:t>
            </a:r>
            <a:r>
              <a:rPr lang="en-GB" sz="3200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core_1_1</a:t>
            </a: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endParaRPr lang="en-GB" dirty="0"/>
          </a:p>
          <a:p>
            <a:pPr lvl="1"/>
            <a:r>
              <a:rPr lang="en-GB" dirty="0"/>
              <a:t>after the failure, is the input interface changing? </a:t>
            </a:r>
          </a:p>
          <a:p>
            <a:pPr lvl="2"/>
            <a:r>
              <a:rPr lang="en-GB" dirty="0"/>
              <a:t>can you explain why?</a:t>
            </a:r>
          </a:p>
          <a:p>
            <a:pPr lvl="1"/>
            <a:r>
              <a:rPr lang="en-GB" dirty="0"/>
              <a:t>after the failure, is the output interface changing?</a:t>
            </a:r>
          </a:p>
          <a:p>
            <a:pPr lvl="2"/>
            <a:r>
              <a:rPr lang="en-GB" dirty="0"/>
              <a:t>can you explain why?</a:t>
            </a:r>
          </a:p>
          <a:p>
            <a:pPr lvl="2"/>
            <a:endParaRPr lang="en-GB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8859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57D93-B273-3AC7-AA31-CFB1B369C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6E401-FE20-F330-CBA5-FAA209728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4: </a:t>
            </a:r>
            <a:r>
              <a:rPr lang="en-GB" dirty="0" err="1"/>
              <a:t>analyzing</a:t>
            </a:r>
            <a:r>
              <a:rPr lang="en-GB" dirty="0"/>
              <a:t> end-to-end traffic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B430CED5-FEA4-6F21-BEBB-C1F06D10A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/>
              <a:t>on the lab terminal, run:</a:t>
            </a:r>
            <a:endParaRPr lang="en-GB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en-GB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kathara</a:t>
            </a:r>
            <a:r>
              <a:rPr lang="en-GB" sz="2800" dirty="0">
                <a:latin typeface="Consolas" panose="020B0609020204030204" pitchFamily="49" charset="0"/>
                <a:cs typeface="Consolas" panose="020B0609020204030204" pitchFamily="49" charset="0"/>
              </a:rPr>
              <a:t> exec &lt;</a:t>
            </a:r>
            <a:r>
              <a:rPr lang="en-GB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spine_name</a:t>
            </a:r>
            <a:r>
              <a:rPr lang="en-GB" sz="2800" dirty="0">
                <a:latin typeface="Consolas" panose="020B0609020204030204" pitchFamily="49" charset="0"/>
                <a:cs typeface="Consolas" panose="020B0609020204030204" pitchFamily="49" charset="0"/>
              </a:rPr>
              <a:t>&gt; "</a:t>
            </a:r>
            <a:r>
              <a:rPr lang="en-GB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ip</a:t>
            </a:r>
            <a:r>
              <a:rPr lang="en-GB" sz="2800" dirty="0">
                <a:latin typeface="Consolas" panose="020B0609020204030204" pitchFamily="49" charset="0"/>
                <a:cs typeface="Consolas" panose="020B0609020204030204" pitchFamily="49" charset="0"/>
              </a:rPr>
              <a:t> link set dev eth1 up"</a:t>
            </a:r>
            <a:endParaRPr lang="en-GB" sz="2800" dirty="0"/>
          </a:p>
          <a:p>
            <a:pPr lvl="1"/>
            <a:r>
              <a:rPr lang="en-GB" dirty="0"/>
              <a:t>the command will restore the interface in a working state</a:t>
            </a:r>
            <a:endParaRPr lang="en-GB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dirty="0"/>
              <a:t>observe again the output of the </a:t>
            </a:r>
            <a:r>
              <a:rPr lang="en-GB" dirty="0" err="1"/>
              <a:t>tcpdump</a:t>
            </a:r>
            <a:r>
              <a:rPr lang="en-GB" dirty="0"/>
              <a:t> </a:t>
            </a:r>
            <a:r>
              <a:rPr lang="en-GB" sz="3200" dirty="0"/>
              <a:t>on </a:t>
            </a:r>
            <a:r>
              <a:rPr lang="en-GB" sz="3200" b="1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core_1_1</a:t>
            </a: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endParaRPr lang="en-GB" dirty="0"/>
          </a:p>
          <a:p>
            <a:pPr lvl="1"/>
            <a:r>
              <a:rPr lang="en-GB" dirty="0"/>
              <a:t>after the restore, is the input interface changing? </a:t>
            </a:r>
          </a:p>
          <a:p>
            <a:pPr lvl="2"/>
            <a:r>
              <a:rPr lang="en-GB" dirty="0"/>
              <a:t>can you explain why?</a:t>
            </a:r>
          </a:p>
          <a:p>
            <a:pPr lvl="1"/>
            <a:r>
              <a:rPr lang="en-GB" dirty="0"/>
              <a:t>after the restore, is the output interface changing?</a:t>
            </a:r>
          </a:p>
          <a:p>
            <a:pPr lvl="2"/>
            <a:r>
              <a:rPr lang="en-GB" dirty="0"/>
              <a:t>can you explain why?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52171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1E8AD-7AFA-D51E-B88F-9CCCB6A3D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09040-1F0B-A446-4435-28D82FC70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stop the lab</a:t>
            </a:r>
          </a:p>
        </p:txBody>
      </p:sp>
      <p:sp>
        <p:nvSpPr>
          <p:cNvPr id="497" name="Content Placeholder 2">
            <a:extLst>
              <a:ext uri="{FF2B5EF4-FFF2-40B4-BE49-F238E27FC236}">
                <a16:creationId xmlns:a16="http://schemas.microsoft.com/office/drawing/2014/main" id="{D899B9F9-570E-7981-C334-C80F11DEA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7"/>
            <a:ext cx="10972800" cy="4713390"/>
          </a:xfrm>
        </p:spPr>
        <p:txBody>
          <a:bodyPr/>
          <a:lstStyle/>
          <a:p>
            <a:r>
              <a:rPr lang="en-GB" dirty="0"/>
              <a:t>open a terminal</a:t>
            </a:r>
          </a:p>
          <a:p>
            <a:r>
              <a:rPr lang="en-GB" dirty="0"/>
              <a:t>enter the lab directory (</a:t>
            </a:r>
            <a:r>
              <a:rPr lang="en-GB" b="1" dirty="0">
                <a:latin typeface="Consolas" panose="020B0609020204030204" pitchFamily="49" charset="0"/>
              </a:rPr>
              <a:t>cd </a:t>
            </a:r>
            <a:r>
              <a:rPr lang="en-GB" b="1" dirty="0" err="1">
                <a:latin typeface="Consolas" panose="020B0609020204030204" pitchFamily="49" charset="0"/>
              </a:rPr>
              <a:t>lab_directory</a:t>
            </a:r>
            <a:r>
              <a:rPr lang="en-GB" dirty="0"/>
              <a:t>)</a:t>
            </a:r>
          </a:p>
          <a:p>
            <a:r>
              <a:rPr lang="en-GB" dirty="0"/>
              <a:t>run </a:t>
            </a:r>
            <a:r>
              <a:rPr lang="en-GB" b="1" dirty="0" err="1">
                <a:latin typeface="Consolas" panose="020B0609020204030204" pitchFamily="49" charset="0"/>
              </a:rPr>
              <a:t>kathara</a:t>
            </a:r>
            <a:r>
              <a:rPr lang="en-GB" b="1" dirty="0">
                <a:latin typeface="Consolas" panose="020B0609020204030204" pitchFamily="49" charset="0"/>
              </a:rPr>
              <a:t> </a:t>
            </a:r>
            <a:r>
              <a:rPr lang="en-GB" b="1" dirty="0" err="1">
                <a:latin typeface="Consolas" panose="020B0609020204030204" pitchFamily="49" charset="0"/>
              </a:rPr>
              <a:t>lclean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4342070"/>
      </p:ext>
    </p:extLst>
  </p:cSld>
  <p:clrMapOvr>
    <a:masterClrMapping/>
  </p:clrMapOvr>
</p:sld>
</file>

<file path=ppt/theme/theme1.xml><?xml version="1.0" encoding="utf-8"?>
<a:theme xmlns:a="http://schemas.openxmlformats.org/drawingml/2006/main" name="slides-template">
  <a:themeElements>
    <a:clrScheme name="slides-template 14">
      <a:dk1>
        <a:srgbClr val="000000"/>
      </a:dk1>
      <a:lt1>
        <a:srgbClr val="FFFFFF"/>
      </a:lt1>
      <a:dk2>
        <a:srgbClr val="FF0000"/>
      </a:dk2>
      <a:lt2>
        <a:srgbClr val="808080"/>
      </a:lt2>
      <a:accent1>
        <a:srgbClr val="483FFF"/>
      </a:accent1>
      <a:accent2>
        <a:srgbClr val="FCEA04"/>
      </a:accent2>
      <a:accent3>
        <a:srgbClr val="FFFFFF"/>
      </a:accent3>
      <a:accent4>
        <a:srgbClr val="000000"/>
      </a:accent4>
      <a:accent5>
        <a:srgbClr val="B1AFFF"/>
      </a:accent5>
      <a:accent6>
        <a:srgbClr val="E4D403"/>
      </a:accent6>
      <a:hlink>
        <a:srgbClr val="009999"/>
      </a:hlink>
      <a:folHlink>
        <a:srgbClr val="99CC00"/>
      </a:folHlink>
    </a:clrScheme>
    <a:fontScheme name="slides-templat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lides-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3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99C4DF"/>
        </a:accent1>
        <a:accent2>
          <a:srgbClr val="FCEA04"/>
        </a:accent2>
        <a:accent3>
          <a:srgbClr val="FFFFFF"/>
        </a:accent3>
        <a:accent4>
          <a:srgbClr val="000000"/>
        </a:accent4>
        <a:accent5>
          <a:srgbClr val="CADEEC"/>
        </a:accent5>
        <a:accent6>
          <a:srgbClr val="E4D403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14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483FFF"/>
        </a:accent1>
        <a:accent2>
          <a:srgbClr val="FCEA04"/>
        </a:accent2>
        <a:accent3>
          <a:srgbClr val="FFFFFF"/>
        </a:accent3>
        <a:accent4>
          <a:srgbClr val="000000"/>
        </a:accent4>
        <a:accent5>
          <a:srgbClr val="B1AFFF"/>
        </a:accent5>
        <a:accent6>
          <a:srgbClr val="E4D403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Kathara Template.potx" id="{67086D06-3C1B-4740-8490-890E3B31593B}" vid="{4E3C4B13-5F46-4568-B1F8-FF7AEBCEBC5E}"/>
    </a:ext>
  </a:extLst>
</a:theme>
</file>

<file path=ppt/theme/theme2.xml><?xml version="1.0" encoding="utf-8"?>
<a:theme xmlns:a="http://schemas.openxmlformats.org/drawingml/2006/main" name="1_slides-template">
  <a:themeElements>
    <a:clrScheme name="slides-template 14">
      <a:dk1>
        <a:srgbClr val="000000"/>
      </a:dk1>
      <a:lt1>
        <a:srgbClr val="FFFFFF"/>
      </a:lt1>
      <a:dk2>
        <a:srgbClr val="FF0000"/>
      </a:dk2>
      <a:lt2>
        <a:srgbClr val="808080"/>
      </a:lt2>
      <a:accent1>
        <a:srgbClr val="483FFF"/>
      </a:accent1>
      <a:accent2>
        <a:srgbClr val="FCEA04"/>
      </a:accent2>
      <a:accent3>
        <a:srgbClr val="FFFFFF"/>
      </a:accent3>
      <a:accent4>
        <a:srgbClr val="000000"/>
      </a:accent4>
      <a:accent5>
        <a:srgbClr val="B1AFFF"/>
      </a:accent5>
      <a:accent6>
        <a:srgbClr val="E4D403"/>
      </a:accent6>
      <a:hlink>
        <a:srgbClr val="009999"/>
      </a:hlink>
      <a:folHlink>
        <a:srgbClr val="99CC00"/>
      </a:folHlink>
    </a:clrScheme>
    <a:fontScheme name="slides-templat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lides-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3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99C4DF"/>
        </a:accent1>
        <a:accent2>
          <a:srgbClr val="FCEA04"/>
        </a:accent2>
        <a:accent3>
          <a:srgbClr val="FFFFFF"/>
        </a:accent3>
        <a:accent4>
          <a:srgbClr val="000000"/>
        </a:accent4>
        <a:accent5>
          <a:srgbClr val="CADEEC"/>
        </a:accent5>
        <a:accent6>
          <a:srgbClr val="E4D403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14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483FFF"/>
        </a:accent1>
        <a:accent2>
          <a:srgbClr val="FCEA04"/>
        </a:accent2>
        <a:accent3>
          <a:srgbClr val="FFFFFF"/>
        </a:accent3>
        <a:accent4>
          <a:srgbClr val="000000"/>
        </a:accent4>
        <a:accent5>
          <a:srgbClr val="B1AFFF"/>
        </a:accent5>
        <a:accent6>
          <a:srgbClr val="E4D403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2" id="{CEF9E157-3A07-1948-A978-1A0E0EF844D0}" vid="{6931B5DE-37A9-0140-8222-582175C387CF}"/>
    </a:ext>
  </a:ext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Kathara Template</Template>
  <TotalTime>2272</TotalTime>
  <Words>3144</Words>
  <Application>Microsoft Macintosh PowerPoint</Application>
  <PresentationFormat>Widescreen</PresentationFormat>
  <Paragraphs>631</Paragraphs>
  <Slides>47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Arial</vt:lpstr>
      <vt:lpstr>Consolas</vt:lpstr>
      <vt:lpstr>Courier New</vt:lpstr>
      <vt:lpstr>Tahoma</vt:lpstr>
      <vt:lpstr>Wingdings</vt:lpstr>
      <vt:lpstr>slides-template</vt:lpstr>
      <vt:lpstr>1_slides-template</vt:lpstr>
      <vt:lpstr>IK2227 – Lab 1: Routing</vt:lpstr>
      <vt:lpstr>Fat-Tree data center topology</vt:lpstr>
      <vt:lpstr>why BGP in Fat-Trees?</vt:lpstr>
      <vt:lpstr>(recap) the two modes of BGP </vt:lpstr>
      <vt:lpstr>why using eBGP? (and not iBGP)</vt:lpstr>
      <vt:lpstr>inter-domain routing VS DC routing</vt:lpstr>
      <vt:lpstr>BGP in the data center</vt:lpstr>
      <vt:lpstr>AS numbers assignment</vt:lpstr>
      <vt:lpstr>ASes and routers</vt:lpstr>
      <vt:lpstr>BGP path exploration</vt:lpstr>
      <vt:lpstr>the RFC’s AS scheme</vt:lpstr>
      <vt:lpstr>the RFC’s ASes scheme – multi-plane</vt:lpstr>
      <vt:lpstr>BGP and ECMP</vt:lpstr>
      <vt:lpstr>BGP multi-path relax</vt:lpstr>
      <vt:lpstr>tuning BGP timers</vt:lpstr>
      <vt:lpstr>advertisement interval timer</vt:lpstr>
      <vt:lpstr>keepalive and hold timers</vt:lpstr>
      <vt:lpstr>connect timer</vt:lpstr>
      <vt:lpstr>automating the configuration</vt:lpstr>
      <vt:lpstr>lab deep dive</vt:lpstr>
      <vt:lpstr>lab pre-conditions</vt:lpstr>
      <vt:lpstr>a primer on IPv6 addresses</vt:lpstr>
      <vt:lpstr>types of unicast IPv6 address</vt:lpstr>
      <vt:lpstr>lab pre-conditions</vt:lpstr>
      <vt:lpstr>naming convention</vt:lpstr>
      <vt:lpstr>task 1: complete the Fat-Tree</vt:lpstr>
      <vt:lpstr>Core configuration example</vt:lpstr>
      <vt:lpstr>Spine configuration example</vt:lpstr>
      <vt:lpstr>Leaf configuration example</vt:lpstr>
      <vt:lpstr>task 1: complete the Fat-Tree</vt:lpstr>
      <vt:lpstr>start the lab</vt:lpstr>
      <vt:lpstr>task 2: analyzing routing</vt:lpstr>
      <vt:lpstr>a nice detail</vt:lpstr>
      <vt:lpstr>task 3: analyzing a failure</vt:lpstr>
      <vt:lpstr>task 3: analyzing a failure</vt:lpstr>
      <vt:lpstr>task 4: analyzing end-to-end traffic</vt:lpstr>
      <vt:lpstr>task 4: analyzing end-to-end traffic</vt:lpstr>
      <vt:lpstr>task 4: analyzing end-to-end traffic</vt:lpstr>
      <vt:lpstr>task 4: analyzing end-to-end traffic</vt:lpstr>
      <vt:lpstr>task 4: analyzing end-to-end traffic</vt:lpstr>
      <vt:lpstr>task 4: analyzing end-to-end traffic</vt:lpstr>
      <vt:lpstr>task 4: analyzing end-to-end traffic</vt:lpstr>
      <vt:lpstr>task 4: analyzing end-to-end traffic</vt:lpstr>
      <vt:lpstr>task 4: analyzing end-to-end traffic</vt:lpstr>
      <vt:lpstr>task 4: analyzing end-to-end traffic</vt:lpstr>
      <vt:lpstr>task 4: analyzing end-to-end traffic</vt:lpstr>
      <vt:lpstr>stop the lab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gdb</dc:creator>
  <cp:lastModifiedBy>Mariano Scazzariello</cp:lastModifiedBy>
  <cp:revision>63</cp:revision>
  <cp:lastPrinted>2023-12-10T18:57:41Z</cp:lastPrinted>
  <dcterms:created xsi:type="dcterms:W3CDTF">1601-01-01T00:00:00Z</dcterms:created>
  <dcterms:modified xsi:type="dcterms:W3CDTF">2025-02-22T18:49:24Z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MSIP_Label_680afd86-dcf7-4483-b9eb-5af1dcd104e1_Enabled">
    <vt:lpwstr>true</vt:lpwstr>
  </property>
  <property fmtid="{D5CDD505-2E9C-101B-9397-08002B2CF9AE}" pid="4" name="MSIP_Label_680afd86-dcf7-4483-b9eb-5af1dcd104e1_SetDate">
    <vt:lpwstr>2025-01-22T19:21:25Z</vt:lpwstr>
  </property>
  <property fmtid="{D5CDD505-2E9C-101B-9397-08002B2CF9AE}" pid="5" name="MSIP_Label_680afd86-dcf7-4483-b9eb-5af1dcd104e1_Method">
    <vt:lpwstr>Standard</vt:lpwstr>
  </property>
  <property fmtid="{D5CDD505-2E9C-101B-9397-08002B2CF9AE}" pid="6" name="MSIP_Label_680afd86-dcf7-4483-b9eb-5af1dcd104e1_Name">
    <vt:lpwstr>K2 Intern</vt:lpwstr>
  </property>
  <property fmtid="{D5CDD505-2E9C-101B-9397-08002B2CF9AE}" pid="7" name="MSIP_Label_680afd86-dcf7-4483-b9eb-5af1dcd104e1_SiteId">
    <vt:lpwstr>5a9809cf-0bcb-413a-838a-09ecc40cc9e8</vt:lpwstr>
  </property>
  <property fmtid="{D5CDD505-2E9C-101B-9397-08002B2CF9AE}" pid="8" name="MSIP_Label_680afd86-dcf7-4483-b9eb-5af1dcd104e1_ActionId">
    <vt:lpwstr>97df6c27-aee6-4256-9bfa-06f856953b84</vt:lpwstr>
  </property>
  <property fmtid="{D5CDD505-2E9C-101B-9397-08002B2CF9AE}" pid="9" name="MSIP_Label_680afd86-dcf7-4483-b9eb-5af1dcd104e1_ContentBits">
    <vt:lpwstr>0</vt:lpwstr>
  </property>
</Properties>
</file>