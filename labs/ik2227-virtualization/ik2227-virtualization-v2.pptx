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</p:sldMasterIdLst>
  <p:notesMasterIdLst>
    <p:notesMasterId r:id="rId61"/>
  </p:notesMasterIdLst>
  <p:handoutMasterIdLst>
    <p:handoutMasterId r:id="rId62"/>
  </p:handoutMasterIdLst>
  <p:sldIdLst>
    <p:sldId id="300" r:id="rId3"/>
    <p:sldId id="376" r:id="rId4"/>
    <p:sldId id="383" r:id="rId5"/>
    <p:sldId id="342" r:id="rId6"/>
    <p:sldId id="344" r:id="rId7"/>
    <p:sldId id="346" r:id="rId8"/>
    <p:sldId id="347" r:id="rId9"/>
    <p:sldId id="427" r:id="rId10"/>
    <p:sldId id="349" r:id="rId11"/>
    <p:sldId id="348" r:id="rId12"/>
    <p:sldId id="359" r:id="rId13"/>
    <p:sldId id="360" r:id="rId14"/>
    <p:sldId id="362" r:id="rId15"/>
    <p:sldId id="370" r:id="rId16"/>
    <p:sldId id="441" r:id="rId17"/>
    <p:sldId id="399" r:id="rId18"/>
    <p:sldId id="372" r:id="rId19"/>
    <p:sldId id="374" r:id="rId20"/>
    <p:sldId id="373" r:id="rId21"/>
    <p:sldId id="401" r:id="rId22"/>
    <p:sldId id="403" r:id="rId23"/>
    <p:sldId id="471" r:id="rId24"/>
    <p:sldId id="380" r:id="rId25"/>
    <p:sldId id="384" r:id="rId26"/>
    <p:sldId id="385" r:id="rId27"/>
    <p:sldId id="484" r:id="rId28"/>
    <p:sldId id="443" r:id="rId29"/>
    <p:sldId id="406" r:id="rId30"/>
    <p:sldId id="419" r:id="rId31"/>
    <p:sldId id="448" r:id="rId32"/>
    <p:sldId id="474" r:id="rId33"/>
    <p:sldId id="459" r:id="rId34"/>
    <p:sldId id="476" r:id="rId35"/>
    <p:sldId id="477" r:id="rId36"/>
    <p:sldId id="475" r:id="rId37"/>
    <p:sldId id="472" r:id="rId38"/>
    <p:sldId id="450" r:id="rId39"/>
    <p:sldId id="458" r:id="rId40"/>
    <p:sldId id="451" r:id="rId41"/>
    <p:sldId id="452" r:id="rId42"/>
    <p:sldId id="483" r:id="rId43"/>
    <p:sldId id="416" r:id="rId44"/>
    <p:sldId id="478" r:id="rId45"/>
    <p:sldId id="480" r:id="rId46"/>
    <p:sldId id="481" r:id="rId47"/>
    <p:sldId id="482" r:id="rId48"/>
    <p:sldId id="485" r:id="rId49"/>
    <p:sldId id="486" r:id="rId50"/>
    <p:sldId id="487" r:id="rId51"/>
    <p:sldId id="488" r:id="rId52"/>
    <p:sldId id="489" r:id="rId53"/>
    <p:sldId id="490" r:id="rId54"/>
    <p:sldId id="491" r:id="rId55"/>
    <p:sldId id="492" r:id="rId56"/>
    <p:sldId id="493" r:id="rId57"/>
    <p:sldId id="494" r:id="rId58"/>
    <p:sldId id="495" r:id="rId59"/>
    <p:sldId id="496" r:id="rId60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731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28CFF"/>
    <a:srgbClr val="0732EF"/>
    <a:srgbClr val="663300"/>
    <a:srgbClr val="996600"/>
    <a:srgbClr val="CCCC00"/>
    <a:srgbClr val="FF9900"/>
    <a:srgbClr val="FFCCCC"/>
    <a:srgbClr val="9966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F3D91-7DEB-4E82-ABDD-6D7DB7EBE192}" v="266" dt="2022-12-21T22:15:25.381"/>
    <p1510:client id="{B7086759-65AE-4857-8EC6-9EB847B97786}" v="1187" dt="2022-12-21T10:53:26.158"/>
    <p1510:client id="{E3E75DDE-9678-B74F-A860-46CD1ABEB370}" v="2907" dt="2022-12-22T06:45:20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20" y="176"/>
      </p:cViewPr>
      <p:guideLst>
        <p:guide orient="horz" pos="2160"/>
        <p:guide pos="3840"/>
        <p:guide pos="7310"/>
        <p:guide orient="horz" pos="1003"/>
        <p:guide pos="384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5772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5CC615-A48C-B213-4338-677C794A0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397000" y="533400"/>
            <a:ext cx="44704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700"/>
            </a:lvl1pPr>
          </a:lstStyle>
          <a:p>
            <a:r>
              <a:rPr lang="en-US" altLang="it-IT"/>
              <a:t>039-dht-06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8F471BD-BF47-4E30-2D57-B7C69E853F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3F9CF192-ADC7-4FC1-B19F-17EF1AAC6161}" type="datetimeFigureOut">
              <a:rPr lang="en-US" altLang="it-IT"/>
              <a:pPr/>
              <a:t>2/21/25</a:t>
            </a:fld>
            <a:endParaRPr lang="en-US" altLang="it-IT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CEBAD64-17E7-7B8B-7226-EC5F8DBBA7C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9BAEF20-81C0-0DD7-A8B5-277EAFA669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44638" y="8640763"/>
            <a:ext cx="4549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700"/>
            </a:lvl1pPr>
          </a:lstStyle>
          <a:p>
            <a:fld id="{E3D32A34-E545-444B-97D2-A903681B9323}" type="slidenum">
              <a:rPr lang="en-US" altLang="it-IT"/>
              <a:pPr/>
              <a:t>‹#›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06F36B-539B-517C-2053-4D063C5BF5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r>
              <a:rPr lang="en-US" altLang="it-IT"/>
              <a:t>039-dht-06537-dht-03.ppt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F1A8C8-CF7F-6555-FD74-6F6734ECEC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06979D8C-C40B-4750-9CD4-4E61283F77CC}" type="datetimeFigureOut">
              <a:rPr lang="en-US" altLang="it-IT"/>
              <a:pPr/>
              <a:t>2/21/25</a:t>
            </a:fld>
            <a:endParaRPr lang="en-US" altLang="it-IT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A6ACAAA5-E535-4F23-92B1-160167FE82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7472CD-F18E-CA2F-EC6C-F83EDD0C57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1FB2FD-B94C-7FDE-FD3C-53D746D7B0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6AE1444-BF4A-158F-7306-4BD395090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D83145EB-FB6E-4963-8A81-34F86828D003}" type="slidenum">
              <a:rPr lang="en-US" altLang="it-IT"/>
              <a:pPr/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61379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16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177593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37187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22502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C832-936A-6BC0-D614-0BAD4616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65C94-3AF2-B615-F48E-2B58889A4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AFE7A-CA03-ED75-519D-9DF440015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2F62EE6-330B-741A-EDAE-6F3333055D7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D29DC-52F3-E774-5692-5028307EB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0501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480A-A447-0F3B-8CBE-196257B5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8D08E-64C9-6F95-A4C1-61AC76AFF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9157E-1C4E-F1AD-7A89-4255D2CA4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FCA177-A732-E11F-0F78-1A2DCDA1DAD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4D77-DE50-2229-2235-E0C808662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70915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83DA-A15A-8D00-07F8-0FADF8E2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14209-993E-5F9A-36AB-A5BC99365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0F020-4C65-1935-399C-257364F9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E915832-BDD2-3519-2DFA-00286B9C2BD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5189B-601C-1DD9-BB2B-77E558B1F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99002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F6E-8357-B114-9151-23984792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40FC-9D8D-2467-6677-62201A7A7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237A1-DA99-452C-78AB-9B279B729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7E07DD-8141-6EC1-DFF2-3786188949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F9A2-5B96-5973-93B1-0A951793A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21241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3EE8-E4C1-864F-11E2-0FED0DD3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191DC-1E79-94D0-0A8B-6CE68E74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2623F-895F-2ECA-3D6A-B64E199D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1EBF0C-9DFA-3E3B-B71D-D19FEB4ABF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1B7F5-84E4-8363-1C94-BB57E2B7E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74509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41D2-96AD-BAE6-CD24-25FE4004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C3172-8DA3-8D36-6BE4-8A87C697B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09BD1-0C72-B856-4B90-8C8F64237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4AA5CCD-B2B4-324F-897B-B60E484A2E4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DC807-F044-1191-B9A7-1CA110024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77815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F767-14CB-4CEC-777A-D44D7578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6F470-8D4C-F0F7-8B88-388E45ABF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2C07F-C089-869E-B21E-88023F671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5E2E5A6-4D89-7715-C047-B2FAF4E1513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1051A-736B-FAA6-2BFD-A810CF813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31079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49BD6-0A3B-EC39-A3B7-5AE8DA67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93D10-22EA-19DC-F5CD-10163A483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B61D6-8001-2031-54D0-0EEE3465E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E8A08DE-AF43-7398-244F-0EFBD15543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5BF73-7233-C188-54A9-2A8CAFD20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90688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FEAC-FA2B-C810-D41C-F451FB98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BEFD1-2AAC-6C93-0A55-FA4B023AC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B3EDE-14F8-B36F-D573-2771293FC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8644535-6BD6-F828-9949-83E2504EDEC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80B21-B0C2-378A-8F22-06B0B8A38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31023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CC531-1BE1-6BB2-5BB4-E932FC98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C9797-020B-FD5B-830E-5CD7F0D9C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69D4F-B508-4765-6758-A574B3525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806863F-7D1D-00A8-F3DF-79671EFD63F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3AB8D-A9A3-E46D-D035-6355DE9B8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58934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113D-95E6-3A86-FFCA-6C7F2FE9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AA9F9-688B-9C11-9A31-4E827F8B1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87225-8679-9235-C1FC-51A4E24AF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6B8E10-1FF6-09EC-12DA-582BBBA7698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0E026-E8D9-B98B-4095-F994CCB2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40515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AE30-4F7B-9870-F98A-2EBEE1441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48E5F-5A16-C651-E950-32D7EF737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EFF0-10E8-D61B-C17B-6A65B4D88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39BB9BB-E748-21E3-A021-A88B7FDCFBE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85AF7-ACE5-135C-BC13-2FFFB1AC0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1995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9553-3BF4-B7F4-9043-0362B0AE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F0C6D-6B17-E94C-5A1A-172FBCD0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DB548-0FD5-7DE9-E91E-C68AFDF8F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B319907-3A76-53F2-C4A0-65B70A4F28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D53C6-D78D-303B-59E5-AA3BDD571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83069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B7E9-256D-B2CB-C1CB-5700CB37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731E6-C5DD-915B-E515-7E1268A17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17436-5644-2508-AE1A-22DFEEE72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05DDF5B-2606-88D6-CE72-EB6F35679E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50DDD-0684-B1CB-38F3-3BF531E3D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400247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1CC1-711B-21FE-60D7-90CF1090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24728-E1D4-2E7A-36BE-FFC9B4D09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63571-2DCA-0AC6-551C-6FBEA1A8B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FA14221-51AF-16EC-DAA2-530518C5138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7E0B3-52A7-BC95-00A4-9134327F6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58339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6BE2-D42F-8FF5-47C4-399F19761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11A90-830E-DF51-AFD6-B3905BBD4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09845-FCD1-A143-C89F-92A3D4221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07C9BF7-38E0-BC87-011E-646B5FA2EB9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497A-FF0E-B1FF-F75A-F7D045635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23463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715C-2E21-AF5B-F85B-70091D5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EFFBD-D6FB-8EA0-D281-5114FB12F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133A-72F0-06AA-6555-E1D3D2836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288DBEB-377E-BA7E-7440-4329A85733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CDB81-B829-AE24-03D0-FA1255AEA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58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607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F79B3-FA6A-4D4C-8B22-54EE57D9F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2974"/>
            <a:ext cx="2376264" cy="1219692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F48521B5-EF4B-4AA9-A186-D237E00E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332656"/>
            <a:ext cx="51214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Università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degli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Studi</a:t>
            </a:r>
            <a:r>
              <a:rPr lang="en-US" altLang="it-IT" sz="2400">
                <a:latin typeface="Tahoma" panose="020B0604030504040204" pitchFamily="34" charset="0"/>
              </a:rPr>
              <a:t> Roma Tre</a:t>
            </a:r>
          </a:p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Dipartimento</a:t>
            </a:r>
            <a:r>
              <a:rPr lang="en-US" altLang="it-IT" sz="2400">
                <a:latin typeface="Tahoma" panose="020B0604030504040204" pitchFamily="34" charset="0"/>
              </a:rPr>
              <a:t> di </a:t>
            </a:r>
            <a:r>
              <a:rPr lang="en-US" altLang="it-IT" sz="2400" err="1">
                <a:latin typeface="Tahoma" panose="020B0604030504040204" pitchFamily="34" charset="0"/>
              </a:rPr>
              <a:t>Ingegneria</a:t>
            </a:r>
            <a:endParaRPr lang="en-US" altLang="it-IT" sz="2400">
              <a:latin typeface="Tahoma" panose="020B0604030504040204" pitchFamily="34" charset="0"/>
            </a:endParaRPr>
          </a:p>
          <a:p>
            <a:pPr eaLnBrk="1" hangingPunct="1"/>
            <a:r>
              <a:rPr lang="en-US" altLang="it-IT" sz="2400">
                <a:latin typeface="Tahoma" panose="020B0604030504040204" pitchFamily="34" charset="0"/>
              </a:rPr>
              <a:t>Computer Networks Research Group</a:t>
            </a:r>
            <a:endParaRPr lang="en-US" altLang="it-IT" sz="2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93013-B607-C3C4-39CB-6F82F1B7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54604-3C50-BE7A-3DA2-69091792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417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copyright </a:t>
            </a:r>
            <a:r>
              <a:rPr lang="it-IT" altLang="it-IT" err="1"/>
              <a:t>notice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US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it-IT" sz="1800"/>
              <a:t>Fifth level</a:t>
            </a:r>
            <a:endParaRPr lang="it-IT" altLang="it-IT" sz="1800"/>
          </a:p>
        </p:txBody>
      </p:sp>
    </p:spTree>
    <p:extLst>
      <p:ext uri="{BB962C8B-B14F-4D97-AF65-F5344CB8AC3E}">
        <p14:creationId xmlns:p14="http://schemas.microsoft.com/office/powerpoint/2010/main" val="371912614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95439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684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45710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694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694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2FD7C9-33FA-4567-92E1-5709B74F7B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5C0F4D-D9F2-43D0-AB84-9597AD32B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7464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04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8036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2423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7570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3316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39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3514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186249553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270335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69949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59030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06950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9225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47320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4979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0983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7328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5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2/21/25</a:t>
            </a:fld>
            <a:endParaRPr lang="en-US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pPr>
              <a:defRPr/>
            </a:pPr>
            <a:r>
              <a:rPr lang="it-IT"/>
              <a:t>Footer</a:t>
            </a:r>
            <a:endParaRPr lang="it-IT" dirty="0"/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0B38D1E-4B67-FAB1-116F-56C58C1F2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901058"/>
            <a:ext cx="10363200" cy="3055883"/>
          </a:xfrm>
        </p:spPr>
        <p:txBody>
          <a:bodyPr/>
          <a:lstStyle/>
          <a:p>
            <a:pPr eaLnBrk="1" hangingPunct="1"/>
            <a:r>
              <a:rPr lang="it-IT" altLang="it-IT" sz="5400"/>
              <a:t>IK2227 – Lab </a:t>
            </a:r>
            <a:r>
              <a:rPr lang="it-IT" altLang="it-IT" sz="5400" dirty="0"/>
              <a:t>2:</a:t>
            </a:r>
            <a:br>
              <a:rPr lang="it-IT" altLang="it-IT" sz="5400" dirty="0"/>
            </a:br>
            <a:r>
              <a:rPr lang="it-IT" altLang="it-IT" dirty="0" err="1"/>
              <a:t>Virtualization</a:t>
            </a:r>
            <a:endParaRPr lang="it-IT" alt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A5F68B-C33C-8DAC-CAF1-00169CD098D9}"/>
              </a:ext>
            </a:extLst>
          </p:cNvPr>
          <p:cNvSpPr txBox="1"/>
          <p:nvPr/>
        </p:nvSpPr>
        <p:spPr>
          <a:xfrm>
            <a:off x="1984490" y="5570483"/>
            <a:ext cx="822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Scazzariello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L.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Ariemma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Caiazzi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G. Di Battista,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Patrignani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EDFD10A7-4F6B-B00A-C376-DC850B6EF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/>
              <a:t>a </a:t>
            </a:r>
            <a:r>
              <a:rPr lang="it-IT" altLang="it-IT" dirty="0" err="1"/>
              <a:t>Fat-Tree</a:t>
            </a:r>
            <a:r>
              <a:rPr lang="it-IT" altLang="it-IT" dirty="0"/>
              <a:t> with BGP </a:t>
            </a:r>
            <a:r>
              <a:rPr lang="it-IT" altLang="it-IT" dirty="0" err="1"/>
              <a:t>routing</a:t>
            </a:r>
            <a:endParaRPr lang="en-US" altLang="it-IT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D6ADE8-DE9B-4892-A34E-A74D2653B17F}"/>
              </a:ext>
            </a:extLst>
          </p:cNvPr>
          <p:cNvGrpSpPr/>
          <p:nvPr/>
        </p:nvGrpSpPr>
        <p:grpSpPr>
          <a:xfrm>
            <a:off x="3824866" y="1605064"/>
            <a:ext cx="4542268" cy="3957537"/>
            <a:chOff x="4292600" y="3330499"/>
            <a:chExt cx="3667125" cy="3195052"/>
          </a:xfrm>
        </p:grpSpPr>
        <p:sp>
          <p:nvSpPr>
            <p:cNvPr id="5" name="AutoShape 118">
              <a:extLst>
                <a:ext uri="{FF2B5EF4-FFF2-40B4-BE49-F238E27FC236}">
                  <a16:creationId xmlns:a16="http://schemas.microsoft.com/office/drawing/2014/main" id="{D7D449DF-56C5-E5F2-924A-169C3AF6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381149"/>
              <a:ext cx="1508126" cy="540000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6" name="AutoShape 8">
              <a:extLst>
                <a:ext uri="{FF2B5EF4-FFF2-40B4-BE49-F238E27FC236}">
                  <a16:creationId xmlns:a16="http://schemas.microsoft.com/office/drawing/2014/main" id="{09648BBD-E46D-2C8C-B0FE-796099FDE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69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2458A576-75F7-5087-077B-8357E7BD8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63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E76EE2AD-35F7-FBA5-C455-9F6E8B561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57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675D7100-E954-49D5-6287-3CBE48C29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1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0932A2B4-9E35-F6C5-208C-3E1CAFCE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4707630"/>
              <a:ext cx="1517650" cy="540000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62C4660B-CDA3-BD4B-3BC0-F87193084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682" y="4694190"/>
              <a:ext cx="1517651" cy="540000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3" name="Oval 22">
              <a:extLst>
                <a:ext uri="{FF2B5EF4-FFF2-40B4-BE49-F238E27FC236}">
                  <a16:creationId xmlns:a16="http://schemas.microsoft.com/office/drawing/2014/main" id="{619A3357-71AC-256F-7AB9-F52597B71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345735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14" name="Oval 24">
              <a:extLst>
                <a:ext uri="{FF2B5EF4-FFF2-40B4-BE49-F238E27FC236}">
                  <a16:creationId xmlns:a16="http://schemas.microsoft.com/office/drawing/2014/main" id="{E783000F-4B83-B411-8D71-FE147FEFF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9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15" name="Oval 25">
              <a:extLst>
                <a:ext uri="{FF2B5EF4-FFF2-40B4-BE49-F238E27FC236}">
                  <a16:creationId xmlns:a16="http://schemas.microsoft.com/office/drawing/2014/main" id="{DEC4D066-653E-3375-6891-0CEFB1D4E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5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16" name="Oval 26">
              <a:extLst>
                <a:ext uri="{FF2B5EF4-FFF2-40B4-BE49-F238E27FC236}">
                  <a16:creationId xmlns:a16="http://schemas.microsoft.com/office/drawing/2014/main" id="{08C7FCA1-87B7-43F4-E183-5BC0DD7A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5E1DF708-9878-8CAA-2331-BEAEC4C46D9B}"/>
                </a:ext>
              </a:extLst>
            </p:cNvPr>
            <p:cNvCxnSpPr>
              <a:cxnSpLocks noChangeShapeType="1"/>
              <a:stCxn id="13" idx="4"/>
              <a:endCxn id="15" idx="0"/>
            </p:cNvCxnSpPr>
            <p:nvPr/>
          </p:nvCxnSpPr>
          <p:spPr bwMode="auto">
            <a:xfrm>
              <a:off x="5689600" y="3838350"/>
              <a:ext cx="9334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32">
              <a:extLst>
                <a:ext uri="{FF2B5EF4-FFF2-40B4-BE49-F238E27FC236}">
                  <a16:creationId xmlns:a16="http://schemas.microsoft.com/office/drawing/2014/main" id="{613FBE48-D113-B63D-8D91-4CA6C59A9261}"/>
                </a:ext>
              </a:extLst>
            </p:cNvPr>
            <p:cNvCxnSpPr>
              <a:cxnSpLocks noChangeShapeType="1"/>
              <a:stCxn id="13" idx="4"/>
              <a:endCxn id="14" idx="0"/>
            </p:cNvCxnSpPr>
            <p:nvPr/>
          </p:nvCxnSpPr>
          <p:spPr bwMode="auto">
            <a:xfrm flipH="1">
              <a:off x="5632450" y="3838350"/>
              <a:ext cx="571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33">
              <a:extLst>
                <a:ext uri="{FF2B5EF4-FFF2-40B4-BE49-F238E27FC236}">
                  <a16:creationId xmlns:a16="http://schemas.microsoft.com/office/drawing/2014/main" id="{F55DE2F6-2D85-DEB0-0512-5559DC143EFF}"/>
                </a:ext>
              </a:extLst>
            </p:cNvPr>
            <p:cNvCxnSpPr>
              <a:cxnSpLocks noChangeShapeType="1"/>
              <a:stCxn id="13" idx="4"/>
              <a:endCxn id="16" idx="0"/>
            </p:cNvCxnSpPr>
            <p:nvPr/>
          </p:nvCxnSpPr>
          <p:spPr bwMode="auto">
            <a:xfrm>
              <a:off x="5689600" y="3838350"/>
              <a:ext cx="19240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Oval 38">
              <a:extLst>
                <a:ext uri="{FF2B5EF4-FFF2-40B4-BE49-F238E27FC236}">
                  <a16:creationId xmlns:a16="http://schemas.microsoft.com/office/drawing/2014/main" id="{E11D9AF0-224E-04D0-C7E7-0FCFEBB0B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3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1" name="AutoShape 40">
              <a:extLst>
                <a:ext uri="{FF2B5EF4-FFF2-40B4-BE49-F238E27FC236}">
                  <a16:creationId xmlns:a16="http://schemas.microsoft.com/office/drawing/2014/main" id="{3AFF567A-DD0E-B4C4-B635-BE2379556847}"/>
                </a:ext>
              </a:extLst>
            </p:cNvPr>
            <p:cNvCxnSpPr>
              <a:cxnSpLocks noChangeShapeType="1"/>
              <a:stCxn id="13" idx="4"/>
              <a:endCxn id="20" idx="0"/>
            </p:cNvCxnSpPr>
            <p:nvPr/>
          </p:nvCxnSpPr>
          <p:spPr bwMode="auto">
            <a:xfrm flipH="1">
              <a:off x="4641850" y="3838350"/>
              <a:ext cx="10477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Oval 43">
              <a:extLst>
                <a:ext uri="{FF2B5EF4-FFF2-40B4-BE49-F238E27FC236}">
                  <a16:creationId xmlns:a16="http://schemas.microsoft.com/office/drawing/2014/main" id="{CD5F50F8-2142-D995-B746-D126FB931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9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3" name="Oval 44">
              <a:extLst>
                <a:ext uri="{FF2B5EF4-FFF2-40B4-BE49-F238E27FC236}">
                  <a16:creationId xmlns:a16="http://schemas.microsoft.com/office/drawing/2014/main" id="{7BE6E536-15CE-B27B-EBE7-242237E86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5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4" name="Oval 45">
              <a:extLst>
                <a:ext uri="{FF2B5EF4-FFF2-40B4-BE49-F238E27FC236}">
                  <a16:creationId xmlns:a16="http://schemas.microsoft.com/office/drawing/2014/main" id="{7B8113F9-5CA2-E459-1272-631319E7E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5" name="Oval 49">
              <a:extLst>
                <a:ext uri="{FF2B5EF4-FFF2-40B4-BE49-F238E27FC236}">
                  <a16:creationId xmlns:a16="http://schemas.microsoft.com/office/drawing/2014/main" id="{C2DE0A48-BD63-80F0-27C5-D38930BD9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3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6" name="AutoShape 51">
              <a:extLst>
                <a:ext uri="{FF2B5EF4-FFF2-40B4-BE49-F238E27FC236}">
                  <a16:creationId xmlns:a16="http://schemas.microsoft.com/office/drawing/2014/main" id="{81589253-EDAE-A282-E8C4-39A59ADD840F}"/>
                </a:ext>
              </a:extLst>
            </p:cNvPr>
            <p:cNvCxnSpPr>
              <a:cxnSpLocks noChangeShapeType="1"/>
              <a:stCxn id="22" idx="0"/>
              <a:endCxn id="20" idx="4"/>
            </p:cNvCxnSpPr>
            <p:nvPr/>
          </p:nvCxnSpPr>
          <p:spPr bwMode="auto">
            <a:xfrm flipH="1" flipV="1">
              <a:off x="46418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52">
              <a:extLst>
                <a:ext uri="{FF2B5EF4-FFF2-40B4-BE49-F238E27FC236}">
                  <a16:creationId xmlns:a16="http://schemas.microsoft.com/office/drawing/2014/main" id="{B539F27D-50FD-B2C2-762A-6BC58CD55488}"/>
                </a:ext>
              </a:extLst>
            </p:cNvPr>
            <p:cNvCxnSpPr>
              <a:cxnSpLocks noChangeShapeType="1"/>
              <a:stCxn id="22" idx="0"/>
              <a:endCxn id="14" idx="4"/>
            </p:cNvCxnSpPr>
            <p:nvPr/>
          </p:nvCxnSpPr>
          <p:spPr bwMode="auto">
            <a:xfrm flipV="1">
              <a:off x="56324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53">
              <a:extLst>
                <a:ext uri="{FF2B5EF4-FFF2-40B4-BE49-F238E27FC236}">
                  <a16:creationId xmlns:a16="http://schemas.microsoft.com/office/drawing/2014/main" id="{47C3C89E-435B-737C-8B37-7D9F6E2BFA9F}"/>
                </a:ext>
              </a:extLst>
            </p:cNvPr>
            <p:cNvCxnSpPr>
              <a:cxnSpLocks noChangeShapeType="1"/>
              <a:stCxn id="25" idx="0"/>
              <a:endCxn id="20" idx="4"/>
            </p:cNvCxnSpPr>
            <p:nvPr/>
          </p:nvCxnSpPr>
          <p:spPr bwMode="auto">
            <a:xfrm flipV="1">
              <a:off x="46418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54">
              <a:extLst>
                <a:ext uri="{FF2B5EF4-FFF2-40B4-BE49-F238E27FC236}">
                  <a16:creationId xmlns:a16="http://schemas.microsoft.com/office/drawing/2014/main" id="{C0A7445B-A7AE-F7B2-CC49-77649E9B6109}"/>
                </a:ext>
              </a:extLst>
            </p:cNvPr>
            <p:cNvCxnSpPr>
              <a:cxnSpLocks noChangeShapeType="1"/>
              <a:stCxn id="25" idx="0"/>
              <a:endCxn id="14" idx="4"/>
            </p:cNvCxnSpPr>
            <p:nvPr/>
          </p:nvCxnSpPr>
          <p:spPr bwMode="auto">
            <a:xfrm flipV="1">
              <a:off x="46418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55">
              <a:extLst>
                <a:ext uri="{FF2B5EF4-FFF2-40B4-BE49-F238E27FC236}">
                  <a16:creationId xmlns:a16="http://schemas.microsoft.com/office/drawing/2014/main" id="{DB235A90-E0BA-CF0F-3821-D89D3534A672}"/>
                </a:ext>
              </a:extLst>
            </p:cNvPr>
            <p:cNvCxnSpPr>
              <a:cxnSpLocks noChangeShapeType="1"/>
              <a:stCxn id="24" idx="0"/>
              <a:endCxn id="15" idx="4"/>
            </p:cNvCxnSpPr>
            <p:nvPr/>
          </p:nvCxnSpPr>
          <p:spPr bwMode="auto">
            <a:xfrm flipH="1" flipV="1">
              <a:off x="66230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56">
              <a:extLst>
                <a:ext uri="{FF2B5EF4-FFF2-40B4-BE49-F238E27FC236}">
                  <a16:creationId xmlns:a16="http://schemas.microsoft.com/office/drawing/2014/main" id="{BC407E03-1A4A-38A2-DC1E-756BF1882668}"/>
                </a:ext>
              </a:extLst>
            </p:cNvPr>
            <p:cNvCxnSpPr>
              <a:cxnSpLocks noChangeShapeType="1"/>
              <a:stCxn id="24" idx="0"/>
              <a:endCxn id="16" idx="4"/>
            </p:cNvCxnSpPr>
            <p:nvPr/>
          </p:nvCxnSpPr>
          <p:spPr bwMode="auto">
            <a:xfrm flipV="1">
              <a:off x="76136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57">
              <a:extLst>
                <a:ext uri="{FF2B5EF4-FFF2-40B4-BE49-F238E27FC236}">
                  <a16:creationId xmlns:a16="http://schemas.microsoft.com/office/drawing/2014/main" id="{4082E689-9D1B-7424-7CDB-DE3EB75BE54D}"/>
                </a:ext>
              </a:extLst>
            </p:cNvPr>
            <p:cNvCxnSpPr>
              <a:cxnSpLocks noChangeShapeType="1"/>
              <a:stCxn id="23" idx="0"/>
              <a:endCxn id="15" idx="4"/>
            </p:cNvCxnSpPr>
            <p:nvPr/>
          </p:nvCxnSpPr>
          <p:spPr bwMode="auto">
            <a:xfrm flipV="1">
              <a:off x="66230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58">
              <a:extLst>
                <a:ext uri="{FF2B5EF4-FFF2-40B4-BE49-F238E27FC236}">
                  <a16:creationId xmlns:a16="http://schemas.microsoft.com/office/drawing/2014/main" id="{92CC4A5D-5BE4-1C67-2CCD-C458A9BDA862}"/>
                </a:ext>
              </a:extLst>
            </p:cNvPr>
            <p:cNvCxnSpPr>
              <a:cxnSpLocks noChangeShapeType="1"/>
              <a:stCxn id="23" idx="0"/>
              <a:endCxn id="16" idx="4"/>
            </p:cNvCxnSpPr>
            <p:nvPr/>
          </p:nvCxnSpPr>
          <p:spPr bwMode="auto">
            <a:xfrm flipV="1">
              <a:off x="66230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Line 71">
              <a:extLst>
                <a:ext uri="{FF2B5EF4-FFF2-40B4-BE49-F238E27FC236}">
                  <a16:creationId xmlns:a16="http://schemas.microsoft.com/office/drawing/2014/main" id="{22FE5345-655F-B6CE-A660-EB3EA5F3AC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511250" y="6175876"/>
              <a:ext cx="470748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35" name="Line 72">
              <a:extLst>
                <a:ext uri="{FF2B5EF4-FFF2-40B4-BE49-F238E27FC236}">
                  <a16:creationId xmlns:a16="http://schemas.microsoft.com/office/drawing/2014/main" id="{5F55C019-9EC5-6E87-D2FB-A6057509E7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277888" y="6171113"/>
              <a:ext cx="470749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36" name="Line 73">
              <a:extLst>
                <a:ext uri="{FF2B5EF4-FFF2-40B4-BE49-F238E27FC236}">
                  <a16:creationId xmlns:a16="http://schemas.microsoft.com/office/drawing/2014/main" id="{19B9FF10-7D13-2273-297C-4330A40B87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516136" y="6161591"/>
              <a:ext cx="470749" cy="257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37" name="Line 74">
              <a:extLst>
                <a:ext uri="{FF2B5EF4-FFF2-40B4-BE49-F238E27FC236}">
                  <a16:creationId xmlns:a16="http://schemas.microsoft.com/office/drawing/2014/main" id="{F2948B9B-26D3-8025-1ABD-54E5D82025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268488" y="6171114"/>
              <a:ext cx="470749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38" name="Line 75">
              <a:extLst>
                <a:ext uri="{FF2B5EF4-FFF2-40B4-BE49-F238E27FC236}">
                  <a16:creationId xmlns:a16="http://schemas.microsoft.com/office/drawing/2014/main" id="{7F0C4CF0-02D2-FA85-59EB-1D53E6564A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6503487" y="6164839"/>
              <a:ext cx="465622" cy="245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39" name="Line 76">
              <a:extLst>
                <a:ext uri="{FF2B5EF4-FFF2-40B4-BE49-F238E27FC236}">
                  <a16:creationId xmlns:a16="http://schemas.microsoft.com/office/drawing/2014/main" id="{21D9CA23-0577-FFEB-615F-9D02498146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255373" y="6167399"/>
              <a:ext cx="470749" cy="2455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40" name="Line 77">
              <a:extLst>
                <a:ext uri="{FF2B5EF4-FFF2-40B4-BE49-F238E27FC236}">
                  <a16:creationId xmlns:a16="http://schemas.microsoft.com/office/drawing/2014/main" id="{86028D62-B6CD-B743-1E63-D77B84A1A7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7506861" y="6152065"/>
              <a:ext cx="470749" cy="276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41" name="Line 78">
              <a:extLst>
                <a:ext uri="{FF2B5EF4-FFF2-40B4-BE49-F238E27FC236}">
                  <a16:creationId xmlns:a16="http://schemas.microsoft.com/office/drawing/2014/main" id="{B6704DE3-25EB-C0E2-137D-DB8AB6F39A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255500" y="6176926"/>
              <a:ext cx="470749" cy="2265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42" name="Oval 91">
              <a:extLst>
                <a:ext uri="{FF2B5EF4-FFF2-40B4-BE49-F238E27FC236}">
                  <a16:creationId xmlns:a16="http://schemas.microsoft.com/office/drawing/2014/main" id="{5D7CF168-2CA7-EB90-DB8D-1D121706D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550" y="345735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43" name="AutoShape 93">
              <a:extLst>
                <a:ext uri="{FF2B5EF4-FFF2-40B4-BE49-F238E27FC236}">
                  <a16:creationId xmlns:a16="http://schemas.microsoft.com/office/drawing/2014/main" id="{3677A7A7-2A57-9434-5392-5AD2C7BCC8D9}"/>
                </a:ext>
              </a:extLst>
            </p:cNvPr>
            <p:cNvCxnSpPr>
              <a:cxnSpLocks noChangeShapeType="1"/>
              <a:stCxn id="42" idx="4"/>
              <a:endCxn id="15" idx="0"/>
            </p:cNvCxnSpPr>
            <p:nvPr/>
          </p:nvCxnSpPr>
          <p:spPr bwMode="auto">
            <a:xfrm>
              <a:off x="6623050" y="3838350"/>
              <a:ext cx="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94">
              <a:extLst>
                <a:ext uri="{FF2B5EF4-FFF2-40B4-BE49-F238E27FC236}">
                  <a16:creationId xmlns:a16="http://schemas.microsoft.com/office/drawing/2014/main" id="{24CEFEAA-671E-7F22-DB27-6DA899B736A8}"/>
                </a:ext>
              </a:extLst>
            </p:cNvPr>
            <p:cNvCxnSpPr>
              <a:cxnSpLocks noChangeShapeType="1"/>
              <a:stCxn id="42" idx="4"/>
              <a:endCxn id="14" idx="0"/>
            </p:cNvCxnSpPr>
            <p:nvPr/>
          </p:nvCxnSpPr>
          <p:spPr bwMode="auto">
            <a:xfrm flipH="1">
              <a:off x="5632450" y="3838350"/>
              <a:ext cx="99060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95">
              <a:extLst>
                <a:ext uri="{FF2B5EF4-FFF2-40B4-BE49-F238E27FC236}">
                  <a16:creationId xmlns:a16="http://schemas.microsoft.com/office/drawing/2014/main" id="{2F987350-782A-E3C6-FDF3-355DA9765382}"/>
                </a:ext>
              </a:extLst>
            </p:cNvPr>
            <p:cNvCxnSpPr>
              <a:cxnSpLocks noChangeShapeType="1"/>
              <a:stCxn id="42" idx="4"/>
              <a:endCxn id="16" idx="0"/>
            </p:cNvCxnSpPr>
            <p:nvPr/>
          </p:nvCxnSpPr>
          <p:spPr bwMode="auto">
            <a:xfrm>
              <a:off x="6623050" y="3838350"/>
              <a:ext cx="99060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102">
              <a:extLst>
                <a:ext uri="{FF2B5EF4-FFF2-40B4-BE49-F238E27FC236}">
                  <a16:creationId xmlns:a16="http://schemas.microsoft.com/office/drawing/2014/main" id="{F7EA80FC-F9FB-5551-F42D-FAAB249003C2}"/>
                </a:ext>
              </a:extLst>
            </p:cNvPr>
            <p:cNvCxnSpPr>
              <a:cxnSpLocks noChangeShapeType="1"/>
              <a:stCxn id="42" idx="4"/>
              <a:endCxn id="20" idx="0"/>
            </p:cNvCxnSpPr>
            <p:nvPr/>
          </p:nvCxnSpPr>
          <p:spPr bwMode="auto">
            <a:xfrm flipH="1">
              <a:off x="4641850" y="3838350"/>
              <a:ext cx="198120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BA931A2-07D5-B9E3-1F1D-81288E2A2813}"/>
                </a:ext>
              </a:extLst>
            </p:cNvPr>
            <p:cNvSpPr/>
            <p:nvPr/>
          </p:nvSpPr>
          <p:spPr>
            <a:xfrm>
              <a:off x="4292600" y="4647608"/>
              <a:ext cx="1720850" cy="157388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610962C-88C3-7A38-BF13-29E320B8A7BF}"/>
                </a:ext>
              </a:extLst>
            </p:cNvPr>
            <p:cNvSpPr/>
            <p:nvPr/>
          </p:nvSpPr>
          <p:spPr>
            <a:xfrm>
              <a:off x="6238875" y="4652462"/>
              <a:ext cx="1720850" cy="157388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0FA8E12A-2642-BD56-E4FE-2D68AD4515D4}"/>
                </a:ext>
              </a:extLst>
            </p:cNvPr>
            <p:cNvSpPr/>
            <p:nvPr/>
          </p:nvSpPr>
          <p:spPr>
            <a:xfrm>
              <a:off x="5286335" y="3330499"/>
              <a:ext cx="1755815" cy="666903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9E867248-1DFD-D9AE-CFDF-76ED05E4BA95}"/>
              </a:ext>
            </a:extLst>
          </p:cNvPr>
          <p:cNvSpPr/>
          <p:nvPr/>
        </p:nvSpPr>
        <p:spPr>
          <a:xfrm>
            <a:off x="3735754" y="5562601"/>
            <a:ext cx="416247" cy="91439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44FF9EE-AA83-0A5C-0DA3-989F9AC4F184}"/>
              </a:ext>
            </a:extLst>
          </p:cNvPr>
          <p:cNvSpPr/>
          <p:nvPr/>
        </p:nvSpPr>
        <p:spPr>
          <a:xfrm>
            <a:off x="4340049" y="5563995"/>
            <a:ext cx="416247" cy="91300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68" name="Rectangle 211967">
            <a:extLst>
              <a:ext uri="{FF2B5EF4-FFF2-40B4-BE49-F238E27FC236}">
                <a16:creationId xmlns:a16="http://schemas.microsoft.com/office/drawing/2014/main" id="{F7DDA195-9F18-2729-082A-89B2BB069EBC}"/>
              </a:ext>
            </a:extLst>
          </p:cNvPr>
          <p:cNvSpPr/>
          <p:nvPr/>
        </p:nvSpPr>
        <p:spPr>
          <a:xfrm>
            <a:off x="4978797" y="5556251"/>
            <a:ext cx="416247" cy="9207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69" name="Rectangle 211968">
            <a:extLst>
              <a:ext uri="{FF2B5EF4-FFF2-40B4-BE49-F238E27FC236}">
                <a16:creationId xmlns:a16="http://schemas.microsoft.com/office/drawing/2014/main" id="{90570671-1ED3-7147-7B17-595CEE538075}"/>
              </a:ext>
            </a:extLst>
          </p:cNvPr>
          <p:cNvSpPr/>
          <p:nvPr/>
        </p:nvSpPr>
        <p:spPr>
          <a:xfrm>
            <a:off x="5583092" y="5557645"/>
            <a:ext cx="416247" cy="91935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72" name="Rectangle 211971">
            <a:extLst>
              <a:ext uri="{FF2B5EF4-FFF2-40B4-BE49-F238E27FC236}">
                <a16:creationId xmlns:a16="http://schemas.microsoft.com/office/drawing/2014/main" id="{BD77F907-C279-6F03-C378-44BF92E57A05}"/>
              </a:ext>
            </a:extLst>
          </p:cNvPr>
          <p:cNvSpPr/>
          <p:nvPr/>
        </p:nvSpPr>
        <p:spPr>
          <a:xfrm>
            <a:off x="6187387" y="5556251"/>
            <a:ext cx="416247" cy="91935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73" name="Rectangle 211972">
            <a:extLst>
              <a:ext uri="{FF2B5EF4-FFF2-40B4-BE49-F238E27FC236}">
                <a16:creationId xmlns:a16="http://schemas.microsoft.com/office/drawing/2014/main" id="{70E4C5CD-5AEC-C2CA-84A7-B367D72852F1}"/>
              </a:ext>
            </a:extLst>
          </p:cNvPr>
          <p:cNvSpPr/>
          <p:nvPr/>
        </p:nvSpPr>
        <p:spPr>
          <a:xfrm>
            <a:off x="6791682" y="5557645"/>
            <a:ext cx="416247" cy="91935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74" name="Rectangle 211973">
            <a:extLst>
              <a:ext uri="{FF2B5EF4-FFF2-40B4-BE49-F238E27FC236}">
                <a16:creationId xmlns:a16="http://schemas.microsoft.com/office/drawing/2014/main" id="{8D3560BE-8E28-7C5E-C1A5-9628F06B086C}"/>
              </a:ext>
            </a:extLst>
          </p:cNvPr>
          <p:cNvSpPr/>
          <p:nvPr/>
        </p:nvSpPr>
        <p:spPr>
          <a:xfrm>
            <a:off x="7430430" y="5549901"/>
            <a:ext cx="416247" cy="91935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75" name="Rectangle 211974">
            <a:extLst>
              <a:ext uri="{FF2B5EF4-FFF2-40B4-BE49-F238E27FC236}">
                <a16:creationId xmlns:a16="http://schemas.microsoft.com/office/drawing/2014/main" id="{1C3CB7C4-10E6-25C1-6A81-7E1408AA8DC2}"/>
              </a:ext>
            </a:extLst>
          </p:cNvPr>
          <p:cNvSpPr/>
          <p:nvPr/>
        </p:nvSpPr>
        <p:spPr>
          <a:xfrm>
            <a:off x="8034725" y="5551295"/>
            <a:ext cx="416247" cy="91935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1984" name="Straight Arrow Connector 211983">
            <a:extLst>
              <a:ext uri="{FF2B5EF4-FFF2-40B4-BE49-F238E27FC236}">
                <a16:creationId xmlns:a16="http://schemas.microsoft.com/office/drawing/2014/main" id="{CB7BC976-3EC2-473E-5C09-F51E9233444D}"/>
              </a:ext>
            </a:extLst>
          </p:cNvPr>
          <p:cNvCxnSpPr>
            <a:cxnSpLocks/>
            <a:stCxn id="211985" idx="3"/>
            <a:endCxn id="62" idx="1"/>
          </p:cNvCxnSpPr>
          <p:nvPr/>
        </p:nvCxnSpPr>
        <p:spPr>
          <a:xfrm>
            <a:off x="2760337" y="5813615"/>
            <a:ext cx="975417" cy="206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985" name="TextBox 211984">
            <a:extLst>
              <a:ext uri="{FF2B5EF4-FFF2-40B4-BE49-F238E27FC236}">
                <a16:creationId xmlns:a16="http://schemas.microsoft.com/office/drawing/2014/main" id="{54092DAA-0892-212C-32B3-1CEA34F5F802}"/>
              </a:ext>
            </a:extLst>
          </p:cNvPr>
          <p:cNvSpPr txBox="1"/>
          <p:nvPr/>
        </p:nvSpPr>
        <p:spPr>
          <a:xfrm>
            <a:off x="928508" y="5521227"/>
            <a:ext cx="1831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Servers</a:t>
            </a:r>
            <a:endParaRPr lang="it-IT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1986" name="Rectangle 211985">
            <a:extLst>
              <a:ext uri="{FF2B5EF4-FFF2-40B4-BE49-F238E27FC236}">
                <a16:creationId xmlns:a16="http://schemas.microsoft.com/office/drawing/2014/main" id="{89A30E44-822E-CA64-B16F-1EA2B088EE28}"/>
              </a:ext>
            </a:extLst>
          </p:cNvPr>
          <p:cNvSpPr/>
          <p:nvPr/>
        </p:nvSpPr>
        <p:spPr>
          <a:xfrm>
            <a:off x="3784483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87" name="Rectangle 211986">
            <a:extLst>
              <a:ext uri="{FF2B5EF4-FFF2-40B4-BE49-F238E27FC236}">
                <a16:creationId xmlns:a16="http://schemas.microsoft.com/office/drawing/2014/main" id="{0D8E4BC0-A1DD-D3F1-79FA-0E6D9029F9AE}"/>
              </a:ext>
            </a:extLst>
          </p:cNvPr>
          <p:cNvSpPr/>
          <p:nvPr/>
        </p:nvSpPr>
        <p:spPr>
          <a:xfrm>
            <a:off x="3972188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88" name="Rectangle 211987">
            <a:extLst>
              <a:ext uri="{FF2B5EF4-FFF2-40B4-BE49-F238E27FC236}">
                <a16:creationId xmlns:a16="http://schemas.microsoft.com/office/drawing/2014/main" id="{55EEC0E9-3533-C6C5-69E4-D82D3CD26FE7}"/>
              </a:ext>
            </a:extLst>
          </p:cNvPr>
          <p:cNvSpPr/>
          <p:nvPr/>
        </p:nvSpPr>
        <p:spPr>
          <a:xfrm>
            <a:off x="3787065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89" name="Rectangle 211988">
            <a:extLst>
              <a:ext uri="{FF2B5EF4-FFF2-40B4-BE49-F238E27FC236}">
                <a16:creationId xmlns:a16="http://schemas.microsoft.com/office/drawing/2014/main" id="{8A0B7FD2-8224-3567-4BF0-DCB952034E5D}"/>
              </a:ext>
            </a:extLst>
          </p:cNvPr>
          <p:cNvSpPr/>
          <p:nvPr/>
        </p:nvSpPr>
        <p:spPr>
          <a:xfrm>
            <a:off x="3974770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91" name="Rectangle 211990">
            <a:extLst>
              <a:ext uri="{FF2B5EF4-FFF2-40B4-BE49-F238E27FC236}">
                <a16:creationId xmlns:a16="http://schemas.microsoft.com/office/drawing/2014/main" id="{7A932691-FA30-4BB8-E153-0E85F0FFDCB1}"/>
              </a:ext>
            </a:extLst>
          </p:cNvPr>
          <p:cNvSpPr/>
          <p:nvPr/>
        </p:nvSpPr>
        <p:spPr>
          <a:xfrm>
            <a:off x="3784483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95" name="Rectangle 211994">
            <a:extLst>
              <a:ext uri="{FF2B5EF4-FFF2-40B4-BE49-F238E27FC236}">
                <a16:creationId xmlns:a16="http://schemas.microsoft.com/office/drawing/2014/main" id="{7D77E8F9-8685-0B75-E997-35C665E21164}"/>
              </a:ext>
            </a:extLst>
          </p:cNvPr>
          <p:cNvSpPr/>
          <p:nvPr/>
        </p:nvSpPr>
        <p:spPr>
          <a:xfrm>
            <a:off x="3972188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96" name="Rectangle 211995">
            <a:extLst>
              <a:ext uri="{FF2B5EF4-FFF2-40B4-BE49-F238E27FC236}">
                <a16:creationId xmlns:a16="http://schemas.microsoft.com/office/drawing/2014/main" id="{E8584580-0985-FF2F-C70D-B3125E2C3D5E}"/>
              </a:ext>
            </a:extLst>
          </p:cNvPr>
          <p:cNvSpPr/>
          <p:nvPr/>
        </p:nvSpPr>
        <p:spPr>
          <a:xfrm>
            <a:off x="4394137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97" name="Rectangle 211996">
            <a:extLst>
              <a:ext uri="{FF2B5EF4-FFF2-40B4-BE49-F238E27FC236}">
                <a16:creationId xmlns:a16="http://schemas.microsoft.com/office/drawing/2014/main" id="{D4128E05-12C5-9EC4-82E7-C30521AC0B4E}"/>
              </a:ext>
            </a:extLst>
          </p:cNvPr>
          <p:cNvSpPr/>
          <p:nvPr/>
        </p:nvSpPr>
        <p:spPr>
          <a:xfrm>
            <a:off x="4581842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1999" name="Rectangle 211998">
            <a:extLst>
              <a:ext uri="{FF2B5EF4-FFF2-40B4-BE49-F238E27FC236}">
                <a16:creationId xmlns:a16="http://schemas.microsoft.com/office/drawing/2014/main" id="{2A47CB0F-BB2A-A6E6-DD10-590BBAF98271}"/>
              </a:ext>
            </a:extLst>
          </p:cNvPr>
          <p:cNvSpPr/>
          <p:nvPr/>
        </p:nvSpPr>
        <p:spPr>
          <a:xfrm>
            <a:off x="4396719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04" name="Rectangle 212003">
            <a:extLst>
              <a:ext uri="{FF2B5EF4-FFF2-40B4-BE49-F238E27FC236}">
                <a16:creationId xmlns:a16="http://schemas.microsoft.com/office/drawing/2014/main" id="{66F02E6C-2B48-753E-254F-AD050C25BED4}"/>
              </a:ext>
            </a:extLst>
          </p:cNvPr>
          <p:cNvSpPr/>
          <p:nvPr/>
        </p:nvSpPr>
        <p:spPr>
          <a:xfrm>
            <a:off x="4581842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07" name="Rectangle 212006">
            <a:extLst>
              <a:ext uri="{FF2B5EF4-FFF2-40B4-BE49-F238E27FC236}">
                <a16:creationId xmlns:a16="http://schemas.microsoft.com/office/drawing/2014/main" id="{5B39B63B-4EB6-C291-908A-B92DD56768A7}"/>
              </a:ext>
            </a:extLst>
          </p:cNvPr>
          <p:cNvSpPr/>
          <p:nvPr/>
        </p:nvSpPr>
        <p:spPr>
          <a:xfrm>
            <a:off x="5221018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09" name="Rectangle 212008">
            <a:extLst>
              <a:ext uri="{FF2B5EF4-FFF2-40B4-BE49-F238E27FC236}">
                <a16:creationId xmlns:a16="http://schemas.microsoft.com/office/drawing/2014/main" id="{E963DDE4-EA71-3C6B-7BC5-D0EBA2A4B157}"/>
              </a:ext>
            </a:extLst>
          </p:cNvPr>
          <p:cNvSpPr/>
          <p:nvPr/>
        </p:nvSpPr>
        <p:spPr>
          <a:xfrm>
            <a:off x="5035895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10" name="Rectangle 212009">
            <a:extLst>
              <a:ext uri="{FF2B5EF4-FFF2-40B4-BE49-F238E27FC236}">
                <a16:creationId xmlns:a16="http://schemas.microsoft.com/office/drawing/2014/main" id="{942F1D08-A65D-B0A0-5F7E-77D733189905}"/>
              </a:ext>
            </a:extLst>
          </p:cNvPr>
          <p:cNvSpPr/>
          <p:nvPr/>
        </p:nvSpPr>
        <p:spPr>
          <a:xfrm>
            <a:off x="5223600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14" name="Rectangle 212013">
            <a:extLst>
              <a:ext uri="{FF2B5EF4-FFF2-40B4-BE49-F238E27FC236}">
                <a16:creationId xmlns:a16="http://schemas.microsoft.com/office/drawing/2014/main" id="{F9927070-F1E7-ED44-C0C4-5D8ACA9039FB}"/>
              </a:ext>
            </a:extLst>
          </p:cNvPr>
          <p:cNvSpPr/>
          <p:nvPr/>
        </p:nvSpPr>
        <p:spPr>
          <a:xfrm>
            <a:off x="5033313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16" name="Rectangle 212015">
            <a:extLst>
              <a:ext uri="{FF2B5EF4-FFF2-40B4-BE49-F238E27FC236}">
                <a16:creationId xmlns:a16="http://schemas.microsoft.com/office/drawing/2014/main" id="{49EA54EE-A6B3-2E43-BE77-B0EA7D6B1137}"/>
              </a:ext>
            </a:extLst>
          </p:cNvPr>
          <p:cNvSpPr/>
          <p:nvPr/>
        </p:nvSpPr>
        <p:spPr>
          <a:xfrm>
            <a:off x="5633072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27" name="Rectangle 212026">
            <a:extLst>
              <a:ext uri="{FF2B5EF4-FFF2-40B4-BE49-F238E27FC236}">
                <a16:creationId xmlns:a16="http://schemas.microsoft.com/office/drawing/2014/main" id="{1EB93666-A479-11FC-104A-73425A1997FE}"/>
              </a:ext>
            </a:extLst>
          </p:cNvPr>
          <p:cNvSpPr/>
          <p:nvPr/>
        </p:nvSpPr>
        <p:spPr>
          <a:xfrm>
            <a:off x="5635654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28" name="Rectangle 212027">
            <a:extLst>
              <a:ext uri="{FF2B5EF4-FFF2-40B4-BE49-F238E27FC236}">
                <a16:creationId xmlns:a16="http://schemas.microsoft.com/office/drawing/2014/main" id="{05CCFBB3-10E9-AE99-5CAA-BA89AF934F49}"/>
              </a:ext>
            </a:extLst>
          </p:cNvPr>
          <p:cNvSpPr/>
          <p:nvPr/>
        </p:nvSpPr>
        <p:spPr>
          <a:xfrm>
            <a:off x="5823359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2030" name="Rectangle 212029">
            <a:extLst>
              <a:ext uri="{FF2B5EF4-FFF2-40B4-BE49-F238E27FC236}">
                <a16:creationId xmlns:a16="http://schemas.microsoft.com/office/drawing/2014/main" id="{6D49C747-2A68-358C-2924-D810DA4CB456}"/>
              </a:ext>
            </a:extLst>
          </p:cNvPr>
          <p:cNvSpPr/>
          <p:nvPr/>
        </p:nvSpPr>
        <p:spPr>
          <a:xfrm>
            <a:off x="5820777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CAC61C-96A4-4E81-F0B9-D6C98A58D6E8}"/>
              </a:ext>
            </a:extLst>
          </p:cNvPr>
          <p:cNvSpPr/>
          <p:nvPr/>
        </p:nvSpPr>
        <p:spPr>
          <a:xfrm>
            <a:off x="6423316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5F255CD-4358-7E73-3F5B-33B94CB3B517}"/>
              </a:ext>
            </a:extLst>
          </p:cNvPr>
          <p:cNvSpPr/>
          <p:nvPr/>
        </p:nvSpPr>
        <p:spPr>
          <a:xfrm>
            <a:off x="6238193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E0C151A-6371-C498-5348-4E98A598B6FD}"/>
              </a:ext>
            </a:extLst>
          </p:cNvPr>
          <p:cNvSpPr/>
          <p:nvPr/>
        </p:nvSpPr>
        <p:spPr>
          <a:xfrm>
            <a:off x="6423316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03E1965-D7B9-5888-9A5A-BD2B70CE0298}"/>
              </a:ext>
            </a:extLst>
          </p:cNvPr>
          <p:cNvSpPr/>
          <p:nvPr/>
        </p:nvSpPr>
        <p:spPr>
          <a:xfrm>
            <a:off x="7031489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600F331-A38E-0037-B56F-FB192659217B}"/>
              </a:ext>
            </a:extLst>
          </p:cNvPr>
          <p:cNvSpPr/>
          <p:nvPr/>
        </p:nvSpPr>
        <p:spPr>
          <a:xfrm>
            <a:off x="6846366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29CDA9-9C63-CEB8-7660-0061DF8C3CB6}"/>
              </a:ext>
            </a:extLst>
          </p:cNvPr>
          <p:cNvSpPr/>
          <p:nvPr/>
        </p:nvSpPr>
        <p:spPr>
          <a:xfrm>
            <a:off x="6843784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DBEF4C-4CB2-EBEC-78D4-817FE3728DB6}"/>
              </a:ext>
            </a:extLst>
          </p:cNvPr>
          <p:cNvSpPr/>
          <p:nvPr/>
        </p:nvSpPr>
        <p:spPr>
          <a:xfrm>
            <a:off x="7031489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80A4910-F8F3-FD46-BF3B-00DBA7FA1C29}"/>
              </a:ext>
            </a:extLst>
          </p:cNvPr>
          <p:cNvSpPr/>
          <p:nvPr/>
        </p:nvSpPr>
        <p:spPr>
          <a:xfrm>
            <a:off x="7482875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6DE86C-B166-AC47-E72A-BD0C96E16823}"/>
              </a:ext>
            </a:extLst>
          </p:cNvPr>
          <p:cNvSpPr/>
          <p:nvPr/>
        </p:nvSpPr>
        <p:spPr>
          <a:xfrm>
            <a:off x="7670580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99E689A-3F87-81C2-2D45-C10970DE156A}"/>
              </a:ext>
            </a:extLst>
          </p:cNvPr>
          <p:cNvSpPr/>
          <p:nvPr/>
        </p:nvSpPr>
        <p:spPr>
          <a:xfrm>
            <a:off x="7673162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3EFCCFA-582C-7F18-6F26-B1310046EB92}"/>
              </a:ext>
            </a:extLst>
          </p:cNvPr>
          <p:cNvSpPr/>
          <p:nvPr/>
        </p:nvSpPr>
        <p:spPr>
          <a:xfrm>
            <a:off x="8268813" y="6324600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E085D2D-6874-4F16-9CE5-B5E4F86E911F}"/>
              </a:ext>
            </a:extLst>
          </p:cNvPr>
          <p:cNvSpPr/>
          <p:nvPr/>
        </p:nvSpPr>
        <p:spPr>
          <a:xfrm>
            <a:off x="8083690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9472DC6-54F2-CDCA-0655-9481BED17105}"/>
              </a:ext>
            </a:extLst>
          </p:cNvPr>
          <p:cNvSpPr/>
          <p:nvPr/>
        </p:nvSpPr>
        <p:spPr>
          <a:xfrm>
            <a:off x="8271395" y="6146287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60ECE39-C627-25EF-D207-1ADF3496D432}"/>
              </a:ext>
            </a:extLst>
          </p:cNvPr>
          <p:cNvSpPr/>
          <p:nvPr/>
        </p:nvSpPr>
        <p:spPr>
          <a:xfrm>
            <a:off x="8081108" y="5967974"/>
            <a:ext cx="126000" cy="126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402833A-2C74-22D0-F998-0AAF18576A3A}"/>
              </a:ext>
            </a:extLst>
          </p:cNvPr>
          <p:cNvCxnSpPr>
            <a:cxnSpLocks/>
          </p:cNvCxnSpPr>
          <p:nvPr/>
        </p:nvCxnSpPr>
        <p:spPr>
          <a:xfrm flipH="1">
            <a:off x="8241287" y="5154192"/>
            <a:ext cx="1894372" cy="8137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63FD44D-BFC1-BE88-FB06-34C844388FBD}"/>
              </a:ext>
            </a:extLst>
          </p:cNvPr>
          <p:cNvSpPr txBox="1"/>
          <p:nvPr/>
        </p:nvSpPr>
        <p:spPr>
          <a:xfrm>
            <a:off x="8534400" y="4495800"/>
            <a:ext cx="382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Containers or </a:t>
            </a:r>
            <a:r>
              <a:rPr lang="it-IT" sz="3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VMs</a:t>
            </a:r>
            <a:endParaRPr lang="it-IT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5E78A8-99A5-7ECD-5F1C-79C085542CAB}"/>
              </a:ext>
            </a:extLst>
          </p:cNvPr>
          <p:cNvCxnSpPr>
            <a:cxnSpLocks/>
            <a:stCxn id="51" idx="2"/>
            <a:endCxn id="35" idx="1"/>
          </p:cNvCxnSpPr>
          <p:nvPr/>
        </p:nvCxnSpPr>
        <p:spPr>
          <a:xfrm>
            <a:off x="1631928" y="5098157"/>
            <a:ext cx="2318785" cy="4644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4B63C93-F1DF-AA36-BE11-6A8B50D352FE}"/>
              </a:ext>
            </a:extLst>
          </p:cNvPr>
          <p:cNvSpPr txBox="1"/>
          <p:nvPr/>
        </p:nvSpPr>
        <p:spPr>
          <a:xfrm>
            <a:off x="500745" y="4174827"/>
            <a:ext cx="2262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Prefixes</a:t>
            </a:r>
            <a:r>
              <a:rPr 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</a:t>
            </a:r>
            <a:r>
              <a:rPr lang="it-IT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assigned</a:t>
            </a:r>
            <a:r>
              <a:rPr 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directly</a:t>
            </a:r>
            <a:r>
              <a:rPr 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the servers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B95842E-92B2-788A-0BD0-2835D3BEE892}"/>
              </a:ext>
            </a:extLst>
          </p:cNvPr>
          <p:cNvCxnSpPr>
            <a:cxnSpLocks/>
            <a:stCxn id="60" idx="2"/>
            <a:endCxn id="25" idx="2"/>
          </p:cNvCxnSpPr>
          <p:nvPr/>
        </p:nvCxnSpPr>
        <p:spPr>
          <a:xfrm>
            <a:off x="1664583" y="3577344"/>
            <a:ext cx="2356918" cy="11839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109D74-D1A4-A292-334B-2A10780AB720}"/>
              </a:ext>
            </a:extLst>
          </p:cNvPr>
          <p:cNvSpPr txBox="1"/>
          <p:nvPr/>
        </p:nvSpPr>
        <p:spPr>
          <a:xfrm>
            <a:off x="533400" y="2654014"/>
            <a:ext cx="2262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</a:t>
            </a: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Leaf</a:t>
            </a: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announces</a:t>
            </a: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</a:t>
            </a: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server’s</a:t>
            </a:r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</a:t>
            </a:r>
            <a:endParaRPr lang="it-IT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66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DC04-95E5-0E1F-768E-D5697CAB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drawbacks</a:t>
            </a:r>
            <a:r>
              <a:rPr lang="it-IT" dirty="0"/>
              <a:t> of </a:t>
            </a:r>
            <a:r>
              <a:rPr lang="it-IT" dirty="0" err="1"/>
              <a:t>using</a:t>
            </a:r>
            <a:r>
              <a:rPr lang="it-IT" dirty="0"/>
              <a:t> just BGP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B1DB-3A6E-AF69-DDBF-15EF2A98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containers/VMs share the same IP prefix of the server</a:t>
            </a:r>
          </a:p>
          <a:p>
            <a:pPr lvl="1"/>
            <a:r>
              <a:rPr lang="en-GB" dirty="0"/>
              <a:t>no possibility to move containers between servers without IP remapping</a:t>
            </a:r>
          </a:p>
          <a:p>
            <a:r>
              <a:rPr lang="en-GB" dirty="0"/>
              <a:t>tenants must follow the IP plan of the data </a:t>
            </a:r>
            <a:r>
              <a:rPr lang="en-GB" dirty="0" err="1"/>
              <a:t>center</a:t>
            </a:r>
            <a:endParaRPr lang="en-GB" dirty="0"/>
          </a:p>
          <a:p>
            <a:pPr lvl="1"/>
            <a:r>
              <a:rPr lang="en-GB" dirty="0"/>
              <a:t>cannot expose containers with custom IPs</a:t>
            </a:r>
          </a:p>
          <a:p>
            <a:r>
              <a:rPr lang="en-GB" dirty="0"/>
              <a:t>there is no isolation between </a:t>
            </a:r>
          </a:p>
          <a:p>
            <a:pPr lvl="1"/>
            <a:r>
              <a:rPr lang="en-GB" dirty="0"/>
              <a:t>the data </a:t>
            </a:r>
            <a:r>
              <a:rPr lang="en-GB" dirty="0" err="1"/>
              <a:t>center</a:t>
            </a:r>
            <a:r>
              <a:rPr lang="en-GB" dirty="0"/>
              <a:t> traffic and the tenant's traffic</a:t>
            </a:r>
          </a:p>
          <a:p>
            <a:pPr lvl="1"/>
            <a:r>
              <a:rPr lang="en-GB" dirty="0"/>
              <a:t>different tenants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474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how to handle multiple tenants?</a:t>
            </a:r>
          </a:p>
        </p:txBody>
      </p:sp>
    </p:spTree>
    <p:extLst>
      <p:ext uri="{BB962C8B-B14F-4D97-AF65-F5344CB8AC3E}">
        <p14:creationId xmlns:p14="http://schemas.microsoft.com/office/powerpoint/2010/main" val="351043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A9C46400-BBA6-3A0D-5E19-313787468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servers' </a:t>
            </a:r>
            <a:r>
              <a:rPr lang="it-IT" altLang="it-IT" err="1"/>
              <a:t>architecture</a:t>
            </a:r>
            <a:r>
              <a:rPr lang="it-IT" altLang="it-IT"/>
              <a:t> </a:t>
            </a:r>
            <a:r>
              <a:rPr lang="it-IT" altLang="it-IT" err="1"/>
              <a:t>requirements</a:t>
            </a:r>
            <a:endParaRPr lang="en-US" altLang="it-IT"/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CC408393-80F8-E891-39E3-7C45FB3EC4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dirty="0"/>
              <a:t>having user services directly on bare metal is not used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too many physical servers needed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no way to scale if more resources are requested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no isolation between different services on the same server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support a virtual layer of containers or VMs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high-availability guaranteed via orchestration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useful for resource-slicing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isolation between different containers/VMs on the same server</a:t>
            </a:r>
          </a:p>
          <a:p>
            <a:pPr lvl="2">
              <a:lnSpc>
                <a:spcPct val="90000"/>
              </a:lnSpc>
            </a:pPr>
            <a:r>
              <a:rPr lang="en-US" altLang="it-IT" dirty="0"/>
              <a:t>possibility to assign containers or VMs to different tenants</a:t>
            </a:r>
          </a:p>
        </p:txBody>
      </p:sp>
    </p:spTree>
    <p:extLst>
      <p:ext uri="{BB962C8B-B14F-4D97-AF65-F5344CB8AC3E}">
        <p14:creationId xmlns:p14="http://schemas.microsoft.com/office/powerpoint/2010/main" val="83378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6C31-3312-5C45-6155-AB388E7B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orchestration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CCEF-2B17-DE34-C0E2-E0105F85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an orchestrator </a:t>
            </a:r>
            <a:r>
              <a:rPr lang="it-IT" err="1"/>
              <a:t>is</a:t>
            </a:r>
            <a:r>
              <a:rPr lang="it-IT"/>
              <a:t> a </a:t>
            </a:r>
            <a:r>
              <a:rPr lang="en-IT"/>
              <a:t>software that manages the lifecycle of containers/VMs</a:t>
            </a:r>
          </a:p>
          <a:p>
            <a:pPr lvl="1"/>
            <a:r>
              <a:rPr lang="en-IT"/>
              <a:t>creates, moves, and destroys containers</a:t>
            </a:r>
            <a:r>
              <a:rPr lang="it-IT"/>
              <a:t>/</a:t>
            </a:r>
            <a:r>
              <a:rPr lang="it-IT" err="1"/>
              <a:t>VMs</a:t>
            </a:r>
            <a:endParaRPr lang="en-IT"/>
          </a:p>
          <a:p>
            <a:r>
              <a:rPr lang="en-IT"/>
              <a:t>needed for</a:t>
            </a:r>
          </a:p>
          <a:p>
            <a:pPr lvl="1"/>
            <a:r>
              <a:rPr lang="it-IT" err="1"/>
              <a:t>optimal</a:t>
            </a:r>
            <a:r>
              <a:rPr lang="it-IT"/>
              <a:t> </a:t>
            </a:r>
            <a:r>
              <a:rPr lang="en-IT"/>
              <a:t>resource </a:t>
            </a:r>
            <a:r>
              <a:rPr lang="it-IT" err="1"/>
              <a:t>allocation</a:t>
            </a:r>
            <a:r>
              <a:rPr lang="it-IT"/>
              <a:t>, </a:t>
            </a:r>
            <a:r>
              <a:rPr lang="en-IT"/>
              <a:t>handling failures</a:t>
            </a:r>
            <a:r>
              <a:rPr lang="it-IT"/>
              <a:t>, </a:t>
            </a:r>
            <a:r>
              <a:rPr lang="en-IT"/>
              <a:t>management</a:t>
            </a:r>
          </a:p>
          <a:p>
            <a:r>
              <a:rPr lang="en-IT"/>
              <a:t>when moving a container/VM</a:t>
            </a:r>
          </a:p>
          <a:p>
            <a:pPr lvl="1"/>
            <a:r>
              <a:rPr lang="en-IT"/>
              <a:t>possibility to keep network configurations (MAC/IP)</a:t>
            </a:r>
          </a:p>
          <a:p>
            <a:pPr lvl="1"/>
            <a:r>
              <a:rPr lang="en-IT"/>
              <a:t>minimal downtime</a:t>
            </a:r>
          </a:p>
        </p:txBody>
      </p:sp>
    </p:spTree>
    <p:extLst>
      <p:ext uri="{BB962C8B-B14F-4D97-AF65-F5344CB8AC3E}">
        <p14:creationId xmlns:p14="http://schemas.microsoft.com/office/powerpoint/2010/main" val="135032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CEA6-C788-303D-4817-680314D6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tenant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2923-79DE-F59C-D054-507A2193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/>
              <a:t>each tenant wants to </a:t>
            </a:r>
            <a:r>
              <a:rPr lang="it-IT" err="1"/>
              <a:t>independently</a:t>
            </a:r>
            <a:r>
              <a:rPr lang="it-IT"/>
              <a:t> </a:t>
            </a:r>
            <a:r>
              <a:rPr lang="en-IT"/>
              <a:t>manage its own private </a:t>
            </a:r>
            <a:r>
              <a:rPr lang="it-IT"/>
              <a:t>IP </a:t>
            </a:r>
            <a:r>
              <a:rPr lang="en-IT"/>
              <a:t>address space</a:t>
            </a:r>
          </a:p>
          <a:p>
            <a:pPr lvl="1"/>
            <a:r>
              <a:rPr lang="en-IT"/>
              <a:t>containers</a:t>
            </a:r>
            <a:r>
              <a:rPr lang="it-IT"/>
              <a:t>/</a:t>
            </a:r>
            <a:r>
              <a:rPr lang="it-IT" err="1"/>
              <a:t>VMs</a:t>
            </a:r>
            <a:r>
              <a:rPr lang="en-IT"/>
              <a:t> traffic must be segregated between tenants and between the data center traffic</a:t>
            </a:r>
          </a:p>
        </p:txBody>
      </p:sp>
    </p:spTree>
    <p:extLst>
      <p:ext uri="{BB962C8B-B14F-4D97-AF65-F5344CB8AC3E}">
        <p14:creationId xmlns:p14="http://schemas.microsoft.com/office/powerpoint/2010/main" val="239749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CEA6-C788-303D-4817-680314D6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consequence</a:t>
            </a:r>
            <a:r>
              <a:rPr lang="it-IT"/>
              <a:t> of </a:t>
            </a:r>
            <a:r>
              <a:rPr lang="en-IT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2923-79DE-F59C-D054-507A2193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server, </a:t>
            </a:r>
            <a:r>
              <a:rPr lang="it-IT" err="1"/>
              <a:t>orchestration</a:t>
            </a:r>
            <a:r>
              <a:rPr lang="it-IT"/>
              <a:t>, and </a:t>
            </a:r>
            <a:r>
              <a:rPr lang="it-IT" err="1"/>
              <a:t>tenant</a:t>
            </a:r>
            <a:r>
              <a:rPr lang="it-IT"/>
              <a:t> </a:t>
            </a:r>
            <a:r>
              <a:rPr lang="it-IT" err="1"/>
              <a:t>requirements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a </a:t>
            </a:r>
            <a:r>
              <a:rPr lang="it-IT" err="1"/>
              <a:t>consequence</a:t>
            </a:r>
            <a:endParaRPr lang="it-IT"/>
          </a:p>
          <a:p>
            <a:pPr lvl="1"/>
            <a:r>
              <a:rPr lang="it-IT" err="1"/>
              <a:t>usage</a:t>
            </a:r>
            <a:r>
              <a:rPr lang="it-IT"/>
              <a:t> of </a:t>
            </a:r>
            <a:r>
              <a:rPr lang="it-IT" err="1"/>
              <a:t>tunnels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6405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3C1B-3E99-3E85-0FD1-E56D80D9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tunneling</a:t>
            </a:r>
            <a:r>
              <a:rPr lang="en-IT"/>
              <a:t> </a:t>
            </a:r>
            <a:r>
              <a:rPr lang="it-IT" err="1"/>
              <a:t>protocol</a:t>
            </a:r>
            <a:r>
              <a:rPr lang="it-IT"/>
              <a:t> </a:t>
            </a:r>
            <a:r>
              <a:rPr lang="en-IT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623B0-8748-EBF9-4F3A-032FAAC8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/>
              <a:t>minimal configuration</a:t>
            </a:r>
          </a:p>
          <a:p>
            <a:r>
              <a:rPr lang="en-IT"/>
              <a:t>encapsulate the traffic of each tenant</a:t>
            </a:r>
            <a:endParaRPr lang="it-IT" dirty="0"/>
          </a:p>
          <a:p>
            <a:pPr lvl="1"/>
            <a:r>
              <a:rPr lang="en-IT"/>
              <a:t>an identifier</a:t>
            </a:r>
            <a:r>
              <a:rPr lang="it-IT" dirty="0"/>
              <a:t> of the </a:t>
            </a:r>
            <a:r>
              <a:rPr lang="it-IT" dirty="0" err="1"/>
              <a:t>tenant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en-IT"/>
          </a:p>
          <a:p>
            <a:r>
              <a:rPr lang="en-IT"/>
              <a:t>encapsulation in Layer-4 </a:t>
            </a:r>
            <a:endParaRPr lang="it-IT" dirty="0"/>
          </a:p>
          <a:p>
            <a:pPr lvl="1"/>
            <a:r>
              <a:rPr lang="en-IT"/>
              <a:t>to fully exploit </a:t>
            </a:r>
            <a:r>
              <a:rPr lang="it-IT" dirty="0"/>
              <a:t>ECMP </a:t>
            </a:r>
            <a:r>
              <a:rPr lang="en-IT"/>
              <a:t>Multi-Path</a:t>
            </a:r>
          </a:p>
          <a:p>
            <a:pPr lvl="1"/>
            <a:r>
              <a:rPr lang="it-IT" dirty="0"/>
              <a:t>to </a:t>
            </a:r>
            <a:r>
              <a:rPr lang="en-IT"/>
              <a:t>traverse routers</a:t>
            </a:r>
          </a:p>
          <a:p>
            <a:pPr lvl="2"/>
            <a:r>
              <a:rPr lang="en-IT"/>
              <a:t>data center fabric is Layer-3</a:t>
            </a:r>
          </a:p>
          <a:p>
            <a:pPr lvl="1"/>
            <a:r>
              <a:rPr lang="it-IT" dirty="0"/>
              <a:t>to </a:t>
            </a:r>
            <a:r>
              <a:rPr lang="en-IT"/>
              <a:t>traverse Internet</a:t>
            </a:r>
          </a:p>
          <a:p>
            <a:pPr lvl="2"/>
            <a:r>
              <a:rPr lang="en-IT"/>
              <a:t>different data centers must interconnect via Internet transparently (to create the so called </a:t>
            </a:r>
            <a:r>
              <a:rPr lang="en-IT" i="1"/>
              <a:t>regions</a:t>
            </a:r>
            <a:r>
              <a:rPr lang="en-IT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093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45A7-4677-1AAE-B257-961208AD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possible</a:t>
            </a:r>
            <a:r>
              <a:rPr lang="it-IT"/>
              <a:t> </a:t>
            </a:r>
            <a:r>
              <a:rPr lang="it-IT" err="1"/>
              <a:t>choices</a:t>
            </a:r>
            <a:r>
              <a:rPr lang="it-IT"/>
              <a:t> for </a:t>
            </a:r>
            <a:r>
              <a:rPr lang="en-IT"/>
              <a:t>tunneling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9AA1-9545-7D80-49E3-28AC9FF86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/>
              <a:t>VLAN</a:t>
            </a:r>
          </a:p>
          <a:p>
            <a:pPr lvl="1"/>
            <a:r>
              <a:rPr lang="en-IT"/>
              <a:t>can be used only in L</a:t>
            </a:r>
            <a:r>
              <a:rPr lang="it-IT" dirty="0" err="1"/>
              <a:t>ayer</a:t>
            </a:r>
            <a:r>
              <a:rPr lang="it-IT" dirty="0"/>
              <a:t>-</a:t>
            </a:r>
            <a:r>
              <a:rPr lang="en-IT"/>
              <a:t>2, the data</a:t>
            </a:r>
            <a:r>
              <a:rPr lang="it-IT" dirty="0"/>
              <a:t> </a:t>
            </a:r>
            <a:r>
              <a:rPr lang="en-IT"/>
              <a:t>center is L</a:t>
            </a:r>
            <a:r>
              <a:rPr lang="it-IT" dirty="0" err="1"/>
              <a:t>ayer</a:t>
            </a:r>
            <a:r>
              <a:rPr lang="it-IT" dirty="0"/>
              <a:t>-</a:t>
            </a:r>
            <a:r>
              <a:rPr lang="en-IT"/>
              <a:t>3</a:t>
            </a:r>
          </a:p>
          <a:p>
            <a:r>
              <a:rPr lang="en-IT"/>
              <a:t>MPLS</a:t>
            </a:r>
          </a:p>
          <a:p>
            <a:pPr lvl="1"/>
            <a:r>
              <a:rPr lang="en-IT"/>
              <a:t>each router must be configured for each new tenant</a:t>
            </a:r>
          </a:p>
          <a:p>
            <a:pPr lvl="1"/>
            <a:r>
              <a:rPr lang="en-IT"/>
              <a:t>traversing Internet requires ISP to configure intermediate routers</a:t>
            </a:r>
          </a:p>
          <a:p>
            <a:r>
              <a:rPr lang="en-IT"/>
              <a:t>VXLAN</a:t>
            </a:r>
          </a:p>
          <a:p>
            <a:pPr lvl="1"/>
            <a:r>
              <a:rPr lang="en-IT"/>
              <a:t>created ad-hoc </a:t>
            </a:r>
            <a:r>
              <a:rPr lang="en-IT">
                <a:sym typeface="Wingdings" pitchFamily="2" charset="2"/>
              </a:rPr>
              <a:t>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0336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B04C-9D9E-D07D-3983-835CCB39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VXLAN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C005B-D9C6-2BF4-D196-9757AB69B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Virtual </a:t>
            </a:r>
            <a:r>
              <a:rPr lang="en-GB" err="1"/>
              <a:t>eXtensible</a:t>
            </a:r>
            <a:r>
              <a:rPr lang="en-GB"/>
              <a:t> Local Area Network (RFC-7348)</a:t>
            </a:r>
          </a:p>
          <a:p>
            <a:r>
              <a:rPr lang="en-GB"/>
              <a:t>designed to address the need for overlay networks within virtualized data </a:t>
            </a:r>
            <a:r>
              <a:rPr lang="en-GB" err="1"/>
              <a:t>centers</a:t>
            </a:r>
            <a:r>
              <a:rPr lang="en-GB"/>
              <a:t> accommodating multiple tenants</a:t>
            </a:r>
          </a:p>
          <a:p>
            <a:r>
              <a:rPr lang="en-GB"/>
              <a:t>encapsulates Layer-2 frames into UDP packets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882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679D-5AFA-932F-DD42-C822210C8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VXLAN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A8E52-8B95-619B-BF05-38E111CB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VNI</a:t>
            </a:r>
            <a:r>
              <a:rPr lang="en-GB" dirty="0"/>
              <a:t>: VXLAN Network Identifier</a:t>
            </a:r>
          </a:p>
          <a:p>
            <a:pPr lvl="1"/>
            <a:r>
              <a:rPr lang="en-GB" dirty="0"/>
              <a:t>identifier of a specific VXLAN tunnel</a:t>
            </a:r>
          </a:p>
          <a:p>
            <a:pPr lvl="1"/>
            <a:r>
              <a:rPr lang="en-GB" dirty="0"/>
              <a:t>similar to the VLAN ID</a:t>
            </a:r>
          </a:p>
          <a:p>
            <a:pPr lvl="1"/>
            <a:r>
              <a:rPr lang="en-GB" dirty="0"/>
              <a:t>24-bit address space, more than 16M possible VNIs</a:t>
            </a:r>
          </a:p>
          <a:p>
            <a:r>
              <a:rPr lang="en-GB" b="1" dirty="0"/>
              <a:t>VTEP</a:t>
            </a:r>
            <a:r>
              <a:rPr lang="en-GB" dirty="0"/>
              <a:t>: VXLAN Tunnel End Point</a:t>
            </a:r>
          </a:p>
          <a:p>
            <a:pPr lvl="1"/>
            <a:r>
              <a:rPr lang="en-GB" dirty="0"/>
              <a:t>device (physical or virtual) that encapsulates and decapsulates VXLAN packets</a:t>
            </a:r>
          </a:p>
        </p:txBody>
      </p:sp>
    </p:spTree>
    <p:extLst>
      <p:ext uri="{BB962C8B-B14F-4D97-AF65-F5344CB8AC3E}">
        <p14:creationId xmlns:p14="http://schemas.microsoft.com/office/powerpoint/2010/main" val="2840471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9966-B2A9-8BBB-726F-1C15E73C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VXLAN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7BA4-77C9-36A9-B4CF-033872493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overhead of 50 bytes</a:t>
            </a:r>
          </a:p>
          <a:p>
            <a:r>
              <a:rPr lang="en-GB" dirty="0"/>
              <a:t>random Source Port to fully exploit ECMP Multi-Path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B56512A-B0EA-6D21-3377-29452472D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0" y="3111500"/>
            <a:ext cx="57912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1386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A881-5937-8DE2-AE9B-6297B1D6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MAC-to-VTEP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477C0-0DFE-0FCA-128C-C0A25707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hosted in each VTEP</a:t>
            </a:r>
          </a:p>
          <a:p>
            <a:r>
              <a:rPr lang="en-GB" dirty="0"/>
              <a:t>similar to the switch forwarding table</a:t>
            </a:r>
          </a:p>
          <a:p>
            <a:r>
              <a:rPr lang="en-GB" dirty="0"/>
              <a:t>for each VNI the VTEP keeps a table of pairs </a:t>
            </a:r>
            <a:r>
              <a:rPr lang="en-GB" dirty="0">
                <a:latin typeface="Consolas" panose="020B0609020204030204" pitchFamily="49" charset="0"/>
              </a:rPr>
              <a:t>&lt;</a:t>
            </a:r>
            <a:r>
              <a:rPr lang="en-GB" i="1" dirty="0" err="1">
                <a:latin typeface="Consolas" panose="020B0609020204030204" pitchFamily="49" charset="0"/>
              </a:rPr>
              <a:t>mac</a:t>
            </a:r>
            <a:r>
              <a:rPr lang="en-GB" dirty="0" err="1">
                <a:latin typeface="Consolas" panose="020B0609020204030204" pitchFamily="49" charset="0"/>
              </a:rPr>
              <a:t>,</a:t>
            </a:r>
            <a:r>
              <a:rPr lang="en-GB" i="1" dirty="0" err="1">
                <a:latin typeface="Consolas" panose="020B0609020204030204" pitchFamily="49" charset="0"/>
              </a:rPr>
              <a:t>ip</a:t>
            </a:r>
            <a:r>
              <a:rPr lang="en-GB" dirty="0">
                <a:latin typeface="Consolas" panose="020B0609020204030204" pitchFamily="49" charset="0"/>
              </a:rPr>
              <a:t>&gt;</a:t>
            </a:r>
            <a:r>
              <a:rPr lang="en-GB" dirty="0"/>
              <a:t>, that associates MAC Addresses and destination VTEP IPs</a:t>
            </a:r>
          </a:p>
          <a:p>
            <a:r>
              <a:rPr lang="en-GB" dirty="0"/>
              <a:t>each physical (or VLAN) Layer-2 interface of a VTEP is assigned to a VNI </a:t>
            </a:r>
          </a:p>
          <a:p>
            <a:pPr lvl="1"/>
            <a:r>
              <a:rPr lang="en-GB" dirty="0"/>
              <a:t>the MAC addresses learned on such interfaces are </a:t>
            </a:r>
            <a:r>
              <a:rPr lang="en-GB" i="1" dirty="0"/>
              <a:t>local,</a:t>
            </a:r>
            <a:r>
              <a:rPr lang="en-GB" dirty="0"/>
              <a:t> and the IPs of their pairs are replaced by the word </a:t>
            </a:r>
            <a:r>
              <a:rPr lang="en-GB" i="1" dirty="0"/>
              <a:t>local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9730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A881-5937-8DE2-AE9B-6297B1D6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MAC-to-VTEP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477C0-0DFE-0FCA-128C-C0A25707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when a VTEP receives a frame destinated to a MAC Address </a:t>
            </a:r>
            <a:r>
              <a:rPr lang="en-GB" i="1">
                <a:latin typeface="Consolas" panose="020B0609020204030204" pitchFamily="49" charset="0"/>
              </a:rPr>
              <a:t>m</a:t>
            </a:r>
            <a:r>
              <a:rPr lang="en-GB"/>
              <a:t> from a local interface belonging to a certain VNI, it checks for the existence (in the VNI) of a pair </a:t>
            </a:r>
            <a:r>
              <a:rPr lang="en-GB">
                <a:latin typeface="Consolas" panose="020B0609020204030204" pitchFamily="49" charset="0"/>
              </a:rPr>
              <a:t>&lt;</a:t>
            </a:r>
            <a:r>
              <a:rPr lang="en-GB" i="1" err="1">
                <a:latin typeface="Consolas" panose="020B0609020204030204" pitchFamily="49" charset="0"/>
              </a:rPr>
              <a:t>m</a:t>
            </a:r>
            <a:r>
              <a:rPr lang="en-GB" err="1">
                <a:latin typeface="Consolas" panose="020B0609020204030204" pitchFamily="49" charset="0"/>
              </a:rPr>
              <a:t>,</a:t>
            </a:r>
            <a:r>
              <a:rPr lang="en-GB" i="1" err="1">
                <a:latin typeface="Consolas" panose="020B0609020204030204" pitchFamily="49" charset="0"/>
              </a:rPr>
              <a:t>i</a:t>
            </a:r>
            <a:r>
              <a:rPr lang="en-GB">
                <a:latin typeface="Consolas" panose="020B0609020204030204" pitchFamily="49" charset="0"/>
              </a:rPr>
              <a:t>&gt;</a:t>
            </a:r>
            <a:r>
              <a:rPr lang="en-GB"/>
              <a:t> containing </a:t>
            </a:r>
            <a:r>
              <a:rPr lang="en-GB" i="1">
                <a:latin typeface="Consolas" panose="020B0609020204030204" pitchFamily="49" charset="0"/>
              </a:rPr>
              <a:t>m</a:t>
            </a:r>
          </a:p>
          <a:p>
            <a:pPr lvl="1"/>
            <a:r>
              <a:rPr lang="en-GB"/>
              <a:t>if the pair exists, the VTEP encapsulates the frame, and sends the resulting packet to the destination VTEP IP </a:t>
            </a:r>
            <a:r>
              <a:rPr lang="en-GB" i="1" err="1">
                <a:latin typeface="Consolas" panose="020B0609020204030204" pitchFamily="49" charset="0"/>
              </a:rPr>
              <a:t>i</a:t>
            </a:r>
            <a:endParaRPr lang="en-GB" i="1">
              <a:latin typeface="Consolas" panose="020B0609020204030204" pitchFamily="49" charset="0"/>
            </a:endParaRPr>
          </a:p>
          <a:p>
            <a:pPr lvl="1"/>
            <a:r>
              <a:rPr lang="en-GB"/>
              <a:t>if not, the frame is sent to all the other VTEPs (encapsulated) and to all the local ports of that VNI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608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A881-5937-8DE2-AE9B-6297B1D6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VXLAN transport</a:t>
            </a:r>
          </a:p>
        </p:txBody>
      </p:sp>
      <p:cxnSp>
        <p:nvCxnSpPr>
          <p:cNvPr id="8" name="AutoShape 40">
            <a:extLst>
              <a:ext uri="{FF2B5EF4-FFF2-40B4-BE49-F238E27FC236}">
                <a16:creationId xmlns:a16="http://schemas.microsoft.com/office/drawing/2014/main" id="{360DFA95-73D9-4F45-BC9D-E3B9313F8C5C}"/>
              </a:ext>
            </a:extLst>
          </p:cNvPr>
          <p:cNvCxnSpPr>
            <a:cxnSpLocks noChangeShapeType="1"/>
            <a:stCxn id="66" idx="2"/>
            <a:endCxn id="16" idx="4"/>
          </p:cNvCxnSpPr>
          <p:nvPr/>
        </p:nvCxnSpPr>
        <p:spPr bwMode="auto">
          <a:xfrm flipH="1" flipV="1">
            <a:off x="3779878" y="3043993"/>
            <a:ext cx="4443336" cy="1670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40">
            <a:extLst>
              <a:ext uri="{FF2B5EF4-FFF2-40B4-BE49-F238E27FC236}">
                <a16:creationId xmlns:a16="http://schemas.microsoft.com/office/drawing/2014/main" id="{E7A78272-B154-145C-B2C7-E47ABE9C6974}"/>
              </a:ext>
            </a:extLst>
          </p:cNvPr>
          <p:cNvCxnSpPr>
            <a:cxnSpLocks noChangeShapeType="1"/>
            <a:stCxn id="16" idx="2"/>
            <a:endCxn id="102" idx="3"/>
          </p:cNvCxnSpPr>
          <p:nvPr/>
        </p:nvCxnSpPr>
        <p:spPr bwMode="auto">
          <a:xfrm flipH="1">
            <a:off x="1113212" y="3043993"/>
            <a:ext cx="1857264" cy="83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40">
            <a:extLst>
              <a:ext uri="{FF2B5EF4-FFF2-40B4-BE49-F238E27FC236}">
                <a16:creationId xmlns:a16="http://schemas.microsoft.com/office/drawing/2014/main" id="{1C288CE7-CF14-CCA9-BACA-312AB9D855C2}"/>
              </a:ext>
            </a:extLst>
          </p:cNvPr>
          <p:cNvCxnSpPr>
            <a:cxnSpLocks noChangeShapeType="1"/>
            <a:stCxn id="105" idx="1"/>
            <a:endCxn id="66" idx="4"/>
          </p:cNvCxnSpPr>
          <p:nvPr/>
        </p:nvCxnSpPr>
        <p:spPr bwMode="auto">
          <a:xfrm flipH="1">
            <a:off x="9032616" y="3052347"/>
            <a:ext cx="2132649" cy="8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128CB9-D7CE-4FBB-E4B6-34F2F4B7A348}"/>
              </a:ext>
            </a:extLst>
          </p:cNvPr>
          <p:cNvCxnSpPr>
            <a:cxnSpLocks/>
            <a:stCxn id="18" idx="0"/>
            <a:endCxn id="16" idx="3"/>
          </p:cNvCxnSpPr>
          <p:nvPr/>
        </p:nvCxnSpPr>
        <p:spPr>
          <a:xfrm flipH="1" flipV="1">
            <a:off x="3375177" y="3275518"/>
            <a:ext cx="5039" cy="12188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224472-FF40-1154-9649-FCEBDD594269}"/>
              </a:ext>
            </a:extLst>
          </p:cNvPr>
          <p:cNvSpPr txBox="1"/>
          <p:nvPr/>
        </p:nvSpPr>
        <p:spPr>
          <a:xfrm>
            <a:off x="2974092" y="4494321"/>
            <a:ext cx="81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VTEP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CEE641-CD11-0768-A963-D70CEEA6722A}"/>
              </a:ext>
            </a:extLst>
          </p:cNvPr>
          <p:cNvCxnSpPr>
            <a:cxnSpLocks/>
            <a:stCxn id="27" idx="0"/>
            <a:endCxn id="66" idx="3"/>
          </p:cNvCxnSpPr>
          <p:nvPr/>
        </p:nvCxnSpPr>
        <p:spPr>
          <a:xfrm flipH="1" flipV="1">
            <a:off x="8627915" y="3292227"/>
            <a:ext cx="1423" cy="11979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B42CA07-7182-CF97-983B-4ECE36F9B286}"/>
              </a:ext>
            </a:extLst>
          </p:cNvPr>
          <p:cNvSpPr txBox="1"/>
          <p:nvPr/>
        </p:nvSpPr>
        <p:spPr>
          <a:xfrm>
            <a:off x="8223214" y="4490132"/>
            <a:ext cx="81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VTEP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D9261D-1873-B56F-290F-FC7AE329F6DE}"/>
              </a:ext>
            </a:extLst>
          </p:cNvPr>
          <p:cNvCxnSpPr>
            <a:cxnSpLocks/>
            <a:stCxn id="29" idx="0"/>
            <a:endCxn id="102" idx="2"/>
          </p:cNvCxnSpPr>
          <p:nvPr/>
        </p:nvCxnSpPr>
        <p:spPr>
          <a:xfrm flipV="1">
            <a:off x="821351" y="3315710"/>
            <a:ext cx="535" cy="11847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F6827FC-CFBF-FE94-0521-0BCC3F68FAED}"/>
              </a:ext>
            </a:extLst>
          </p:cNvPr>
          <p:cNvSpPr txBox="1"/>
          <p:nvPr/>
        </p:nvSpPr>
        <p:spPr>
          <a:xfrm>
            <a:off x="249851" y="4500432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051B0AE-2A3C-681F-0AB0-BA8CDF900A05}"/>
              </a:ext>
            </a:extLst>
          </p:cNvPr>
          <p:cNvCxnSpPr>
            <a:cxnSpLocks/>
            <a:stCxn id="34" idx="0"/>
            <a:endCxn id="105" idx="2"/>
          </p:cNvCxnSpPr>
          <p:nvPr/>
        </p:nvCxnSpPr>
        <p:spPr>
          <a:xfrm flipV="1">
            <a:off x="11456591" y="3315710"/>
            <a:ext cx="1" cy="11681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8997937-70D2-398C-0B3B-B0E3DA69B769}"/>
              </a:ext>
            </a:extLst>
          </p:cNvPr>
          <p:cNvSpPr txBox="1"/>
          <p:nvPr/>
        </p:nvSpPr>
        <p:spPr>
          <a:xfrm>
            <a:off x="10885091" y="448389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78C28D-D054-B7B0-533F-4E4572CB4A12}"/>
              </a:ext>
            </a:extLst>
          </p:cNvPr>
          <p:cNvSpPr txBox="1"/>
          <p:nvPr/>
        </p:nvSpPr>
        <p:spPr>
          <a:xfrm>
            <a:off x="5181604" y="2607451"/>
            <a:ext cx="18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193.204.0.0/15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4E9BD4-A8CC-024B-C5CF-61CA18966DEE}"/>
              </a:ext>
            </a:extLst>
          </p:cNvPr>
          <p:cNvSpPr txBox="1"/>
          <p:nvPr/>
        </p:nvSpPr>
        <p:spPr>
          <a:xfrm>
            <a:off x="1444065" y="3056195"/>
            <a:ext cx="136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10.0.0.0/24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F7B281-8C51-7D08-BF35-583415167D16}"/>
              </a:ext>
            </a:extLst>
          </p:cNvPr>
          <p:cNvSpPr txBox="1"/>
          <p:nvPr/>
        </p:nvSpPr>
        <p:spPr>
          <a:xfrm>
            <a:off x="9384692" y="3056195"/>
            <a:ext cx="136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10.0.0.0/24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F2C6DE-9C7F-888C-7A90-034E7C701C96}"/>
              </a:ext>
            </a:extLst>
          </p:cNvPr>
          <p:cNvSpPr txBox="1"/>
          <p:nvPr/>
        </p:nvSpPr>
        <p:spPr>
          <a:xfrm>
            <a:off x="1031362" y="2046480"/>
            <a:ext cx="5744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</a:t>
            </a:r>
          </a:p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7A8810-E67D-C104-153E-1D96F169499E}"/>
              </a:ext>
            </a:extLst>
          </p:cNvPr>
          <p:cNvSpPr txBox="1"/>
          <p:nvPr/>
        </p:nvSpPr>
        <p:spPr>
          <a:xfrm>
            <a:off x="10695380" y="2072055"/>
            <a:ext cx="5283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</a:t>
            </a:r>
          </a:p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0:B</a:t>
            </a:r>
          </a:p>
        </p:txBody>
      </p:sp>
      <p:sp>
        <p:nvSpPr>
          <p:cNvPr id="48" name="Left-right Arrow 47">
            <a:extLst>
              <a:ext uri="{FF2B5EF4-FFF2-40B4-BE49-F238E27FC236}">
                <a16:creationId xmlns:a16="http://schemas.microsoft.com/office/drawing/2014/main" id="{D1AED138-0D07-D7A2-7DD4-E421F88FEC1A}"/>
              </a:ext>
            </a:extLst>
          </p:cNvPr>
          <p:cNvSpPr/>
          <p:nvPr/>
        </p:nvSpPr>
        <p:spPr>
          <a:xfrm>
            <a:off x="821350" y="5068591"/>
            <a:ext cx="2594489" cy="76200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L2 Packets</a:t>
            </a:r>
          </a:p>
        </p:txBody>
      </p:sp>
      <p:sp>
        <p:nvSpPr>
          <p:cNvPr id="49" name="Left-right Arrow 48">
            <a:extLst>
              <a:ext uri="{FF2B5EF4-FFF2-40B4-BE49-F238E27FC236}">
                <a16:creationId xmlns:a16="http://schemas.microsoft.com/office/drawing/2014/main" id="{D9AD722E-B602-5E13-FB7B-0088636FF6E0}"/>
              </a:ext>
            </a:extLst>
          </p:cNvPr>
          <p:cNvSpPr/>
          <p:nvPr/>
        </p:nvSpPr>
        <p:spPr>
          <a:xfrm>
            <a:off x="3415837" y="5068591"/>
            <a:ext cx="5199363" cy="76200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VXLAN Packets, VNI 100</a:t>
            </a:r>
          </a:p>
        </p:txBody>
      </p:sp>
      <p:sp>
        <p:nvSpPr>
          <p:cNvPr id="50" name="Left-right Arrow 49">
            <a:extLst>
              <a:ext uri="{FF2B5EF4-FFF2-40B4-BE49-F238E27FC236}">
                <a16:creationId xmlns:a16="http://schemas.microsoft.com/office/drawing/2014/main" id="{7027DB9B-6F87-1B51-103E-3E7B79457D7E}"/>
              </a:ext>
            </a:extLst>
          </p:cNvPr>
          <p:cNvSpPr/>
          <p:nvPr/>
        </p:nvSpPr>
        <p:spPr>
          <a:xfrm>
            <a:off x="8615200" y="5068591"/>
            <a:ext cx="2775925" cy="76200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L2 Packets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1A31841B-21D5-5358-0E74-FEBE8B86A8D3}"/>
              </a:ext>
            </a:extLst>
          </p:cNvPr>
          <p:cNvSpPr/>
          <p:nvPr/>
        </p:nvSpPr>
        <p:spPr>
          <a:xfrm>
            <a:off x="1113211" y="1338295"/>
            <a:ext cx="10052054" cy="1714020"/>
          </a:xfrm>
          <a:custGeom>
            <a:avLst/>
            <a:gdLst>
              <a:gd name="connsiteX0" fmla="*/ 0 w 10125012"/>
              <a:gd name="connsiteY0" fmla="*/ 1701632 h 1707687"/>
              <a:gd name="connsiteX1" fmla="*/ 5074617 w 10125012"/>
              <a:gd name="connsiteY1" fmla="*/ 0 h 1707687"/>
              <a:gd name="connsiteX2" fmla="*/ 10125012 w 10125012"/>
              <a:gd name="connsiteY2" fmla="*/ 1707687 h 170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012" h="1707687">
                <a:moveTo>
                  <a:pt x="0" y="1701632"/>
                </a:moveTo>
                <a:cubicBezTo>
                  <a:pt x="1693557" y="850311"/>
                  <a:pt x="3387115" y="-1009"/>
                  <a:pt x="5074617" y="0"/>
                </a:cubicBezTo>
                <a:cubicBezTo>
                  <a:pt x="6762119" y="1009"/>
                  <a:pt x="9338790" y="1360498"/>
                  <a:pt x="10125012" y="1707687"/>
                </a:cubicBezTo>
              </a:path>
            </a:pathLst>
          </a:cu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67B4D6-B6B0-0400-6EA9-C8367E5D4606}"/>
              </a:ext>
            </a:extLst>
          </p:cNvPr>
          <p:cNvSpPr txBox="1"/>
          <p:nvPr/>
        </p:nvSpPr>
        <p:spPr>
          <a:xfrm>
            <a:off x="776978" y="1010628"/>
            <a:ext cx="255149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0:A  100  </a:t>
            </a:r>
            <a:r>
              <a:rPr lang="it-IT" sz="1600" err="1">
                <a:latin typeface="Consolas" panose="020B0609020204030204" pitchFamily="49" charset="0"/>
                <a:cs typeface="Consolas" panose="020B0609020204030204" pitchFamily="49" charset="0"/>
              </a:rPr>
              <a:t>local</a:t>
            </a:r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0:B  100  193.204.0.2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FF2D1D1-10E6-F15D-4844-947615DC8577}"/>
              </a:ext>
            </a:extLst>
          </p:cNvPr>
          <p:cNvCxnSpPr>
            <a:cxnSpLocks/>
            <a:stCxn id="53" idx="2"/>
            <a:endCxn id="16" idx="1"/>
          </p:cNvCxnSpPr>
          <p:nvPr/>
        </p:nvCxnSpPr>
        <p:spPr>
          <a:xfrm>
            <a:off x="2052725" y="1595403"/>
            <a:ext cx="1322452" cy="12170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A09B8B0-E9D6-6A3B-E20E-EF8E87268DF7}"/>
              </a:ext>
            </a:extLst>
          </p:cNvPr>
          <p:cNvSpPr txBox="1"/>
          <p:nvPr/>
        </p:nvSpPr>
        <p:spPr>
          <a:xfrm>
            <a:off x="8863530" y="1010634"/>
            <a:ext cx="255149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0:B  100  </a:t>
            </a:r>
            <a:r>
              <a:rPr lang="it-IT" sz="1600" err="1">
                <a:latin typeface="Consolas" panose="020B0609020204030204" pitchFamily="49" charset="0"/>
                <a:cs typeface="Consolas" panose="020B0609020204030204" pitchFamily="49" charset="0"/>
              </a:rPr>
              <a:t>local</a:t>
            </a:r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0:A  100  193.204.0.1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B89B74F-A2F8-B57E-861A-A23320882EA8}"/>
              </a:ext>
            </a:extLst>
          </p:cNvPr>
          <p:cNvCxnSpPr>
            <a:cxnSpLocks/>
            <a:stCxn id="57" idx="2"/>
            <a:endCxn id="66" idx="1"/>
          </p:cNvCxnSpPr>
          <p:nvPr/>
        </p:nvCxnSpPr>
        <p:spPr>
          <a:xfrm flipH="1">
            <a:off x="8627915" y="1595409"/>
            <a:ext cx="1511362" cy="12337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22">
            <a:extLst>
              <a:ext uri="{FF2B5EF4-FFF2-40B4-BE49-F238E27FC236}">
                <a16:creationId xmlns:a16="http://schemas.microsoft.com/office/drawing/2014/main" id="{E5BE3BB5-8222-252A-BAAD-98CD09484418}"/>
              </a:ext>
            </a:extLst>
          </p:cNvPr>
          <p:cNvGrpSpPr/>
          <p:nvPr/>
        </p:nvGrpSpPr>
        <p:grpSpPr>
          <a:xfrm>
            <a:off x="2970476" y="2812467"/>
            <a:ext cx="809402" cy="463051"/>
            <a:chOff x="967835" y="2541918"/>
            <a:chExt cx="1426054" cy="463051"/>
          </a:xfrm>
        </p:grpSpPr>
        <p:grpSp>
          <p:nvGrpSpPr>
            <p:cNvPr id="10" name="Group 93">
              <a:extLst>
                <a:ext uri="{FF2B5EF4-FFF2-40B4-BE49-F238E27FC236}">
                  <a16:creationId xmlns:a16="http://schemas.microsoft.com/office/drawing/2014/main" id="{5585CDC0-18E4-C042-79CA-AD536D97E2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3" name="Group 94">
                <a:extLst>
                  <a:ext uri="{FF2B5EF4-FFF2-40B4-BE49-F238E27FC236}">
                    <a16:creationId xmlns:a16="http://schemas.microsoft.com/office/drawing/2014/main" id="{0A4518C0-E185-4A61-79AB-527DDB2E66E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6" name="AutoShape 95">
                  <a:extLst>
                    <a:ext uri="{FF2B5EF4-FFF2-40B4-BE49-F238E27FC236}">
                      <a16:creationId xmlns:a16="http://schemas.microsoft.com/office/drawing/2014/main" id="{2360ED03-7F5F-E0A5-F4FC-D7AD9AFFBE6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19" name="Group 96">
                  <a:extLst>
                    <a:ext uri="{FF2B5EF4-FFF2-40B4-BE49-F238E27FC236}">
                      <a16:creationId xmlns:a16="http://schemas.microsoft.com/office/drawing/2014/main" id="{51F9659E-6A11-6258-18EB-1C73E7B15D3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20" name="Group 97">
                    <a:extLst>
                      <a:ext uri="{FF2B5EF4-FFF2-40B4-BE49-F238E27FC236}">
                        <a16:creationId xmlns:a16="http://schemas.microsoft.com/office/drawing/2014/main" id="{A3E95AC9-1DA7-CA46-B202-AFEE39C3FF0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9" name="Freeform 98">
                      <a:extLst>
                        <a:ext uri="{FF2B5EF4-FFF2-40B4-BE49-F238E27FC236}">
                          <a16:creationId xmlns:a16="http://schemas.microsoft.com/office/drawing/2014/main" id="{C3D689BB-C7D6-9ECB-29F6-FC8ABB1FD8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40" name="Freeform 99">
                      <a:extLst>
                        <a:ext uri="{FF2B5EF4-FFF2-40B4-BE49-F238E27FC236}">
                          <a16:creationId xmlns:a16="http://schemas.microsoft.com/office/drawing/2014/main" id="{ECCFDBA2-A0E5-3877-17AF-42A32EE287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41" name="Freeform 100">
                      <a:extLst>
                        <a:ext uri="{FF2B5EF4-FFF2-40B4-BE49-F238E27FC236}">
                          <a16:creationId xmlns:a16="http://schemas.microsoft.com/office/drawing/2014/main" id="{DC7EF45C-32CF-B6B6-3C89-DCA35497E1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42" name="Freeform 101">
                      <a:extLst>
                        <a:ext uri="{FF2B5EF4-FFF2-40B4-BE49-F238E27FC236}">
                          <a16:creationId xmlns:a16="http://schemas.microsoft.com/office/drawing/2014/main" id="{68FFF5AD-995B-154D-1FA0-12F4C21131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43" name="Freeform 102">
                      <a:extLst>
                        <a:ext uri="{FF2B5EF4-FFF2-40B4-BE49-F238E27FC236}">
                          <a16:creationId xmlns:a16="http://schemas.microsoft.com/office/drawing/2014/main" id="{C0B7EE59-3919-15D5-3320-7AF43291DF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1" name="Freeform 103">
                      <a:extLst>
                        <a:ext uri="{FF2B5EF4-FFF2-40B4-BE49-F238E27FC236}">
                          <a16:creationId xmlns:a16="http://schemas.microsoft.com/office/drawing/2014/main" id="{551E7683-7D02-5DB0-6753-C5B042EF53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5" name="Freeform 104">
                      <a:extLst>
                        <a:ext uri="{FF2B5EF4-FFF2-40B4-BE49-F238E27FC236}">
                          <a16:creationId xmlns:a16="http://schemas.microsoft.com/office/drawing/2014/main" id="{DEFC06E2-D6C3-30EB-60C4-14BC76031D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6" name="Freeform 105">
                      <a:extLst>
                        <a:ext uri="{FF2B5EF4-FFF2-40B4-BE49-F238E27FC236}">
                          <a16:creationId xmlns:a16="http://schemas.microsoft.com/office/drawing/2014/main" id="{8E6AA4A8-BCE9-093E-DE5D-F286AABFE3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grpSp>
                <p:nvGrpSpPr>
                  <p:cNvPr id="21" name="Group 106">
                    <a:extLst>
                      <a:ext uri="{FF2B5EF4-FFF2-40B4-BE49-F238E27FC236}">
                        <a16:creationId xmlns:a16="http://schemas.microsoft.com/office/drawing/2014/main" id="{F0F2B73E-B22C-F769-4B86-C8C47056617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22" name="Freeform 107">
                      <a:extLst>
                        <a:ext uri="{FF2B5EF4-FFF2-40B4-BE49-F238E27FC236}">
                          <a16:creationId xmlns:a16="http://schemas.microsoft.com/office/drawing/2014/main" id="{8D610949-A1A5-67D9-5428-2D54C521D2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3" name="Freeform 108">
                      <a:extLst>
                        <a:ext uri="{FF2B5EF4-FFF2-40B4-BE49-F238E27FC236}">
                          <a16:creationId xmlns:a16="http://schemas.microsoft.com/office/drawing/2014/main" id="{7D360D86-540D-B553-E1D0-B1B9ECDB1F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4" name="Freeform 109">
                      <a:extLst>
                        <a:ext uri="{FF2B5EF4-FFF2-40B4-BE49-F238E27FC236}">
                          <a16:creationId xmlns:a16="http://schemas.microsoft.com/office/drawing/2014/main" id="{B8A10E0F-93DE-C7C8-7116-4DAC5C4623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5" name="Freeform 110">
                      <a:extLst>
                        <a:ext uri="{FF2B5EF4-FFF2-40B4-BE49-F238E27FC236}">
                          <a16:creationId xmlns:a16="http://schemas.microsoft.com/office/drawing/2014/main" id="{4E8DF5A9-2819-28A2-4240-F65CAC6393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30" name="Freeform 111">
                      <a:extLst>
                        <a:ext uri="{FF2B5EF4-FFF2-40B4-BE49-F238E27FC236}">
                          <a16:creationId xmlns:a16="http://schemas.microsoft.com/office/drawing/2014/main" id="{37D357F2-4AAB-4BF2-A397-F197518C2E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31" name="Freeform 112">
                      <a:extLst>
                        <a:ext uri="{FF2B5EF4-FFF2-40B4-BE49-F238E27FC236}">
                          <a16:creationId xmlns:a16="http://schemas.microsoft.com/office/drawing/2014/main" id="{F72C591E-DE2B-7815-17F6-9451600DF5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32" name="Freeform 113">
                      <a:extLst>
                        <a:ext uri="{FF2B5EF4-FFF2-40B4-BE49-F238E27FC236}">
                          <a16:creationId xmlns:a16="http://schemas.microsoft.com/office/drawing/2014/main" id="{CF3107F0-DAF6-500C-27C5-66F7D2D2C3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38" name="Freeform 114">
                      <a:extLst>
                        <a:ext uri="{FF2B5EF4-FFF2-40B4-BE49-F238E27FC236}">
                          <a16:creationId xmlns:a16="http://schemas.microsoft.com/office/drawing/2014/main" id="{8262A210-6A7D-DA80-03D3-09FE7FA58C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5" name="WordArt 115">
                <a:extLst>
                  <a:ext uri="{FF2B5EF4-FFF2-40B4-BE49-F238E27FC236}">
                    <a16:creationId xmlns:a16="http://schemas.microsoft.com/office/drawing/2014/main" id="{FDAB944B-99AC-A322-12C5-0AAF4E786B7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2" name="WordArt 68">
              <a:extLst>
                <a:ext uri="{FF2B5EF4-FFF2-40B4-BE49-F238E27FC236}">
                  <a16:creationId xmlns:a16="http://schemas.microsoft.com/office/drawing/2014/main" id="{3D561FFC-F427-DEDB-B71A-FF6F8906CB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endParaRPr lang="en-US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1" name="Group 22">
            <a:extLst>
              <a:ext uri="{FF2B5EF4-FFF2-40B4-BE49-F238E27FC236}">
                <a16:creationId xmlns:a16="http://schemas.microsoft.com/office/drawing/2014/main" id="{F02F3BFC-5510-4DFC-E625-1F1FBB8962C0}"/>
              </a:ext>
            </a:extLst>
          </p:cNvPr>
          <p:cNvGrpSpPr/>
          <p:nvPr/>
        </p:nvGrpSpPr>
        <p:grpSpPr>
          <a:xfrm>
            <a:off x="8223214" y="2829176"/>
            <a:ext cx="809402" cy="463051"/>
            <a:chOff x="967835" y="2541918"/>
            <a:chExt cx="1426054" cy="463051"/>
          </a:xfrm>
        </p:grpSpPr>
        <p:grpSp>
          <p:nvGrpSpPr>
            <p:cNvPr id="62" name="Group 93">
              <a:extLst>
                <a:ext uri="{FF2B5EF4-FFF2-40B4-BE49-F238E27FC236}">
                  <a16:creationId xmlns:a16="http://schemas.microsoft.com/office/drawing/2014/main" id="{0CFB1D20-30DD-3818-D232-07FADBC609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64" name="Group 94">
                <a:extLst>
                  <a:ext uri="{FF2B5EF4-FFF2-40B4-BE49-F238E27FC236}">
                    <a16:creationId xmlns:a16="http://schemas.microsoft.com/office/drawing/2014/main" id="{6F8B976D-E258-82D5-EAD2-8902E006737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66" name="AutoShape 95">
                  <a:extLst>
                    <a:ext uri="{FF2B5EF4-FFF2-40B4-BE49-F238E27FC236}">
                      <a16:creationId xmlns:a16="http://schemas.microsoft.com/office/drawing/2014/main" id="{F80D408D-FB2B-9CB1-4A09-32260B6B124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67" name="Group 96">
                  <a:extLst>
                    <a:ext uri="{FF2B5EF4-FFF2-40B4-BE49-F238E27FC236}">
                      <a16:creationId xmlns:a16="http://schemas.microsoft.com/office/drawing/2014/main" id="{81F431D6-8303-89E0-EAED-F9CFEDCA7F2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68" name="Group 97">
                    <a:extLst>
                      <a:ext uri="{FF2B5EF4-FFF2-40B4-BE49-F238E27FC236}">
                        <a16:creationId xmlns:a16="http://schemas.microsoft.com/office/drawing/2014/main" id="{545A2EE0-6DAD-06EF-AE62-D8F7043CB59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78" name="Freeform 98">
                      <a:extLst>
                        <a:ext uri="{FF2B5EF4-FFF2-40B4-BE49-F238E27FC236}">
                          <a16:creationId xmlns:a16="http://schemas.microsoft.com/office/drawing/2014/main" id="{4D44F01D-428F-365A-AD88-7CB1D5B3AD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9" name="Freeform 99">
                      <a:extLst>
                        <a:ext uri="{FF2B5EF4-FFF2-40B4-BE49-F238E27FC236}">
                          <a16:creationId xmlns:a16="http://schemas.microsoft.com/office/drawing/2014/main" id="{789E2586-4B3A-3BDE-284C-8D3DF4A8B7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Freeform 100">
                      <a:extLst>
                        <a:ext uri="{FF2B5EF4-FFF2-40B4-BE49-F238E27FC236}">
                          <a16:creationId xmlns:a16="http://schemas.microsoft.com/office/drawing/2014/main" id="{668B2E48-15C4-3444-6848-3E3FD27ABE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1" name="Freeform 101">
                      <a:extLst>
                        <a:ext uri="{FF2B5EF4-FFF2-40B4-BE49-F238E27FC236}">
                          <a16:creationId xmlns:a16="http://schemas.microsoft.com/office/drawing/2014/main" id="{5B672D33-B878-AD86-0304-2B7A0BEEE9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2" name="Freeform 102">
                      <a:extLst>
                        <a:ext uri="{FF2B5EF4-FFF2-40B4-BE49-F238E27FC236}">
                          <a16:creationId xmlns:a16="http://schemas.microsoft.com/office/drawing/2014/main" id="{E3C869A7-BA4F-379B-D7CE-0DBF338F9E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3" name="Freeform 103">
                      <a:extLst>
                        <a:ext uri="{FF2B5EF4-FFF2-40B4-BE49-F238E27FC236}">
                          <a16:creationId xmlns:a16="http://schemas.microsoft.com/office/drawing/2014/main" id="{3BFAA04B-F9A1-F52F-D93F-6ECF8BC04E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4" name="Freeform 104">
                      <a:extLst>
                        <a:ext uri="{FF2B5EF4-FFF2-40B4-BE49-F238E27FC236}">
                          <a16:creationId xmlns:a16="http://schemas.microsoft.com/office/drawing/2014/main" id="{9DD75234-9E92-52A3-559E-6497EEAE36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5" name="Freeform 105">
                      <a:extLst>
                        <a:ext uri="{FF2B5EF4-FFF2-40B4-BE49-F238E27FC236}">
                          <a16:creationId xmlns:a16="http://schemas.microsoft.com/office/drawing/2014/main" id="{0B93FB49-2080-CFCD-5DEF-17E908F6EA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grpSp>
                <p:nvGrpSpPr>
                  <p:cNvPr id="69" name="Group 106">
                    <a:extLst>
                      <a:ext uri="{FF2B5EF4-FFF2-40B4-BE49-F238E27FC236}">
                        <a16:creationId xmlns:a16="http://schemas.microsoft.com/office/drawing/2014/main" id="{1A2481ED-5253-9695-418A-D32D615230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70" name="Freeform 107">
                      <a:extLst>
                        <a:ext uri="{FF2B5EF4-FFF2-40B4-BE49-F238E27FC236}">
                          <a16:creationId xmlns:a16="http://schemas.microsoft.com/office/drawing/2014/main" id="{CE1AE9A2-84D4-55D2-A7B6-C5D11B670E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1" name="Freeform 108">
                      <a:extLst>
                        <a:ext uri="{FF2B5EF4-FFF2-40B4-BE49-F238E27FC236}">
                          <a16:creationId xmlns:a16="http://schemas.microsoft.com/office/drawing/2014/main" id="{AB52F853-36A5-D5ED-B28B-49EA62EABA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2" name="Freeform 109">
                      <a:extLst>
                        <a:ext uri="{FF2B5EF4-FFF2-40B4-BE49-F238E27FC236}">
                          <a16:creationId xmlns:a16="http://schemas.microsoft.com/office/drawing/2014/main" id="{27669CCB-44D5-D7BA-74FC-71ADF5A73C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3" name="Freeform 110">
                      <a:extLst>
                        <a:ext uri="{FF2B5EF4-FFF2-40B4-BE49-F238E27FC236}">
                          <a16:creationId xmlns:a16="http://schemas.microsoft.com/office/drawing/2014/main" id="{6165820D-CEE8-2EE4-7E91-DABB53255C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4" name="Freeform 111">
                      <a:extLst>
                        <a:ext uri="{FF2B5EF4-FFF2-40B4-BE49-F238E27FC236}">
                          <a16:creationId xmlns:a16="http://schemas.microsoft.com/office/drawing/2014/main" id="{1C15AB34-B1C7-ADAA-697C-5134347CA8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5" name="Freeform 112">
                      <a:extLst>
                        <a:ext uri="{FF2B5EF4-FFF2-40B4-BE49-F238E27FC236}">
                          <a16:creationId xmlns:a16="http://schemas.microsoft.com/office/drawing/2014/main" id="{65D37AF6-D54F-5E79-5ACF-8EE60398E5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6" name="Freeform 113">
                      <a:extLst>
                        <a:ext uri="{FF2B5EF4-FFF2-40B4-BE49-F238E27FC236}">
                          <a16:creationId xmlns:a16="http://schemas.microsoft.com/office/drawing/2014/main" id="{DC193EDC-B4FE-805A-7F49-2A6DE3DEAB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7" name="Freeform 114">
                      <a:extLst>
                        <a:ext uri="{FF2B5EF4-FFF2-40B4-BE49-F238E27FC236}">
                          <a16:creationId xmlns:a16="http://schemas.microsoft.com/office/drawing/2014/main" id="{6FF5DB68-6DF5-0EF8-DFA8-3F833A7AD4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65" name="WordArt 115">
                <a:extLst>
                  <a:ext uri="{FF2B5EF4-FFF2-40B4-BE49-F238E27FC236}">
                    <a16:creationId xmlns:a16="http://schemas.microsoft.com/office/drawing/2014/main" id="{276867E0-F858-9E76-56F8-5CB29B1EE897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3" name="WordArt 68">
              <a:extLst>
                <a:ext uri="{FF2B5EF4-FFF2-40B4-BE49-F238E27FC236}">
                  <a16:creationId xmlns:a16="http://schemas.microsoft.com/office/drawing/2014/main" id="{0CF177A6-5982-5AE8-9C47-F1492FF033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endParaRPr lang="en-US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02" name="Picture 105">
            <a:extLst>
              <a:ext uri="{FF2B5EF4-FFF2-40B4-BE49-F238E27FC236}">
                <a16:creationId xmlns:a16="http://schemas.microsoft.com/office/drawing/2014/main" id="{2143FCE9-BEA9-AE28-F5EF-A0A7A9BADC8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59" y="2788984"/>
            <a:ext cx="582653" cy="52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" name="Picture 105">
            <a:extLst>
              <a:ext uri="{FF2B5EF4-FFF2-40B4-BE49-F238E27FC236}">
                <a16:creationId xmlns:a16="http://schemas.microsoft.com/office/drawing/2014/main" id="{49AF203F-47E8-06B4-B34C-82A46212B8A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5265" y="2788984"/>
            <a:ext cx="582653" cy="52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35">
            <a:extLst>
              <a:ext uri="{FF2B5EF4-FFF2-40B4-BE49-F238E27FC236}">
                <a16:creationId xmlns:a16="http://schemas.microsoft.com/office/drawing/2014/main" id="{DBD09B97-D555-0B67-4469-3CF47D6C205C}"/>
              </a:ext>
            </a:extLst>
          </p:cNvPr>
          <p:cNvSpPr txBox="1"/>
          <p:nvPr/>
        </p:nvSpPr>
        <p:spPr>
          <a:xfrm>
            <a:off x="3807074" y="2589987"/>
            <a:ext cx="4162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</a:t>
            </a:r>
          </a:p>
        </p:txBody>
      </p:sp>
      <p:sp>
        <p:nvSpPr>
          <p:cNvPr id="4" name="TextBox 36">
            <a:extLst>
              <a:ext uri="{FF2B5EF4-FFF2-40B4-BE49-F238E27FC236}">
                <a16:creationId xmlns:a16="http://schemas.microsoft.com/office/drawing/2014/main" id="{9FEA89EF-DADB-EB63-2F79-C6EC5608E124}"/>
              </a:ext>
            </a:extLst>
          </p:cNvPr>
          <p:cNvSpPr txBox="1"/>
          <p:nvPr/>
        </p:nvSpPr>
        <p:spPr>
          <a:xfrm>
            <a:off x="7706309" y="2609256"/>
            <a:ext cx="4162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</a:t>
            </a:r>
          </a:p>
        </p:txBody>
      </p:sp>
    </p:spTree>
    <p:extLst>
      <p:ext uri="{BB962C8B-B14F-4D97-AF65-F5344CB8AC3E}">
        <p14:creationId xmlns:p14="http://schemas.microsoft.com/office/powerpoint/2010/main" val="154097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7" grpId="0" animBg="1"/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D5C0-5629-02EA-79B5-ACF142EE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to handle broadcast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39226-3BB0-0B05-CFA6-CE7187E4C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types of broadcast must be handled</a:t>
            </a:r>
          </a:p>
          <a:p>
            <a:pPr lvl="1"/>
            <a:r>
              <a:rPr lang="en-GB" dirty="0"/>
              <a:t>traffic directed to the MAC broadcast address</a:t>
            </a:r>
          </a:p>
          <a:p>
            <a:pPr lvl="2"/>
            <a:r>
              <a:rPr lang="en-GB" dirty="0"/>
              <a:t>e.g., ARP traffic</a:t>
            </a:r>
          </a:p>
          <a:p>
            <a:pPr lvl="1"/>
            <a:r>
              <a:rPr lang="en-GB" dirty="0"/>
              <a:t>traffic directed to a MAC address that has not been learned</a:t>
            </a:r>
          </a:p>
          <a:p>
            <a:r>
              <a:rPr lang="en-GB" dirty="0"/>
              <a:t>IP multicast groups are used by default</a:t>
            </a:r>
          </a:p>
          <a:p>
            <a:pPr lvl="1"/>
            <a:r>
              <a:rPr lang="en-GB" dirty="0"/>
              <a:t>each VNI is assigned to an IP multicast group of the underlay network and each VTEP subscribes itself to each group of its VNIs</a:t>
            </a:r>
          </a:p>
          <a:p>
            <a:pPr lvl="1"/>
            <a:r>
              <a:rPr lang="en-GB" dirty="0"/>
              <a:t>the multicast group of a VNI is only used to send the broadcast traffic</a:t>
            </a:r>
          </a:p>
        </p:txBody>
      </p:sp>
    </p:spTree>
    <p:extLst>
      <p:ext uri="{BB962C8B-B14F-4D97-AF65-F5344CB8AC3E}">
        <p14:creationId xmlns:p14="http://schemas.microsoft.com/office/powerpoint/2010/main" val="2267047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5A25-AC81-65CC-86E1-5DB163F4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multicast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752F-8DED-6CE9-3CA8-695E80E2A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multicast must be enabled in the underlay network</a:t>
            </a:r>
          </a:p>
          <a:p>
            <a:pPr lvl="1"/>
            <a:r>
              <a:rPr lang="en-GB" dirty="0"/>
              <a:t>it may require to deploy several protocols</a:t>
            </a:r>
          </a:p>
          <a:p>
            <a:pPr lvl="2"/>
            <a:r>
              <a:rPr lang="en-GB" dirty="0"/>
              <a:t>e.g., IGMP, IGMP Snooping, PIM, ….</a:t>
            </a:r>
          </a:p>
          <a:p>
            <a:pPr lvl="1"/>
            <a:r>
              <a:rPr lang="en-GB" dirty="0"/>
              <a:t>complex configuration</a:t>
            </a:r>
          </a:p>
          <a:p>
            <a:r>
              <a:rPr lang="en-GB" dirty="0"/>
              <a:t>if multicast is not enabled, broadcast frames are duplicated and sent unicast to all the VTEPs of the VNI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039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4A83-FFBF-5A1D-C98F-DD8C7B1D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EVPN-BGP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3BC7F-0B52-8679-D21A-AC6DC1098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Ethernet VPN (RFC-7432 and RFC-8365)</a:t>
            </a:r>
          </a:p>
          <a:p>
            <a:r>
              <a:rPr lang="en-GB" dirty="0"/>
              <a:t>uses MP-BGP with specific AFI/SAFI</a:t>
            </a:r>
          </a:p>
          <a:p>
            <a:pPr lvl="1"/>
            <a:r>
              <a:rPr lang="en-GB" dirty="0"/>
              <a:t>Address Family Identifier/Subsequent AFI</a:t>
            </a:r>
          </a:p>
          <a:p>
            <a:pPr lvl="1"/>
            <a:r>
              <a:rPr lang="en-GB" dirty="0"/>
              <a:t>AFI=25 (L2VPN) – SAFI=70 (EVPN)</a:t>
            </a:r>
          </a:p>
          <a:p>
            <a:r>
              <a:rPr lang="en-GB" dirty="0"/>
              <a:t>advertises MAC Addresses of VNIs using BGP updates</a:t>
            </a:r>
          </a:p>
          <a:p>
            <a:r>
              <a:rPr lang="en-GB" dirty="0"/>
              <a:t>a VTEP automatically learns local MAC Addresses and advertises them to all other VTEPs (of the same VNI)</a:t>
            </a:r>
          </a:p>
        </p:txBody>
      </p:sp>
    </p:spTree>
    <p:extLst>
      <p:ext uri="{BB962C8B-B14F-4D97-AF65-F5344CB8AC3E}">
        <p14:creationId xmlns:p14="http://schemas.microsoft.com/office/powerpoint/2010/main" val="1112699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27CC8FF-097F-7CA4-4A44-5E6F7E104D5B}"/>
              </a:ext>
            </a:extLst>
          </p:cNvPr>
          <p:cNvSpPr txBox="1"/>
          <p:nvPr/>
        </p:nvSpPr>
        <p:spPr>
          <a:xfrm>
            <a:off x="898153" y="1702800"/>
            <a:ext cx="2617038" cy="58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AA881-5937-8DE2-AE9B-6297B1D6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VXLAN and EVPN-BGP transport</a:t>
            </a:r>
          </a:p>
        </p:txBody>
      </p:sp>
      <p:cxnSp>
        <p:nvCxnSpPr>
          <p:cNvPr id="8" name="AutoShape 40">
            <a:extLst>
              <a:ext uri="{FF2B5EF4-FFF2-40B4-BE49-F238E27FC236}">
                <a16:creationId xmlns:a16="http://schemas.microsoft.com/office/drawing/2014/main" id="{360DFA95-73D9-4F45-BC9D-E3B9313F8C5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651801" y="3991865"/>
            <a:ext cx="473019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40">
            <a:extLst>
              <a:ext uri="{FF2B5EF4-FFF2-40B4-BE49-F238E27FC236}">
                <a16:creationId xmlns:a16="http://schemas.microsoft.com/office/drawing/2014/main" id="{E7A78272-B154-145C-B2C7-E47ABE9C69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029474" y="3989135"/>
            <a:ext cx="2150403" cy="27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40">
            <a:extLst>
              <a:ext uri="{FF2B5EF4-FFF2-40B4-BE49-F238E27FC236}">
                <a16:creationId xmlns:a16="http://schemas.microsoft.com/office/drawing/2014/main" id="{1C288CE7-CF14-CCA9-BACA-312AB9D855C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853924" y="3989135"/>
            <a:ext cx="2308601" cy="27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128CB9-D7CE-4FBB-E4B6-34F2F4B7A348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415839" y="4227827"/>
            <a:ext cx="0" cy="9832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224472-FF40-1154-9649-FCEBDD594269}"/>
              </a:ext>
            </a:extLst>
          </p:cNvPr>
          <p:cNvSpPr txBox="1"/>
          <p:nvPr/>
        </p:nvSpPr>
        <p:spPr>
          <a:xfrm>
            <a:off x="3009715" y="5211067"/>
            <a:ext cx="81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VTEP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CEE641-CD11-0768-A963-D70CEEA6722A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615201" y="4227827"/>
            <a:ext cx="0" cy="9832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B42CA07-7182-CF97-983B-4ECE36F9B286}"/>
              </a:ext>
            </a:extLst>
          </p:cNvPr>
          <p:cNvSpPr txBox="1"/>
          <p:nvPr/>
        </p:nvSpPr>
        <p:spPr>
          <a:xfrm>
            <a:off x="8209077" y="5211067"/>
            <a:ext cx="81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VTEP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D9261D-1873-B56F-290F-FC7AE329F6DE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821351" y="4342247"/>
            <a:ext cx="0" cy="10946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F6827FC-CFBF-FE94-0521-0BCC3F68FAED}"/>
              </a:ext>
            </a:extLst>
          </p:cNvPr>
          <p:cNvSpPr txBox="1"/>
          <p:nvPr/>
        </p:nvSpPr>
        <p:spPr>
          <a:xfrm>
            <a:off x="249851" y="543693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051B0AE-2A3C-681F-0AB0-BA8CDF900A05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1391125" y="4446335"/>
            <a:ext cx="0" cy="9906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8997937-70D2-398C-0B3B-B0E3DA69B769}"/>
              </a:ext>
            </a:extLst>
          </p:cNvPr>
          <p:cNvSpPr txBox="1"/>
          <p:nvPr/>
        </p:nvSpPr>
        <p:spPr>
          <a:xfrm>
            <a:off x="10819625" y="5436936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78C28D-D054-B7B0-533F-4E4572CB4A12}"/>
              </a:ext>
            </a:extLst>
          </p:cNvPr>
          <p:cNvSpPr txBox="1"/>
          <p:nvPr/>
        </p:nvSpPr>
        <p:spPr>
          <a:xfrm>
            <a:off x="5181604" y="3543954"/>
            <a:ext cx="18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193.204.0.0/15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37A29E-EA58-A367-21F5-F26D8274D126}"/>
              </a:ext>
            </a:extLst>
          </p:cNvPr>
          <p:cNvSpPr txBox="1"/>
          <p:nvPr/>
        </p:nvSpPr>
        <p:spPr>
          <a:xfrm>
            <a:off x="3857038" y="3587110"/>
            <a:ext cx="4162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B0359A-9B86-6778-A8F1-1EF02DD1BE41}"/>
              </a:ext>
            </a:extLst>
          </p:cNvPr>
          <p:cNvSpPr txBox="1"/>
          <p:nvPr/>
        </p:nvSpPr>
        <p:spPr>
          <a:xfrm>
            <a:off x="7754227" y="3556310"/>
            <a:ext cx="4162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4E9BD4-A8CC-024B-C5CF-61CA18966DEE}"/>
              </a:ext>
            </a:extLst>
          </p:cNvPr>
          <p:cNvSpPr txBox="1"/>
          <p:nvPr/>
        </p:nvSpPr>
        <p:spPr>
          <a:xfrm>
            <a:off x="1349454" y="3989135"/>
            <a:ext cx="136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10.0.0.0/24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F7B281-8C51-7D08-BF35-583415167D16}"/>
              </a:ext>
            </a:extLst>
          </p:cNvPr>
          <p:cNvSpPr txBox="1"/>
          <p:nvPr/>
        </p:nvSpPr>
        <p:spPr>
          <a:xfrm>
            <a:off x="9381490" y="3972915"/>
            <a:ext cx="136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10.0.0.0/24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F2C6DE-9C7F-888C-7A90-034E7C701C96}"/>
              </a:ext>
            </a:extLst>
          </p:cNvPr>
          <p:cNvSpPr txBox="1"/>
          <p:nvPr/>
        </p:nvSpPr>
        <p:spPr>
          <a:xfrm>
            <a:off x="1078965" y="2853683"/>
            <a:ext cx="5744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</a:t>
            </a:r>
          </a:p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7A8810-E67D-C104-153E-1D96F169499E}"/>
              </a:ext>
            </a:extLst>
          </p:cNvPr>
          <p:cNvSpPr txBox="1"/>
          <p:nvPr/>
        </p:nvSpPr>
        <p:spPr>
          <a:xfrm>
            <a:off x="10575791" y="2848680"/>
            <a:ext cx="5283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</a:t>
            </a:r>
          </a:p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0:B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1A31841B-21D5-5358-0E74-FEBE8B86A8D3}"/>
              </a:ext>
            </a:extLst>
          </p:cNvPr>
          <p:cNvSpPr/>
          <p:nvPr/>
        </p:nvSpPr>
        <p:spPr>
          <a:xfrm>
            <a:off x="1029457" y="2274797"/>
            <a:ext cx="10125012" cy="1707687"/>
          </a:xfrm>
          <a:custGeom>
            <a:avLst/>
            <a:gdLst>
              <a:gd name="connsiteX0" fmla="*/ 0 w 10125012"/>
              <a:gd name="connsiteY0" fmla="*/ 1701632 h 1707687"/>
              <a:gd name="connsiteX1" fmla="*/ 5074617 w 10125012"/>
              <a:gd name="connsiteY1" fmla="*/ 0 h 1707687"/>
              <a:gd name="connsiteX2" fmla="*/ 10125012 w 10125012"/>
              <a:gd name="connsiteY2" fmla="*/ 1707687 h 170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012" h="1707687">
                <a:moveTo>
                  <a:pt x="0" y="1701632"/>
                </a:moveTo>
                <a:cubicBezTo>
                  <a:pt x="1693557" y="850311"/>
                  <a:pt x="3387115" y="-1009"/>
                  <a:pt x="5074617" y="0"/>
                </a:cubicBezTo>
                <a:cubicBezTo>
                  <a:pt x="6762119" y="1009"/>
                  <a:pt x="9338790" y="1360498"/>
                  <a:pt x="10125012" y="1707687"/>
                </a:cubicBezTo>
              </a:path>
            </a:pathLst>
          </a:cu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67B4D6-B6B0-0400-6EA9-C8367E5D4606}"/>
              </a:ext>
            </a:extLst>
          </p:cNvPr>
          <p:cNvSpPr txBox="1"/>
          <p:nvPr/>
        </p:nvSpPr>
        <p:spPr>
          <a:xfrm>
            <a:off x="898153" y="1696149"/>
            <a:ext cx="2617038" cy="58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0:A  100  </a:t>
            </a:r>
            <a:r>
              <a:rPr lang="it-IT" sz="1600" err="1">
                <a:latin typeface="Consolas" panose="020B0609020204030204" pitchFamily="49" charset="0"/>
                <a:cs typeface="Consolas" panose="020B0609020204030204" pitchFamily="49" charset="0"/>
              </a:rPr>
              <a:t>local</a:t>
            </a:r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0:B  100  193.204.0.2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FF2D1D1-10E6-F15D-4844-947615DC8577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2206672" y="2279349"/>
            <a:ext cx="1209167" cy="14765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A09B8B0-E9D6-6A3B-E20E-EF8E87268DF7}"/>
              </a:ext>
            </a:extLst>
          </p:cNvPr>
          <p:cNvSpPr txBox="1"/>
          <p:nvPr/>
        </p:nvSpPr>
        <p:spPr>
          <a:xfrm>
            <a:off x="8670711" y="1707429"/>
            <a:ext cx="261703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0:B  100  </a:t>
            </a:r>
            <a:r>
              <a:rPr lang="it-IT" sz="1600" err="1">
                <a:latin typeface="Consolas" panose="020B0609020204030204" pitchFamily="49" charset="0"/>
                <a:cs typeface="Consolas" panose="020B0609020204030204" pitchFamily="49" charset="0"/>
              </a:rPr>
              <a:t>local</a:t>
            </a:r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0:A  100  193.204.0.1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B89B74F-A2F8-B57E-861A-A23320882EA8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8617962" y="2292204"/>
            <a:ext cx="1361268" cy="14636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307B078C-EA28-466F-50B5-8215901A6B1C}"/>
              </a:ext>
            </a:extLst>
          </p:cNvPr>
          <p:cNvSpPr/>
          <p:nvPr/>
        </p:nvSpPr>
        <p:spPr>
          <a:xfrm>
            <a:off x="3423895" y="4370487"/>
            <a:ext cx="5199363" cy="762000"/>
          </a:xfrm>
          <a:prstGeom prst="left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eBGP multihop peering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5E3ED-6A24-5E69-7ADF-724CCD48E039}"/>
              </a:ext>
            </a:extLst>
          </p:cNvPr>
          <p:cNvSpPr txBox="1"/>
          <p:nvPr/>
        </p:nvSpPr>
        <p:spPr>
          <a:xfrm>
            <a:off x="8676809" y="1709003"/>
            <a:ext cx="2617038" cy="58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1558AB-283B-2B89-960E-15C9FDD1DBFF}"/>
              </a:ext>
            </a:extLst>
          </p:cNvPr>
          <p:cNvSpPr txBox="1"/>
          <p:nvPr/>
        </p:nvSpPr>
        <p:spPr>
          <a:xfrm>
            <a:off x="898153" y="1697899"/>
            <a:ext cx="261703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0:A  100  </a:t>
            </a:r>
            <a:r>
              <a:rPr lang="it-IT" sz="1600" err="1">
                <a:latin typeface="Consolas" panose="020B0609020204030204" pitchFamily="49" charset="0"/>
                <a:cs typeface="Consolas" panose="020B0609020204030204" pitchFamily="49" charset="0"/>
              </a:rPr>
              <a:t>local</a:t>
            </a:r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F3115FF-19E2-ABED-F3C3-654AD1C0B53F}"/>
              </a:ext>
            </a:extLst>
          </p:cNvPr>
          <p:cNvSpPr/>
          <p:nvPr/>
        </p:nvSpPr>
        <p:spPr>
          <a:xfrm>
            <a:off x="3423895" y="5806267"/>
            <a:ext cx="5191305" cy="442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0:A 100 193.204.0.1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6FF8AF-3CC7-06FE-616A-B43E4A9EA3D9}"/>
              </a:ext>
            </a:extLst>
          </p:cNvPr>
          <p:cNvSpPr txBox="1"/>
          <p:nvPr/>
        </p:nvSpPr>
        <p:spPr>
          <a:xfrm>
            <a:off x="8676809" y="1707428"/>
            <a:ext cx="261703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Consolas" panose="020B0609020204030204" pitchFamily="49" charset="0"/>
                <a:cs typeface="Consolas" panose="020B0609020204030204" pitchFamily="49" charset="0"/>
              </a:rPr>
              <a:t>0:A  100  193.204.0.1</a:t>
            </a:r>
          </a:p>
          <a:p>
            <a:endParaRPr lang="it-IT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Left Arrow 24">
            <a:extLst>
              <a:ext uri="{FF2B5EF4-FFF2-40B4-BE49-F238E27FC236}">
                <a16:creationId xmlns:a16="http://schemas.microsoft.com/office/drawing/2014/main" id="{BC8308F3-F5E3-5869-D43D-4DCC760A1DD6}"/>
              </a:ext>
            </a:extLst>
          </p:cNvPr>
          <p:cNvSpPr/>
          <p:nvPr/>
        </p:nvSpPr>
        <p:spPr>
          <a:xfrm>
            <a:off x="3407781" y="5806267"/>
            <a:ext cx="5207419" cy="4421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0:B 100 193.204.0.2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3572DB-7B70-6189-277E-90A2618961C9}"/>
              </a:ext>
            </a:extLst>
          </p:cNvPr>
          <p:cNvSpPr txBox="1"/>
          <p:nvPr/>
        </p:nvSpPr>
        <p:spPr>
          <a:xfrm>
            <a:off x="10576281" y="2849224"/>
            <a:ext cx="5283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2890AF-C87A-A4C4-F3E5-5DC31B45B73B}"/>
              </a:ext>
            </a:extLst>
          </p:cNvPr>
          <p:cNvSpPr txBox="1"/>
          <p:nvPr/>
        </p:nvSpPr>
        <p:spPr>
          <a:xfrm>
            <a:off x="1070909" y="2860334"/>
            <a:ext cx="5744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0:A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14A9CBC3-3FA3-9E0A-068A-589F67F30401}"/>
              </a:ext>
            </a:extLst>
          </p:cNvPr>
          <p:cNvSpPr txBox="1"/>
          <p:nvPr/>
        </p:nvSpPr>
        <p:spPr>
          <a:xfrm>
            <a:off x="2257723" y="5474313"/>
            <a:ext cx="233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(+ BGP Router)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57ADF433-CAA5-A2E6-E87A-5B6DFE89E2AC}"/>
              </a:ext>
            </a:extLst>
          </p:cNvPr>
          <p:cNvSpPr txBox="1"/>
          <p:nvPr/>
        </p:nvSpPr>
        <p:spPr>
          <a:xfrm>
            <a:off x="7449028" y="5474313"/>
            <a:ext cx="233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(+ BGP Router)</a:t>
            </a:r>
          </a:p>
        </p:txBody>
      </p:sp>
      <p:pic>
        <p:nvPicPr>
          <p:cNvPr id="15" name="Picture 105">
            <a:extLst>
              <a:ext uri="{FF2B5EF4-FFF2-40B4-BE49-F238E27FC236}">
                <a16:creationId xmlns:a16="http://schemas.microsoft.com/office/drawing/2014/main" id="{983AD4F3-5CC4-A32D-78B1-4E0218A41DA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24" y="3758253"/>
            <a:ext cx="582653" cy="52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05">
            <a:extLst>
              <a:ext uri="{FF2B5EF4-FFF2-40B4-BE49-F238E27FC236}">
                <a16:creationId xmlns:a16="http://schemas.microsoft.com/office/drawing/2014/main" id="{2D656C73-580C-1CF5-EED6-A6224CF4ADE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60" y="3754284"/>
            <a:ext cx="582653" cy="52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2">
            <a:extLst>
              <a:ext uri="{FF2B5EF4-FFF2-40B4-BE49-F238E27FC236}">
                <a16:creationId xmlns:a16="http://schemas.microsoft.com/office/drawing/2014/main" id="{0E137F86-4C5D-8956-AFB4-1489274D7BC0}"/>
              </a:ext>
            </a:extLst>
          </p:cNvPr>
          <p:cNvGrpSpPr/>
          <p:nvPr/>
        </p:nvGrpSpPr>
        <p:grpSpPr>
          <a:xfrm>
            <a:off x="3011137" y="3754284"/>
            <a:ext cx="809402" cy="463051"/>
            <a:chOff x="967835" y="2541918"/>
            <a:chExt cx="1426054" cy="463051"/>
          </a:xfrm>
        </p:grpSpPr>
        <p:grpSp>
          <p:nvGrpSpPr>
            <p:cNvPr id="22" name="Group 93">
              <a:extLst>
                <a:ext uri="{FF2B5EF4-FFF2-40B4-BE49-F238E27FC236}">
                  <a16:creationId xmlns:a16="http://schemas.microsoft.com/office/drawing/2014/main" id="{8ADB8A74-24CF-0BF4-E375-5B01A6A65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0" name="Group 94">
                <a:extLst>
                  <a:ext uri="{FF2B5EF4-FFF2-40B4-BE49-F238E27FC236}">
                    <a16:creationId xmlns:a16="http://schemas.microsoft.com/office/drawing/2014/main" id="{0CCF5B7B-7C09-F2B4-4791-28354438228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8" name="AutoShape 95">
                  <a:extLst>
                    <a:ext uri="{FF2B5EF4-FFF2-40B4-BE49-F238E27FC236}">
                      <a16:creationId xmlns:a16="http://schemas.microsoft.com/office/drawing/2014/main" id="{A5EBCFAE-24A8-1FB9-8B60-31913F1C05F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40" name="Group 96">
                  <a:extLst>
                    <a:ext uri="{FF2B5EF4-FFF2-40B4-BE49-F238E27FC236}">
                      <a16:creationId xmlns:a16="http://schemas.microsoft.com/office/drawing/2014/main" id="{4904E108-6FA5-C350-A6BA-468576BF3F7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1" name="Group 97">
                    <a:extLst>
                      <a:ext uri="{FF2B5EF4-FFF2-40B4-BE49-F238E27FC236}">
                        <a16:creationId xmlns:a16="http://schemas.microsoft.com/office/drawing/2014/main" id="{D8072FCE-987A-73E1-7850-B6EEAE973EA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60" name="Freeform 98">
                      <a:extLst>
                        <a:ext uri="{FF2B5EF4-FFF2-40B4-BE49-F238E27FC236}">
                          <a16:creationId xmlns:a16="http://schemas.microsoft.com/office/drawing/2014/main" id="{3FB3029B-0BA7-0D21-D2EF-6BE334BE6C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1" name="Freeform 99">
                      <a:extLst>
                        <a:ext uri="{FF2B5EF4-FFF2-40B4-BE49-F238E27FC236}">
                          <a16:creationId xmlns:a16="http://schemas.microsoft.com/office/drawing/2014/main" id="{EFC3993C-AE05-000F-D97F-382B21DA8B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Freeform 100">
                      <a:extLst>
                        <a:ext uri="{FF2B5EF4-FFF2-40B4-BE49-F238E27FC236}">
                          <a16:creationId xmlns:a16="http://schemas.microsoft.com/office/drawing/2014/main" id="{059A874E-47AF-6057-8CF3-FA05FB1E09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3" name="Freeform 101">
                      <a:extLst>
                        <a:ext uri="{FF2B5EF4-FFF2-40B4-BE49-F238E27FC236}">
                          <a16:creationId xmlns:a16="http://schemas.microsoft.com/office/drawing/2014/main" id="{6CC403E6-C1FC-ACD6-6CB2-827AECFFD1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4" name="Freeform 102">
                      <a:extLst>
                        <a:ext uri="{FF2B5EF4-FFF2-40B4-BE49-F238E27FC236}">
                          <a16:creationId xmlns:a16="http://schemas.microsoft.com/office/drawing/2014/main" id="{F89DC7B5-EE4C-3610-E96E-351326539B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5" name="Freeform 103">
                      <a:extLst>
                        <a:ext uri="{FF2B5EF4-FFF2-40B4-BE49-F238E27FC236}">
                          <a16:creationId xmlns:a16="http://schemas.microsoft.com/office/drawing/2014/main" id="{7A9A7909-F28F-E2ED-6DEF-64F6E03FA5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6" name="Freeform 104">
                      <a:extLst>
                        <a:ext uri="{FF2B5EF4-FFF2-40B4-BE49-F238E27FC236}">
                          <a16:creationId xmlns:a16="http://schemas.microsoft.com/office/drawing/2014/main" id="{8B97BAC3-EA4F-52B6-7484-D5868DCF19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7" name="Freeform 105">
                      <a:extLst>
                        <a:ext uri="{FF2B5EF4-FFF2-40B4-BE49-F238E27FC236}">
                          <a16:creationId xmlns:a16="http://schemas.microsoft.com/office/drawing/2014/main" id="{6079D87E-3593-830B-0BC8-CE0626F222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grpSp>
                <p:nvGrpSpPr>
                  <p:cNvPr id="42" name="Group 106">
                    <a:extLst>
                      <a:ext uri="{FF2B5EF4-FFF2-40B4-BE49-F238E27FC236}">
                        <a16:creationId xmlns:a16="http://schemas.microsoft.com/office/drawing/2014/main" id="{03D482B4-9FE0-6EA0-8A99-338E0135FBD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3" name="Freeform 107">
                      <a:extLst>
                        <a:ext uri="{FF2B5EF4-FFF2-40B4-BE49-F238E27FC236}">
                          <a16:creationId xmlns:a16="http://schemas.microsoft.com/office/drawing/2014/main" id="{AC43926F-748F-2AB9-8966-2FBE95EF53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48" name="Freeform 108">
                      <a:extLst>
                        <a:ext uri="{FF2B5EF4-FFF2-40B4-BE49-F238E27FC236}">
                          <a16:creationId xmlns:a16="http://schemas.microsoft.com/office/drawing/2014/main" id="{F634FFED-7EB8-4634-02A9-F91E48EBD6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49" name="Freeform 109">
                      <a:extLst>
                        <a:ext uri="{FF2B5EF4-FFF2-40B4-BE49-F238E27FC236}">
                          <a16:creationId xmlns:a16="http://schemas.microsoft.com/office/drawing/2014/main" id="{0DFC58D8-9BC8-A0E6-D90A-2098147A42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0" name="Freeform 110">
                      <a:extLst>
                        <a:ext uri="{FF2B5EF4-FFF2-40B4-BE49-F238E27FC236}">
                          <a16:creationId xmlns:a16="http://schemas.microsoft.com/office/drawing/2014/main" id="{7E60E71D-F791-63B9-2E90-0D18A51515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1" name="Freeform 111">
                      <a:extLst>
                        <a:ext uri="{FF2B5EF4-FFF2-40B4-BE49-F238E27FC236}">
                          <a16:creationId xmlns:a16="http://schemas.microsoft.com/office/drawing/2014/main" id="{6AA8113C-C891-2C4C-8899-CC077C88AD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5" name="Freeform 112">
                      <a:extLst>
                        <a:ext uri="{FF2B5EF4-FFF2-40B4-BE49-F238E27FC236}">
                          <a16:creationId xmlns:a16="http://schemas.microsoft.com/office/drawing/2014/main" id="{7D4933A7-19BF-4F4D-5468-03EE889D10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6" name="Freeform 113">
                      <a:extLst>
                        <a:ext uri="{FF2B5EF4-FFF2-40B4-BE49-F238E27FC236}">
                          <a16:creationId xmlns:a16="http://schemas.microsoft.com/office/drawing/2014/main" id="{3440E0FB-947A-0E45-1945-062518B340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9" name="Freeform 114">
                      <a:extLst>
                        <a:ext uri="{FF2B5EF4-FFF2-40B4-BE49-F238E27FC236}">
                          <a16:creationId xmlns:a16="http://schemas.microsoft.com/office/drawing/2014/main" id="{976E74C8-B381-8251-3F65-375BE3DD29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1" name="WordArt 115">
                <a:extLst>
                  <a:ext uri="{FF2B5EF4-FFF2-40B4-BE49-F238E27FC236}">
                    <a16:creationId xmlns:a16="http://schemas.microsoft.com/office/drawing/2014/main" id="{2970B048-AE66-9A13-2042-7B023F22F73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4" name="WordArt 68">
              <a:extLst>
                <a:ext uri="{FF2B5EF4-FFF2-40B4-BE49-F238E27FC236}">
                  <a16:creationId xmlns:a16="http://schemas.microsoft.com/office/drawing/2014/main" id="{9EE7B703-D154-0EB3-214A-CAA4593DF5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endParaRPr lang="en-US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8" name="Group 22">
            <a:extLst>
              <a:ext uri="{FF2B5EF4-FFF2-40B4-BE49-F238E27FC236}">
                <a16:creationId xmlns:a16="http://schemas.microsoft.com/office/drawing/2014/main" id="{91CE751A-25A9-3E3E-11E4-6F2026C65720}"/>
              </a:ext>
            </a:extLst>
          </p:cNvPr>
          <p:cNvGrpSpPr/>
          <p:nvPr/>
        </p:nvGrpSpPr>
        <p:grpSpPr>
          <a:xfrm>
            <a:off x="8244112" y="3754284"/>
            <a:ext cx="809402" cy="463051"/>
            <a:chOff x="967835" y="2541918"/>
            <a:chExt cx="1426054" cy="463051"/>
          </a:xfrm>
        </p:grpSpPr>
        <p:grpSp>
          <p:nvGrpSpPr>
            <p:cNvPr id="69" name="Group 93">
              <a:extLst>
                <a:ext uri="{FF2B5EF4-FFF2-40B4-BE49-F238E27FC236}">
                  <a16:creationId xmlns:a16="http://schemas.microsoft.com/office/drawing/2014/main" id="{BC007FD5-7842-9643-0025-D21A6DDCA0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71" name="Group 94">
                <a:extLst>
                  <a:ext uri="{FF2B5EF4-FFF2-40B4-BE49-F238E27FC236}">
                    <a16:creationId xmlns:a16="http://schemas.microsoft.com/office/drawing/2014/main" id="{27FF34FB-F2F3-8C1A-6FF7-A750FF16BC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73" name="AutoShape 95">
                  <a:extLst>
                    <a:ext uri="{FF2B5EF4-FFF2-40B4-BE49-F238E27FC236}">
                      <a16:creationId xmlns:a16="http://schemas.microsoft.com/office/drawing/2014/main" id="{CD647414-B991-346C-DF18-46D7BBEA22E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4" name="Group 96">
                  <a:extLst>
                    <a:ext uri="{FF2B5EF4-FFF2-40B4-BE49-F238E27FC236}">
                      <a16:creationId xmlns:a16="http://schemas.microsoft.com/office/drawing/2014/main" id="{0D290DF3-C0C3-C01E-7779-DEAAAE6B13E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75" name="Group 97">
                    <a:extLst>
                      <a:ext uri="{FF2B5EF4-FFF2-40B4-BE49-F238E27FC236}">
                        <a16:creationId xmlns:a16="http://schemas.microsoft.com/office/drawing/2014/main" id="{D83FAD67-0363-0BC9-BE07-E91F88D7E01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85" name="Freeform 98">
                      <a:extLst>
                        <a:ext uri="{FF2B5EF4-FFF2-40B4-BE49-F238E27FC236}">
                          <a16:creationId xmlns:a16="http://schemas.microsoft.com/office/drawing/2014/main" id="{13CE1E6B-364D-9C5B-5918-5C6C8BF70D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6" name="Freeform 99">
                      <a:extLst>
                        <a:ext uri="{FF2B5EF4-FFF2-40B4-BE49-F238E27FC236}">
                          <a16:creationId xmlns:a16="http://schemas.microsoft.com/office/drawing/2014/main" id="{01D8BB96-89F1-5B38-4CAE-AE8F6DF4E9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7" name="Freeform 100">
                      <a:extLst>
                        <a:ext uri="{FF2B5EF4-FFF2-40B4-BE49-F238E27FC236}">
                          <a16:creationId xmlns:a16="http://schemas.microsoft.com/office/drawing/2014/main" id="{0961D11A-A743-6530-62D7-134DAEC806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8" name="Freeform 101">
                      <a:extLst>
                        <a:ext uri="{FF2B5EF4-FFF2-40B4-BE49-F238E27FC236}">
                          <a16:creationId xmlns:a16="http://schemas.microsoft.com/office/drawing/2014/main" id="{7F713DE1-C749-690F-84B3-B80E59DAA3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9" name="Freeform 102">
                      <a:extLst>
                        <a:ext uri="{FF2B5EF4-FFF2-40B4-BE49-F238E27FC236}">
                          <a16:creationId xmlns:a16="http://schemas.microsoft.com/office/drawing/2014/main" id="{D9923224-9D2B-A69B-232A-3AB1E27A13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90" name="Freeform 103">
                      <a:extLst>
                        <a:ext uri="{FF2B5EF4-FFF2-40B4-BE49-F238E27FC236}">
                          <a16:creationId xmlns:a16="http://schemas.microsoft.com/office/drawing/2014/main" id="{0D722DFE-2C50-95E5-A649-1AD5A3509A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91" name="Freeform 104">
                      <a:extLst>
                        <a:ext uri="{FF2B5EF4-FFF2-40B4-BE49-F238E27FC236}">
                          <a16:creationId xmlns:a16="http://schemas.microsoft.com/office/drawing/2014/main" id="{CF67BA7A-C9A9-F133-BD77-B37CDCA8FE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92" name="Freeform 105">
                      <a:extLst>
                        <a:ext uri="{FF2B5EF4-FFF2-40B4-BE49-F238E27FC236}">
                          <a16:creationId xmlns:a16="http://schemas.microsoft.com/office/drawing/2014/main" id="{E0D82786-077D-70C7-F448-389A1DBA37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grpSp>
                <p:nvGrpSpPr>
                  <p:cNvPr id="76" name="Group 106">
                    <a:extLst>
                      <a:ext uri="{FF2B5EF4-FFF2-40B4-BE49-F238E27FC236}">
                        <a16:creationId xmlns:a16="http://schemas.microsoft.com/office/drawing/2014/main" id="{162AD71B-FC2A-16D8-0BCA-047CFC91217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77" name="Freeform 107">
                      <a:extLst>
                        <a:ext uri="{FF2B5EF4-FFF2-40B4-BE49-F238E27FC236}">
                          <a16:creationId xmlns:a16="http://schemas.microsoft.com/office/drawing/2014/main" id="{77180215-DF58-36B3-5398-005A91576D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8" name="Freeform 108">
                      <a:extLst>
                        <a:ext uri="{FF2B5EF4-FFF2-40B4-BE49-F238E27FC236}">
                          <a16:creationId xmlns:a16="http://schemas.microsoft.com/office/drawing/2014/main" id="{59232915-DBEA-C516-BEA2-7FBB92D4FB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79" name="Freeform 109">
                      <a:extLst>
                        <a:ext uri="{FF2B5EF4-FFF2-40B4-BE49-F238E27FC236}">
                          <a16:creationId xmlns:a16="http://schemas.microsoft.com/office/drawing/2014/main" id="{FFE37BB1-3AE4-0EC1-2E73-6867845329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Freeform 110">
                      <a:extLst>
                        <a:ext uri="{FF2B5EF4-FFF2-40B4-BE49-F238E27FC236}">
                          <a16:creationId xmlns:a16="http://schemas.microsoft.com/office/drawing/2014/main" id="{99C6C31E-3F34-BB79-A64B-3ABF08C1B7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1" name="Freeform 111">
                      <a:extLst>
                        <a:ext uri="{FF2B5EF4-FFF2-40B4-BE49-F238E27FC236}">
                          <a16:creationId xmlns:a16="http://schemas.microsoft.com/office/drawing/2014/main" id="{95424BA1-04AE-EFD6-4BE3-C31F2B5A2E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2" name="Freeform 112">
                      <a:extLst>
                        <a:ext uri="{FF2B5EF4-FFF2-40B4-BE49-F238E27FC236}">
                          <a16:creationId xmlns:a16="http://schemas.microsoft.com/office/drawing/2014/main" id="{CA1094B0-238F-7190-884A-BCB8936D64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3" name="Freeform 113">
                      <a:extLst>
                        <a:ext uri="{FF2B5EF4-FFF2-40B4-BE49-F238E27FC236}">
                          <a16:creationId xmlns:a16="http://schemas.microsoft.com/office/drawing/2014/main" id="{D7500B3C-6119-127C-3157-A8068AF07B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4" name="Freeform 114">
                      <a:extLst>
                        <a:ext uri="{FF2B5EF4-FFF2-40B4-BE49-F238E27FC236}">
                          <a16:creationId xmlns:a16="http://schemas.microsoft.com/office/drawing/2014/main" id="{F178ACC1-8DAB-EA89-D2A7-4FAAE33A28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72" name="WordArt 115">
                <a:extLst>
                  <a:ext uri="{FF2B5EF4-FFF2-40B4-BE49-F238E27FC236}">
                    <a16:creationId xmlns:a16="http://schemas.microsoft.com/office/drawing/2014/main" id="{03BF7E80-D436-E108-E06C-9D822E3AD291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70" name="WordArt 68">
              <a:extLst>
                <a:ext uri="{FF2B5EF4-FFF2-40B4-BE49-F238E27FC236}">
                  <a16:creationId xmlns:a16="http://schemas.microsoft.com/office/drawing/2014/main" id="{B558473E-8373-50B7-6AD6-7AAA043901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endParaRPr lang="en-US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68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8" grpId="0"/>
      <p:bldP spid="27" grpId="0"/>
      <p:bldP spid="29" grpId="0"/>
      <p:bldP spid="34" grpId="0"/>
      <p:bldP spid="35" grpId="0"/>
      <p:bldP spid="36" grpId="0" animBg="1"/>
      <p:bldP spid="37" grpId="0" animBg="1"/>
      <p:bldP spid="44" grpId="0"/>
      <p:bldP spid="45" grpId="0"/>
      <p:bldP spid="46" grpId="0" animBg="1"/>
      <p:bldP spid="47" grpId="0" animBg="1"/>
      <p:bldP spid="52" grpId="0" animBg="1"/>
      <p:bldP spid="53" grpId="0" animBg="1"/>
      <p:bldP spid="57" grpId="0" animBg="1"/>
      <p:bldP spid="6" grpId="0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23" grpId="0" animBg="1"/>
      <p:bldP spid="23" grpId="1" animBg="1"/>
      <p:bldP spid="25" grpId="0" animBg="1"/>
      <p:bldP spid="25" grpId="1" animBg="1"/>
      <p:bldP spid="32" grpId="0" animBg="1"/>
      <p:bldP spid="32" grpId="1" animBg="1"/>
      <p:bldP spid="39" grpId="0" animBg="1"/>
      <p:bldP spid="39" grpId="1" animBg="1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putting everything together</a:t>
            </a:r>
          </a:p>
        </p:txBody>
      </p:sp>
    </p:spTree>
    <p:extLst>
      <p:ext uri="{BB962C8B-B14F-4D97-AF65-F5344CB8AC3E}">
        <p14:creationId xmlns:p14="http://schemas.microsoft.com/office/powerpoint/2010/main" val="3819085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Line 72">
            <a:extLst>
              <a:ext uri="{FF2B5EF4-FFF2-40B4-BE49-F238E27FC236}">
                <a16:creationId xmlns:a16="http://schemas.microsoft.com/office/drawing/2014/main" id="{D3A264AB-9464-2933-2ED6-740C349F7BC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61527" y="5930935"/>
            <a:ext cx="308907" cy="3127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5" name="Line 72">
            <a:extLst>
              <a:ext uri="{FF2B5EF4-FFF2-40B4-BE49-F238E27FC236}">
                <a16:creationId xmlns:a16="http://schemas.microsoft.com/office/drawing/2014/main" id="{69630293-0DD6-D331-D978-909E12D7918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8009" y="6021260"/>
            <a:ext cx="284718" cy="1562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4" name="Line 72">
            <a:extLst>
              <a:ext uri="{FF2B5EF4-FFF2-40B4-BE49-F238E27FC236}">
                <a16:creationId xmlns:a16="http://schemas.microsoft.com/office/drawing/2014/main" id="{890FD788-9C87-7BD2-C8CE-E85542825827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9535835" y="6042017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3" name="Line 72">
            <a:extLst>
              <a:ext uri="{FF2B5EF4-FFF2-40B4-BE49-F238E27FC236}">
                <a16:creationId xmlns:a16="http://schemas.microsoft.com/office/drawing/2014/main" id="{210CAC6C-2833-CB0B-A4F2-E9A487D47442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554282" y="6052345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2" name="Line 72">
            <a:extLst>
              <a:ext uri="{FF2B5EF4-FFF2-40B4-BE49-F238E27FC236}">
                <a16:creationId xmlns:a16="http://schemas.microsoft.com/office/drawing/2014/main" id="{27B9C3D1-972E-119E-4B18-030EB1C28871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238174" y="6028676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1" name="Line 72">
            <a:extLst>
              <a:ext uri="{FF2B5EF4-FFF2-40B4-BE49-F238E27FC236}">
                <a16:creationId xmlns:a16="http://schemas.microsoft.com/office/drawing/2014/main" id="{7C9CF822-B61B-681B-4499-9B417E70FFC8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4738246" y="6035233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0" name="Line 72">
            <a:extLst>
              <a:ext uri="{FF2B5EF4-FFF2-40B4-BE49-F238E27FC236}">
                <a16:creationId xmlns:a16="http://schemas.microsoft.com/office/drawing/2014/main" id="{D8CDC560-28FA-13A2-7DC2-8C9431CC99BB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961981" y="6035233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56" name="Line 72">
            <a:extLst>
              <a:ext uri="{FF2B5EF4-FFF2-40B4-BE49-F238E27FC236}">
                <a16:creationId xmlns:a16="http://schemas.microsoft.com/office/drawing/2014/main" id="{F342F2CA-72A5-BAE4-5304-4882EDAF6931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9400304" y="5630979"/>
            <a:ext cx="347868" cy="26703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57" name="Line 264">
            <a:extLst>
              <a:ext uri="{FF2B5EF4-FFF2-40B4-BE49-F238E27FC236}">
                <a16:creationId xmlns:a16="http://schemas.microsoft.com/office/drawing/2014/main" id="{F0C8E409-86B8-8D47-796E-CF99541EBF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83126" y="5947375"/>
            <a:ext cx="4657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658" name="Oval 152">
            <a:extLst>
              <a:ext uri="{FF2B5EF4-FFF2-40B4-BE49-F238E27FC236}">
                <a16:creationId xmlns:a16="http://schemas.microsoft.com/office/drawing/2014/main" id="{1808B51A-1475-04C3-E975-322EC0F03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509" y="5858563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AF</a:t>
            </a:r>
          </a:p>
        </p:txBody>
      </p:sp>
      <p:sp>
        <p:nvSpPr>
          <p:cNvPr id="97" name="Line 72">
            <a:extLst>
              <a:ext uri="{FF2B5EF4-FFF2-40B4-BE49-F238E27FC236}">
                <a16:creationId xmlns:a16="http://schemas.microsoft.com/office/drawing/2014/main" id="{54C84A84-9A7A-9FD8-2E84-163E6884C44C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2707147" y="5474786"/>
            <a:ext cx="361771" cy="57307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0" name="Line 72">
            <a:extLst>
              <a:ext uri="{FF2B5EF4-FFF2-40B4-BE49-F238E27FC236}">
                <a16:creationId xmlns:a16="http://schemas.microsoft.com/office/drawing/2014/main" id="{22A89CB3-3E2F-9773-972E-B8C50F994685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114759" y="5627630"/>
            <a:ext cx="347868" cy="26703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8" name="Line 264">
            <a:extLst>
              <a:ext uri="{FF2B5EF4-FFF2-40B4-BE49-F238E27FC236}">
                <a16:creationId xmlns:a16="http://schemas.microsoft.com/office/drawing/2014/main" id="{CCE1C7BB-7532-A8DC-3693-9C3CA35BA5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5482" y="5940820"/>
            <a:ext cx="482532" cy="1100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60" name="Line 264">
            <a:extLst>
              <a:ext uri="{FF2B5EF4-FFF2-40B4-BE49-F238E27FC236}">
                <a16:creationId xmlns:a16="http://schemas.microsoft.com/office/drawing/2014/main" id="{28DAF6DA-109F-4BF3-ABA1-D492EB50B0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7581" y="5944026"/>
            <a:ext cx="4657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67" name="Oval 152">
            <a:extLst>
              <a:ext uri="{FF2B5EF4-FFF2-40B4-BE49-F238E27FC236}">
                <a16:creationId xmlns:a16="http://schemas.microsoft.com/office/drawing/2014/main" id="{13DB3BC4-C4B6-B32A-9377-CE298F655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495" y="584063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AA</a:t>
            </a:r>
            <a:endParaRPr lang="it-IT" altLang="it-IT" sz="1200">
              <a:latin typeface="Tahoma" panose="020B0604030504040204" pitchFamily="34" charset="0"/>
            </a:endParaRPr>
          </a:p>
        </p:txBody>
      </p:sp>
      <p:sp>
        <p:nvSpPr>
          <p:cNvPr id="168" name="Oval 152">
            <a:extLst>
              <a:ext uri="{FF2B5EF4-FFF2-40B4-BE49-F238E27FC236}">
                <a16:creationId xmlns:a16="http://schemas.microsoft.com/office/drawing/2014/main" id="{3F7EFB53-3E8B-F08C-0100-9C6608C58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964" y="5855214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81" name="Line 72">
            <a:extLst>
              <a:ext uri="{FF2B5EF4-FFF2-40B4-BE49-F238E27FC236}">
                <a16:creationId xmlns:a16="http://schemas.microsoft.com/office/drawing/2014/main" id="{A3F7B1D5-6C72-CC7F-B892-811E655560AE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9205827" y="4579951"/>
            <a:ext cx="654718" cy="26467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8" name="Line 71">
            <a:extLst>
              <a:ext uri="{FF2B5EF4-FFF2-40B4-BE49-F238E27FC236}">
                <a16:creationId xmlns:a16="http://schemas.microsoft.com/office/drawing/2014/main" id="{296A42FB-6F19-9932-BD16-57281181629D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998192" y="4587279"/>
            <a:ext cx="622885" cy="24391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2EA44-8400-E504-CF36-C1835440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37" y="257476"/>
            <a:ext cx="10972800" cy="1143000"/>
          </a:xfrm>
        </p:spPr>
        <p:txBody>
          <a:bodyPr/>
          <a:lstStyle/>
          <a:p>
            <a:r>
              <a:rPr lang="en-GB"/>
              <a:t>lab topology</a:t>
            </a:r>
          </a:p>
        </p:txBody>
      </p:sp>
      <p:sp>
        <p:nvSpPr>
          <p:cNvPr id="4" name="AutoShape 118">
            <a:extLst>
              <a:ext uri="{FF2B5EF4-FFF2-40B4-BE49-F238E27FC236}">
                <a16:creationId xmlns:a16="http://schemas.microsoft.com/office/drawing/2014/main" id="{6EECCFE6-3E69-DCD3-D7A3-A73CF8076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280" y="1327059"/>
            <a:ext cx="2620505" cy="615538"/>
          </a:xfrm>
          <a:prstGeom prst="roundRect">
            <a:avLst>
              <a:gd name="adj" fmla="val 31509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A61CFDCE-3CB9-DC3A-CB1C-3B950F567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350" y="3856726"/>
            <a:ext cx="1256652" cy="615538"/>
          </a:xfrm>
          <a:prstGeom prst="roundRect">
            <a:avLst>
              <a:gd name="adj" fmla="val 31509"/>
            </a:avLst>
          </a:prstGeom>
          <a:solidFill>
            <a:srgbClr val="000066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F8743A21-3F33-C0E3-9AB0-8B0A403D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4547" y="3856817"/>
            <a:ext cx="1164573" cy="615538"/>
          </a:xfrm>
          <a:prstGeom prst="roundRect">
            <a:avLst>
              <a:gd name="adj" fmla="val 31509"/>
            </a:avLst>
          </a:prstGeom>
          <a:solidFill>
            <a:srgbClr val="000066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C5EB52B5-59E6-8513-7A46-65DA236D3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219" y="3864370"/>
            <a:ext cx="1214922" cy="615538"/>
          </a:xfrm>
          <a:prstGeom prst="roundRect">
            <a:avLst>
              <a:gd name="adj" fmla="val 31509"/>
            </a:avLst>
          </a:prstGeom>
          <a:solidFill>
            <a:srgbClr val="006600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5CE8F996-1A73-8FCA-2758-400374FB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528" y="3864370"/>
            <a:ext cx="1220306" cy="615538"/>
          </a:xfrm>
          <a:prstGeom prst="roundRect">
            <a:avLst>
              <a:gd name="adj" fmla="val 31509"/>
            </a:avLst>
          </a:prstGeom>
          <a:solidFill>
            <a:srgbClr val="0066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D68D9CDA-FCA0-5D12-6BD7-BCE1B47A3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306" y="2839095"/>
            <a:ext cx="2664948" cy="615538"/>
          </a:xfrm>
          <a:prstGeom prst="roundRect">
            <a:avLst>
              <a:gd name="adj" fmla="val 31509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9E4EAF1F-F610-D9DA-92DD-DDFC21F1C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764" y="2805559"/>
            <a:ext cx="2598038" cy="615538"/>
          </a:xfrm>
          <a:prstGeom prst="roundRect">
            <a:avLst>
              <a:gd name="adj" fmla="val 31509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cxnSp>
        <p:nvCxnSpPr>
          <p:cNvPr id="15" name="AutoShape 30">
            <a:extLst>
              <a:ext uri="{FF2B5EF4-FFF2-40B4-BE49-F238E27FC236}">
                <a16:creationId xmlns:a16="http://schemas.microsoft.com/office/drawing/2014/main" id="{BE767603-537D-CA00-2B02-856BCA293FE2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5158190" y="1835798"/>
            <a:ext cx="2868071" cy="108548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32">
            <a:extLst>
              <a:ext uri="{FF2B5EF4-FFF2-40B4-BE49-F238E27FC236}">
                <a16:creationId xmlns:a16="http://schemas.microsoft.com/office/drawing/2014/main" id="{4E26D0CE-573B-9963-B365-E4D830E83BA2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4378241" y="1835798"/>
            <a:ext cx="779949" cy="109939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33">
            <a:extLst>
              <a:ext uri="{FF2B5EF4-FFF2-40B4-BE49-F238E27FC236}">
                <a16:creationId xmlns:a16="http://schemas.microsoft.com/office/drawing/2014/main" id="{77B0BD15-3F5C-3A6A-854B-6A969D9E6AFC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5158190" y="1835798"/>
            <a:ext cx="4490155" cy="108548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40">
            <a:extLst>
              <a:ext uri="{FF2B5EF4-FFF2-40B4-BE49-F238E27FC236}">
                <a16:creationId xmlns:a16="http://schemas.microsoft.com/office/drawing/2014/main" id="{DAEF3713-5B4E-9839-91B9-FEADBD403F56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2805068" y="1835798"/>
            <a:ext cx="2353122" cy="10846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51">
            <a:extLst>
              <a:ext uri="{FF2B5EF4-FFF2-40B4-BE49-F238E27FC236}">
                <a16:creationId xmlns:a16="http://schemas.microsoft.com/office/drawing/2014/main" id="{ED153B9B-2310-4143-BDD4-F46EF6E3053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05068" y="3346566"/>
            <a:ext cx="1581068" cy="62048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52">
            <a:extLst>
              <a:ext uri="{FF2B5EF4-FFF2-40B4-BE49-F238E27FC236}">
                <a16:creationId xmlns:a16="http://schemas.microsoft.com/office/drawing/2014/main" id="{F16C2346-3188-1100-D5B1-EAF507DF355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8241" y="3361319"/>
            <a:ext cx="7895" cy="60573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53">
            <a:extLst>
              <a:ext uri="{FF2B5EF4-FFF2-40B4-BE49-F238E27FC236}">
                <a16:creationId xmlns:a16="http://schemas.microsoft.com/office/drawing/2014/main" id="{F189DBB4-2480-14BE-560C-86E4B2D54AC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05068" y="3346566"/>
            <a:ext cx="1789" cy="62733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54">
            <a:extLst>
              <a:ext uri="{FF2B5EF4-FFF2-40B4-BE49-F238E27FC236}">
                <a16:creationId xmlns:a16="http://schemas.microsoft.com/office/drawing/2014/main" id="{B28434CA-1651-F3B3-4A27-242A384D6E0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06857" y="3361319"/>
            <a:ext cx="1571383" cy="61257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55">
            <a:extLst>
              <a:ext uri="{FF2B5EF4-FFF2-40B4-BE49-F238E27FC236}">
                <a16:creationId xmlns:a16="http://schemas.microsoft.com/office/drawing/2014/main" id="{A02BA591-1CA9-AC3B-C491-57B4FAAA3B2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26261" y="3347409"/>
            <a:ext cx="1630673" cy="60401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56">
            <a:extLst>
              <a:ext uri="{FF2B5EF4-FFF2-40B4-BE49-F238E27FC236}">
                <a16:creationId xmlns:a16="http://schemas.microsoft.com/office/drawing/2014/main" id="{29783F1E-0194-6CAD-DCED-D44EC615029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648344" y="3347409"/>
            <a:ext cx="8590" cy="60401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57">
            <a:extLst>
              <a:ext uri="{FF2B5EF4-FFF2-40B4-BE49-F238E27FC236}">
                <a16:creationId xmlns:a16="http://schemas.microsoft.com/office/drawing/2014/main" id="{8BF62981-E0E6-93B5-1963-153EDB5772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26261" y="3347409"/>
            <a:ext cx="4653" cy="61208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58">
            <a:extLst>
              <a:ext uri="{FF2B5EF4-FFF2-40B4-BE49-F238E27FC236}">
                <a16:creationId xmlns:a16="http://schemas.microsoft.com/office/drawing/2014/main" id="{1AA979D0-F8F6-D87A-A54B-3A1F67CAEAE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030914" y="3347409"/>
            <a:ext cx="1617431" cy="61208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Line 72">
            <a:extLst>
              <a:ext uri="{FF2B5EF4-FFF2-40B4-BE49-F238E27FC236}">
                <a16:creationId xmlns:a16="http://schemas.microsoft.com/office/drawing/2014/main" id="{C6D27F4B-86B9-A3F1-BF4C-3B85F5EA7136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95635" y="4468319"/>
            <a:ext cx="606282" cy="48817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cxnSp>
        <p:nvCxnSpPr>
          <p:cNvPr id="41" name="AutoShape 93">
            <a:extLst>
              <a:ext uri="{FF2B5EF4-FFF2-40B4-BE49-F238E27FC236}">
                <a16:creationId xmlns:a16="http://schemas.microsoft.com/office/drawing/2014/main" id="{A134703C-8523-D0E0-3D7C-AA3E67F77300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6744945" y="1853522"/>
            <a:ext cx="1281316" cy="106775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94">
            <a:extLst>
              <a:ext uri="{FF2B5EF4-FFF2-40B4-BE49-F238E27FC236}">
                <a16:creationId xmlns:a16="http://schemas.microsoft.com/office/drawing/2014/main" id="{EE9AC837-35EA-FC03-E279-1506D1AF5D5D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4378241" y="1853522"/>
            <a:ext cx="2366704" cy="108166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95">
            <a:extLst>
              <a:ext uri="{FF2B5EF4-FFF2-40B4-BE49-F238E27FC236}">
                <a16:creationId xmlns:a16="http://schemas.microsoft.com/office/drawing/2014/main" id="{109AE0BD-2587-0374-A015-5D1D36EAD416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6744945" y="1853522"/>
            <a:ext cx="2903399" cy="106775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02">
            <a:extLst>
              <a:ext uri="{FF2B5EF4-FFF2-40B4-BE49-F238E27FC236}">
                <a16:creationId xmlns:a16="http://schemas.microsoft.com/office/drawing/2014/main" id="{0E0B165A-89D3-401A-AA61-BF52481A9369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2805068" y="1853522"/>
            <a:ext cx="3939877" cy="106691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837738B-186D-D06C-F2D7-E3B3D556AFEB}"/>
              </a:ext>
            </a:extLst>
          </p:cNvPr>
          <p:cNvSpPr/>
          <p:nvPr/>
        </p:nvSpPr>
        <p:spPr>
          <a:xfrm>
            <a:off x="2201999" y="2778230"/>
            <a:ext cx="2796486" cy="179404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B388560-70CB-A025-3AEE-56662939986F}"/>
              </a:ext>
            </a:extLst>
          </p:cNvPr>
          <p:cNvSpPr/>
          <p:nvPr/>
        </p:nvSpPr>
        <p:spPr>
          <a:xfrm>
            <a:off x="7406672" y="2776211"/>
            <a:ext cx="2847086" cy="179404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B31FD9A-C6E4-C9C1-E5A6-804A7342384F}"/>
              </a:ext>
            </a:extLst>
          </p:cNvPr>
          <p:cNvSpPr/>
          <p:nvPr/>
        </p:nvSpPr>
        <p:spPr>
          <a:xfrm>
            <a:off x="4569622" y="1269324"/>
            <a:ext cx="2787190" cy="760192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B64B512-4785-51E1-86FD-CD09ECA324C0}"/>
              </a:ext>
            </a:extLst>
          </p:cNvPr>
          <p:cNvGrpSpPr/>
          <p:nvPr/>
        </p:nvGrpSpPr>
        <p:grpSpPr>
          <a:xfrm>
            <a:off x="4004577" y="2935189"/>
            <a:ext cx="747328" cy="426131"/>
            <a:chOff x="967835" y="2541918"/>
            <a:chExt cx="1426054" cy="463051"/>
          </a:xfrm>
        </p:grpSpPr>
        <p:grpSp>
          <p:nvGrpSpPr>
            <p:cNvPr id="121" name="Group 93">
              <a:extLst>
                <a:ext uri="{FF2B5EF4-FFF2-40B4-BE49-F238E27FC236}">
                  <a16:creationId xmlns:a16="http://schemas.microsoft.com/office/drawing/2014/main" id="{43DE3BBD-5424-7CF9-F367-CE288917AD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23" name="Group 94">
                <a:extLst>
                  <a:ext uri="{FF2B5EF4-FFF2-40B4-BE49-F238E27FC236}">
                    <a16:creationId xmlns:a16="http://schemas.microsoft.com/office/drawing/2014/main" id="{1EAF63BF-71E1-45A1-38F2-BD15CF55A6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25" name="AutoShape 95">
                  <a:extLst>
                    <a:ext uri="{FF2B5EF4-FFF2-40B4-BE49-F238E27FC236}">
                      <a16:creationId xmlns:a16="http://schemas.microsoft.com/office/drawing/2014/main" id="{DF9873E5-00C4-751E-FA67-F494EC2A0CB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26" name="Group 96">
                  <a:extLst>
                    <a:ext uri="{FF2B5EF4-FFF2-40B4-BE49-F238E27FC236}">
                      <a16:creationId xmlns:a16="http://schemas.microsoft.com/office/drawing/2014/main" id="{AA68F1F5-EF32-C929-E386-5029B55AC83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27" name="Group 97">
                    <a:extLst>
                      <a:ext uri="{FF2B5EF4-FFF2-40B4-BE49-F238E27FC236}">
                        <a16:creationId xmlns:a16="http://schemas.microsoft.com/office/drawing/2014/main" id="{E019B2A0-C76F-8258-6AB2-350B34903AD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37" name="Freeform 98">
                      <a:extLst>
                        <a:ext uri="{FF2B5EF4-FFF2-40B4-BE49-F238E27FC236}">
                          <a16:creationId xmlns:a16="http://schemas.microsoft.com/office/drawing/2014/main" id="{7C09AAB2-79BB-8FA4-C3D2-0213A98719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8" name="Freeform 99">
                      <a:extLst>
                        <a:ext uri="{FF2B5EF4-FFF2-40B4-BE49-F238E27FC236}">
                          <a16:creationId xmlns:a16="http://schemas.microsoft.com/office/drawing/2014/main" id="{EF43869F-9CE5-6A9A-5DB0-13705EF484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9" name="Freeform 100">
                      <a:extLst>
                        <a:ext uri="{FF2B5EF4-FFF2-40B4-BE49-F238E27FC236}">
                          <a16:creationId xmlns:a16="http://schemas.microsoft.com/office/drawing/2014/main" id="{7537A8CA-DE9E-DA77-C5FF-C36828DBA1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0" name="Freeform 101">
                      <a:extLst>
                        <a:ext uri="{FF2B5EF4-FFF2-40B4-BE49-F238E27FC236}">
                          <a16:creationId xmlns:a16="http://schemas.microsoft.com/office/drawing/2014/main" id="{791A9C2A-D4EB-12B4-4108-CB6DB265A8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1" name="Freeform 102">
                      <a:extLst>
                        <a:ext uri="{FF2B5EF4-FFF2-40B4-BE49-F238E27FC236}">
                          <a16:creationId xmlns:a16="http://schemas.microsoft.com/office/drawing/2014/main" id="{DE003316-2EA9-B541-222D-2B62EB74A1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2" name="Freeform 103">
                      <a:extLst>
                        <a:ext uri="{FF2B5EF4-FFF2-40B4-BE49-F238E27FC236}">
                          <a16:creationId xmlns:a16="http://schemas.microsoft.com/office/drawing/2014/main" id="{07309A1A-6841-EF78-6D75-8324E85F2F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3" name="Freeform 104">
                      <a:extLst>
                        <a:ext uri="{FF2B5EF4-FFF2-40B4-BE49-F238E27FC236}">
                          <a16:creationId xmlns:a16="http://schemas.microsoft.com/office/drawing/2014/main" id="{AD0373CC-EAAD-5EE0-4811-AC7F2B5A98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4" name="Freeform 105">
                      <a:extLst>
                        <a:ext uri="{FF2B5EF4-FFF2-40B4-BE49-F238E27FC236}">
                          <a16:creationId xmlns:a16="http://schemas.microsoft.com/office/drawing/2014/main" id="{C325EE30-95E6-4334-CB6A-B5E8373AAA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28" name="Group 106">
                    <a:extLst>
                      <a:ext uri="{FF2B5EF4-FFF2-40B4-BE49-F238E27FC236}">
                        <a16:creationId xmlns:a16="http://schemas.microsoft.com/office/drawing/2014/main" id="{EBD601ED-F00D-36F1-CCE7-3CAFFD0CFD0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29" name="Freeform 107">
                      <a:extLst>
                        <a:ext uri="{FF2B5EF4-FFF2-40B4-BE49-F238E27FC236}">
                          <a16:creationId xmlns:a16="http://schemas.microsoft.com/office/drawing/2014/main" id="{6145BE27-41C9-19AF-DD6B-9E690C042E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0" name="Freeform 108">
                      <a:extLst>
                        <a:ext uri="{FF2B5EF4-FFF2-40B4-BE49-F238E27FC236}">
                          <a16:creationId xmlns:a16="http://schemas.microsoft.com/office/drawing/2014/main" id="{2E308260-FC66-AB9E-648C-31CFDCBEF0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1" name="Freeform 109">
                      <a:extLst>
                        <a:ext uri="{FF2B5EF4-FFF2-40B4-BE49-F238E27FC236}">
                          <a16:creationId xmlns:a16="http://schemas.microsoft.com/office/drawing/2014/main" id="{47FDD493-E7EC-6F1D-D951-911AAAB822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2" name="Freeform 110">
                      <a:extLst>
                        <a:ext uri="{FF2B5EF4-FFF2-40B4-BE49-F238E27FC236}">
                          <a16:creationId xmlns:a16="http://schemas.microsoft.com/office/drawing/2014/main" id="{9CF5934E-AE78-C966-6348-02AF56A3AE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3" name="Freeform 111">
                      <a:extLst>
                        <a:ext uri="{FF2B5EF4-FFF2-40B4-BE49-F238E27FC236}">
                          <a16:creationId xmlns:a16="http://schemas.microsoft.com/office/drawing/2014/main" id="{53AD57C9-6854-B84F-ABDA-6E693B5FC7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4" name="Freeform 112">
                      <a:extLst>
                        <a:ext uri="{FF2B5EF4-FFF2-40B4-BE49-F238E27FC236}">
                          <a16:creationId xmlns:a16="http://schemas.microsoft.com/office/drawing/2014/main" id="{9641F6FA-2E19-1A4E-813A-87F02D4A16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5" name="Freeform 113">
                      <a:extLst>
                        <a:ext uri="{FF2B5EF4-FFF2-40B4-BE49-F238E27FC236}">
                          <a16:creationId xmlns:a16="http://schemas.microsoft.com/office/drawing/2014/main" id="{CE198419-245B-770E-BA13-27C99CCE05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6" name="Freeform 114">
                      <a:extLst>
                        <a:ext uri="{FF2B5EF4-FFF2-40B4-BE49-F238E27FC236}">
                          <a16:creationId xmlns:a16="http://schemas.microsoft.com/office/drawing/2014/main" id="{1BA8A3A8-09D4-F1F4-B476-72DE130C1AB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124" name="WordArt 115">
                <a:extLst>
                  <a:ext uri="{FF2B5EF4-FFF2-40B4-BE49-F238E27FC236}">
                    <a16:creationId xmlns:a16="http://schemas.microsoft.com/office/drawing/2014/main" id="{3BD51645-C458-238D-9B08-1E2A9E38A128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22" name="WordArt 68">
              <a:extLst>
                <a:ext uri="{FF2B5EF4-FFF2-40B4-BE49-F238E27FC236}">
                  <a16:creationId xmlns:a16="http://schemas.microsoft.com/office/drawing/2014/main" id="{CCA7198E-D4C5-F59C-3B5C-68DB1F1C6B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spine_1_2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3B49D79-133F-BB7B-7797-39A2F015209A}"/>
              </a:ext>
            </a:extLst>
          </p:cNvPr>
          <p:cNvGrpSpPr/>
          <p:nvPr/>
        </p:nvGrpSpPr>
        <p:grpSpPr>
          <a:xfrm>
            <a:off x="2431404" y="2920436"/>
            <a:ext cx="747328" cy="426131"/>
            <a:chOff x="967835" y="2541918"/>
            <a:chExt cx="1426054" cy="463051"/>
          </a:xfrm>
        </p:grpSpPr>
        <p:grpSp>
          <p:nvGrpSpPr>
            <p:cNvPr id="370" name="Group 93">
              <a:extLst>
                <a:ext uri="{FF2B5EF4-FFF2-40B4-BE49-F238E27FC236}">
                  <a16:creationId xmlns:a16="http://schemas.microsoft.com/office/drawing/2014/main" id="{40948096-0BDB-FEBD-7DE6-B84DE9C664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72" name="Group 94">
                <a:extLst>
                  <a:ext uri="{FF2B5EF4-FFF2-40B4-BE49-F238E27FC236}">
                    <a16:creationId xmlns:a16="http://schemas.microsoft.com/office/drawing/2014/main" id="{1C7EA739-4CC6-5430-21AD-139FFF2DAF5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74" name="AutoShape 95">
                  <a:extLst>
                    <a:ext uri="{FF2B5EF4-FFF2-40B4-BE49-F238E27FC236}">
                      <a16:creationId xmlns:a16="http://schemas.microsoft.com/office/drawing/2014/main" id="{B259C86A-9B8A-E4DE-F68C-9E8BC3682CC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75" name="Group 96">
                  <a:extLst>
                    <a:ext uri="{FF2B5EF4-FFF2-40B4-BE49-F238E27FC236}">
                      <a16:creationId xmlns:a16="http://schemas.microsoft.com/office/drawing/2014/main" id="{D433D20B-91E9-BED3-B7AB-73055090DD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76" name="Group 97">
                    <a:extLst>
                      <a:ext uri="{FF2B5EF4-FFF2-40B4-BE49-F238E27FC236}">
                        <a16:creationId xmlns:a16="http://schemas.microsoft.com/office/drawing/2014/main" id="{957F7EEB-5899-A5E8-8CD3-3434210509F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86" name="Freeform 98">
                      <a:extLst>
                        <a:ext uri="{FF2B5EF4-FFF2-40B4-BE49-F238E27FC236}">
                          <a16:creationId xmlns:a16="http://schemas.microsoft.com/office/drawing/2014/main" id="{C3935E30-A427-66A3-0C3E-782E133B97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7" name="Freeform 99">
                      <a:extLst>
                        <a:ext uri="{FF2B5EF4-FFF2-40B4-BE49-F238E27FC236}">
                          <a16:creationId xmlns:a16="http://schemas.microsoft.com/office/drawing/2014/main" id="{227A7790-01B7-06F2-E43F-4DC7711C2F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8" name="Freeform 100">
                      <a:extLst>
                        <a:ext uri="{FF2B5EF4-FFF2-40B4-BE49-F238E27FC236}">
                          <a16:creationId xmlns:a16="http://schemas.microsoft.com/office/drawing/2014/main" id="{8687A9E4-78BF-FF44-3455-EB32FB9A36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9" name="Freeform 101">
                      <a:extLst>
                        <a:ext uri="{FF2B5EF4-FFF2-40B4-BE49-F238E27FC236}">
                          <a16:creationId xmlns:a16="http://schemas.microsoft.com/office/drawing/2014/main" id="{8CC383C3-D167-E5A7-1048-55025FDD2C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0" name="Freeform 102">
                      <a:extLst>
                        <a:ext uri="{FF2B5EF4-FFF2-40B4-BE49-F238E27FC236}">
                          <a16:creationId xmlns:a16="http://schemas.microsoft.com/office/drawing/2014/main" id="{68FB7745-5356-C3AA-7730-9C57312E5F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1" name="Freeform 103">
                      <a:extLst>
                        <a:ext uri="{FF2B5EF4-FFF2-40B4-BE49-F238E27FC236}">
                          <a16:creationId xmlns:a16="http://schemas.microsoft.com/office/drawing/2014/main" id="{B4C8C609-953F-2D2B-F8A7-A9D943782F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2" name="Freeform 104">
                      <a:extLst>
                        <a:ext uri="{FF2B5EF4-FFF2-40B4-BE49-F238E27FC236}">
                          <a16:creationId xmlns:a16="http://schemas.microsoft.com/office/drawing/2014/main" id="{2823A378-C818-2DA4-D6FF-67CF187144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3" name="Freeform 105">
                      <a:extLst>
                        <a:ext uri="{FF2B5EF4-FFF2-40B4-BE49-F238E27FC236}">
                          <a16:creationId xmlns:a16="http://schemas.microsoft.com/office/drawing/2014/main" id="{87CD019B-7D0B-6EED-4CFB-0F931474F9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77" name="Group 106">
                    <a:extLst>
                      <a:ext uri="{FF2B5EF4-FFF2-40B4-BE49-F238E27FC236}">
                        <a16:creationId xmlns:a16="http://schemas.microsoft.com/office/drawing/2014/main" id="{A55F724C-5B5D-7104-9686-12DC8C12AB1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78" name="Freeform 107">
                      <a:extLst>
                        <a:ext uri="{FF2B5EF4-FFF2-40B4-BE49-F238E27FC236}">
                          <a16:creationId xmlns:a16="http://schemas.microsoft.com/office/drawing/2014/main" id="{326E116D-C29F-38C3-9374-55E673D376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79" name="Freeform 108">
                      <a:extLst>
                        <a:ext uri="{FF2B5EF4-FFF2-40B4-BE49-F238E27FC236}">
                          <a16:creationId xmlns:a16="http://schemas.microsoft.com/office/drawing/2014/main" id="{07E2B7AB-E9BE-F408-DA5C-DF7DB91E0E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0" name="Freeform 109">
                      <a:extLst>
                        <a:ext uri="{FF2B5EF4-FFF2-40B4-BE49-F238E27FC236}">
                          <a16:creationId xmlns:a16="http://schemas.microsoft.com/office/drawing/2014/main" id="{5DB661BA-D31C-9C4F-5561-94952F38B3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1" name="Freeform 110">
                      <a:extLst>
                        <a:ext uri="{FF2B5EF4-FFF2-40B4-BE49-F238E27FC236}">
                          <a16:creationId xmlns:a16="http://schemas.microsoft.com/office/drawing/2014/main" id="{06109DF1-BF08-95B8-EF10-A956C813B6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2" name="Freeform 111">
                      <a:extLst>
                        <a:ext uri="{FF2B5EF4-FFF2-40B4-BE49-F238E27FC236}">
                          <a16:creationId xmlns:a16="http://schemas.microsoft.com/office/drawing/2014/main" id="{A1B8ADBA-FF43-B10B-4A5C-4261BE067B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3" name="Freeform 112">
                      <a:extLst>
                        <a:ext uri="{FF2B5EF4-FFF2-40B4-BE49-F238E27FC236}">
                          <a16:creationId xmlns:a16="http://schemas.microsoft.com/office/drawing/2014/main" id="{60357803-979F-9BD9-A415-D88F2A9070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4" name="Freeform 113">
                      <a:extLst>
                        <a:ext uri="{FF2B5EF4-FFF2-40B4-BE49-F238E27FC236}">
                          <a16:creationId xmlns:a16="http://schemas.microsoft.com/office/drawing/2014/main" id="{56DB2785-F6A4-EEE2-B5DA-717164C2C9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5" name="Freeform 114">
                      <a:extLst>
                        <a:ext uri="{FF2B5EF4-FFF2-40B4-BE49-F238E27FC236}">
                          <a16:creationId xmlns:a16="http://schemas.microsoft.com/office/drawing/2014/main" id="{DB952E99-FFC5-A2B8-C977-026F689EA4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373" name="WordArt 115">
                <a:extLst>
                  <a:ext uri="{FF2B5EF4-FFF2-40B4-BE49-F238E27FC236}">
                    <a16:creationId xmlns:a16="http://schemas.microsoft.com/office/drawing/2014/main" id="{0561103C-3090-0A4B-41A1-2C9AA4B584C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71" name="WordArt 68">
              <a:extLst>
                <a:ext uri="{FF2B5EF4-FFF2-40B4-BE49-F238E27FC236}">
                  <a16:creationId xmlns:a16="http://schemas.microsoft.com/office/drawing/2014/main" id="{8B22F49C-234E-76CF-1DCC-443B5D436E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spine_1_1</a:t>
              </a: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CB03608B-18D7-3E63-A454-131A212620F8}"/>
              </a:ext>
            </a:extLst>
          </p:cNvPr>
          <p:cNvGrpSpPr/>
          <p:nvPr/>
        </p:nvGrpSpPr>
        <p:grpSpPr>
          <a:xfrm>
            <a:off x="7652597" y="2921279"/>
            <a:ext cx="747328" cy="426131"/>
            <a:chOff x="967835" y="2541918"/>
            <a:chExt cx="1426054" cy="463051"/>
          </a:xfrm>
        </p:grpSpPr>
        <p:grpSp>
          <p:nvGrpSpPr>
            <p:cNvPr id="445" name="Group 93">
              <a:extLst>
                <a:ext uri="{FF2B5EF4-FFF2-40B4-BE49-F238E27FC236}">
                  <a16:creationId xmlns:a16="http://schemas.microsoft.com/office/drawing/2014/main" id="{6A41D159-5557-384B-CEB0-D6DFA3E2D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47" name="Group 94">
                <a:extLst>
                  <a:ext uri="{FF2B5EF4-FFF2-40B4-BE49-F238E27FC236}">
                    <a16:creationId xmlns:a16="http://schemas.microsoft.com/office/drawing/2014/main" id="{B451C6B0-6501-8E66-11EC-7B30DCBE3E5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49" name="AutoShape 95">
                  <a:extLst>
                    <a:ext uri="{FF2B5EF4-FFF2-40B4-BE49-F238E27FC236}">
                      <a16:creationId xmlns:a16="http://schemas.microsoft.com/office/drawing/2014/main" id="{70BC7EE8-38D1-1D2C-6007-FA4F583FD7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50" name="Group 96">
                  <a:extLst>
                    <a:ext uri="{FF2B5EF4-FFF2-40B4-BE49-F238E27FC236}">
                      <a16:creationId xmlns:a16="http://schemas.microsoft.com/office/drawing/2014/main" id="{2E5336DA-6A50-9C99-045C-F885EDAE22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51" name="Group 97">
                    <a:extLst>
                      <a:ext uri="{FF2B5EF4-FFF2-40B4-BE49-F238E27FC236}">
                        <a16:creationId xmlns:a16="http://schemas.microsoft.com/office/drawing/2014/main" id="{4D9C6883-E1ED-F4CE-4418-09961CA3558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1" name="Freeform 98">
                      <a:extLst>
                        <a:ext uri="{FF2B5EF4-FFF2-40B4-BE49-F238E27FC236}">
                          <a16:creationId xmlns:a16="http://schemas.microsoft.com/office/drawing/2014/main" id="{5111074F-71C1-761C-ACA8-DF0DAC074F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2" name="Freeform 99">
                      <a:extLst>
                        <a:ext uri="{FF2B5EF4-FFF2-40B4-BE49-F238E27FC236}">
                          <a16:creationId xmlns:a16="http://schemas.microsoft.com/office/drawing/2014/main" id="{3946DE11-C934-7635-D54D-42B4187AD6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3" name="Freeform 100">
                      <a:extLst>
                        <a:ext uri="{FF2B5EF4-FFF2-40B4-BE49-F238E27FC236}">
                          <a16:creationId xmlns:a16="http://schemas.microsoft.com/office/drawing/2014/main" id="{4B023D31-E26C-CEF2-C4E7-5B58A565FA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4" name="Freeform 101">
                      <a:extLst>
                        <a:ext uri="{FF2B5EF4-FFF2-40B4-BE49-F238E27FC236}">
                          <a16:creationId xmlns:a16="http://schemas.microsoft.com/office/drawing/2014/main" id="{EC92DC65-7F04-0706-82C3-51495B3C31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5" name="Freeform 102">
                      <a:extLst>
                        <a:ext uri="{FF2B5EF4-FFF2-40B4-BE49-F238E27FC236}">
                          <a16:creationId xmlns:a16="http://schemas.microsoft.com/office/drawing/2014/main" id="{359E9670-2373-9C61-ECB3-70AC32F331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6" name="Freeform 103">
                      <a:extLst>
                        <a:ext uri="{FF2B5EF4-FFF2-40B4-BE49-F238E27FC236}">
                          <a16:creationId xmlns:a16="http://schemas.microsoft.com/office/drawing/2014/main" id="{160B1D64-ECEC-4A39-2594-70B8747CA4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7" name="Freeform 104">
                      <a:extLst>
                        <a:ext uri="{FF2B5EF4-FFF2-40B4-BE49-F238E27FC236}">
                          <a16:creationId xmlns:a16="http://schemas.microsoft.com/office/drawing/2014/main" id="{AA39288E-38F9-841D-75B0-BE2C41EBCB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8" name="Freeform 105">
                      <a:extLst>
                        <a:ext uri="{FF2B5EF4-FFF2-40B4-BE49-F238E27FC236}">
                          <a16:creationId xmlns:a16="http://schemas.microsoft.com/office/drawing/2014/main" id="{EF4A58F8-EFCC-2F76-8665-790B68591A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52" name="Group 106">
                    <a:extLst>
                      <a:ext uri="{FF2B5EF4-FFF2-40B4-BE49-F238E27FC236}">
                        <a16:creationId xmlns:a16="http://schemas.microsoft.com/office/drawing/2014/main" id="{3F432101-31B1-024F-9CE9-4AFB23ECCD0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53" name="Freeform 107">
                      <a:extLst>
                        <a:ext uri="{FF2B5EF4-FFF2-40B4-BE49-F238E27FC236}">
                          <a16:creationId xmlns:a16="http://schemas.microsoft.com/office/drawing/2014/main" id="{2EC05E10-602F-36AB-4D7E-40D83EF164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4" name="Freeform 108">
                      <a:extLst>
                        <a:ext uri="{FF2B5EF4-FFF2-40B4-BE49-F238E27FC236}">
                          <a16:creationId xmlns:a16="http://schemas.microsoft.com/office/drawing/2014/main" id="{802A532B-1961-BFB4-5D91-0E46C5ACC4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5" name="Freeform 109">
                      <a:extLst>
                        <a:ext uri="{FF2B5EF4-FFF2-40B4-BE49-F238E27FC236}">
                          <a16:creationId xmlns:a16="http://schemas.microsoft.com/office/drawing/2014/main" id="{59E68D76-A670-8E7A-BB5E-71D5DC7EDA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6" name="Freeform 110">
                      <a:extLst>
                        <a:ext uri="{FF2B5EF4-FFF2-40B4-BE49-F238E27FC236}">
                          <a16:creationId xmlns:a16="http://schemas.microsoft.com/office/drawing/2014/main" id="{74FD5B4A-1A25-5B2C-288C-BD26BE913A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7" name="Freeform 111">
                      <a:extLst>
                        <a:ext uri="{FF2B5EF4-FFF2-40B4-BE49-F238E27FC236}">
                          <a16:creationId xmlns:a16="http://schemas.microsoft.com/office/drawing/2014/main" id="{852FB2DF-3DE4-3755-BC40-2C47662552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8" name="Freeform 112">
                      <a:extLst>
                        <a:ext uri="{FF2B5EF4-FFF2-40B4-BE49-F238E27FC236}">
                          <a16:creationId xmlns:a16="http://schemas.microsoft.com/office/drawing/2014/main" id="{8832B36F-AF46-0866-9652-4D6F93ED83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9" name="Freeform 113">
                      <a:extLst>
                        <a:ext uri="{FF2B5EF4-FFF2-40B4-BE49-F238E27FC236}">
                          <a16:creationId xmlns:a16="http://schemas.microsoft.com/office/drawing/2014/main" id="{06E6FCA0-72BF-E411-17E3-3DDCD47985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0" name="Freeform 114">
                      <a:extLst>
                        <a:ext uri="{FF2B5EF4-FFF2-40B4-BE49-F238E27FC236}">
                          <a16:creationId xmlns:a16="http://schemas.microsoft.com/office/drawing/2014/main" id="{2209AABE-B883-B078-81B4-0B8B4DAFFB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48" name="WordArt 115">
                <a:extLst>
                  <a:ext uri="{FF2B5EF4-FFF2-40B4-BE49-F238E27FC236}">
                    <a16:creationId xmlns:a16="http://schemas.microsoft.com/office/drawing/2014/main" id="{61EEBE5B-3B96-D5D6-6D30-913724D97BE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46" name="WordArt 68">
              <a:extLst>
                <a:ext uri="{FF2B5EF4-FFF2-40B4-BE49-F238E27FC236}">
                  <a16:creationId xmlns:a16="http://schemas.microsoft.com/office/drawing/2014/main" id="{0AB1E909-5A88-8951-33EC-910010FB7DF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spine_2_1</a:t>
              </a:r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6AF18FB-8AB0-6B1A-D258-4874E25EDB36}"/>
              </a:ext>
            </a:extLst>
          </p:cNvPr>
          <p:cNvGrpSpPr/>
          <p:nvPr/>
        </p:nvGrpSpPr>
        <p:grpSpPr>
          <a:xfrm>
            <a:off x="9274680" y="2921279"/>
            <a:ext cx="747328" cy="426131"/>
            <a:chOff x="967835" y="2541918"/>
            <a:chExt cx="1426054" cy="463051"/>
          </a:xfrm>
        </p:grpSpPr>
        <p:grpSp>
          <p:nvGrpSpPr>
            <p:cNvPr id="470" name="Group 93">
              <a:extLst>
                <a:ext uri="{FF2B5EF4-FFF2-40B4-BE49-F238E27FC236}">
                  <a16:creationId xmlns:a16="http://schemas.microsoft.com/office/drawing/2014/main" id="{87BB173B-7E73-B4F8-4DB8-4347EE7FC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72" name="Group 94">
                <a:extLst>
                  <a:ext uri="{FF2B5EF4-FFF2-40B4-BE49-F238E27FC236}">
                    <a16:creationId xmlns:a16="http://schemas.microsoft.com/office/drawing/2014/main" id="{CFE7BA2A-5701-4A10-574C-B27C45F97E8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74" name="AutoShape 95">
                  <a:extLst>
                    <a:ext uri="{FF2B5EF4-FFF2-40B4-BE49-F238E27FC236}">
                      <a16:creationId xmlns:a16="http://schemas.microsoft.com/office/drawing/2014/main" id="{7D421ABC-BBCA-FC5D-9F90-81E29AFC1C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75" name="Group 96">
                  <a:extLst>
                    <a:ext uri="{FF2B5EF4-FFF2-40B4-BE49-F238E27FC236}">
                      <a16:creationId xmlns:a16="http://schemas.microsoft.com/office/drawing/2014/main" id="{802896B3-0C15-1D11-B7D4-D9F6FA7CCAD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76" name="Group 97">
                    <a:extLst>
                      <a:ext uri="{FF2B5EF4-FFF2-40B4-BE49-F238E27FC236}">
                        <a16:creationId xmlns:a16="http://schemas.microsoft.com/office/drawing/2014/main" id="{5D19CF97-1A4F-2AB8-A4D7-C100AC48422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86" name="Freeform 98">
                      <a:extLst>
                        <a:ext uri="{FF2B5EF4-FFF2-40B4-BE49-F238E27FC236}">
                          <a16:creationId xmlns:a16="http://schemas.microsoft.com/office/drawing/2014/main" id="{62C5B638-B3D0-46F5-EDCF-BB7BF80157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7" name="Freeform 99">
                      <a:extLst>
                        <a:ext uri="{FF2B5EF4-FFF2-40B4-BE49-F238E27FC236}">
                          <a16:creationId xmlns:a16="http://schemas.microsoft.com/office/drawing/2014/main" id="{2F25583A-4CC9-8AA0-36F7-6535C7B55B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8" name="Freeform 100">
                      <a:extLst>
                        <a:ext uri="{FF2B5EF4-FFF2-40B4-BE49-F238E27FC236}">
                          <a16:creationId xmlns:a16="http://schemas.microsoft.com/office/drawing/2014/main" id="{4D5991CF-012B-BB7C-C334-2A5480D390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9" name="Freeform 101">
                      <a:extLst>
                        <a:ext uri="{FF2B5EF4-FFF2-40B4-BE49-F238E27FC236}">
                          <a16:creationId xmlns:a16="http://schemas.microsoft.com/office/drawing/2014/main" id="{7077FF1C-AAAB-133D-C7FD-E2A1CE1EA4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0" name="Freeform 102">
                      <a:extLst>
                        <a:ext uri="{FF2B5EF4-FFF2-40B4-BE49-F238E27FC236}">
                          <a16:creationId xmlns:a16="http://schemas.microsoft.com/office/drawing/2014/main" id="{B5DA765E-A3C4-18AB-65B2-FA46DF093D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1" name="Freeform 103">
                      <a:extLst>
                        <a:ext uri="{FF2B5EF4-FFF2-40B4-BE49-F238E27FC236}">
                          <a16:creationId xmlns:a16="http://schemas.microsoft.com/office/drawing/2014/main" id="{4FA9AC43-E831-FA78-4EE1-99831FC2B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2" name="Freeform 104">
                      <a:extLst>
                        <a:ext uri="{FF2B5EF4-FFF2-40B4-BE49-F238E27FC236}">
                          <a16:creationId xmlns:a16="http://schemas.microsoft.com/office/drawing/2014/main" id="{DB99BC0E-538C-9E4C-E456-6BEC1E38FA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3" name="Freeform 105">
                      <a:extLst>
                        <a:ext uri="{FF2B5EF4-FFF2-40B4-BE49-F238E27FC236}">
                          <a16:creationId xmlns:a16="http://schemas.microsoft.com/office/drawing/2014/main" id="{A9648F55-1F0F-5CA8-9AE0-234CE9F1F1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77" name="Group 106">
                    <a:extLst>
                      <a:ext uri="{FF2B5EF4-FFF2-40B4-BE49-F238E27FC236}">
                        <a16:creationId xmlns:a16="http://schemas.microsoft.com/office/drawing/2014/main" id="{60F86664-A52E-D43A-A263-6155518019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8" name="Freeform 107">
                      <a:extLst>
                        <a:ext uri="{FF2B5EF4-FFF2-40B4-BE49-F238E27FC236}">
                          <a16:creationId xmlns:a16="http://schemas.microsoft.com/office/drawing/2014/main" id="{68ECB39F-0518-F37A-C64E-65EEA15775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79" name="Freeform 108">
                      <a:extLst>
                        <a:ext uri="{FF2B5EF4-FFF2-40B4-BE49-F238E27FC236}">
                          <a16:creationId xmlns:a16="http://schemas.microsoft.com/office/drawing/2014/main" id="{B2541489-39F5-DE1D-6B3D-160AF89680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0" name="Freeform 109">
                      <a:extLst>
                        <a:ext uri="{FF2B5EF4-FFF2-40B4-BE49-F238E27FC236}">
                          <a16:creationId xmlns:a16="http://schemas.microsoft.com/office/drawing/2014/main" id="{37A80B72-8547-99E6-5B2C-41926D42CE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1" name="Freeform 110">
                      <a:extLst>
                        <a:ext uri="{FF2B5EF4-FFF2-40B4-BE49-F238E27FC236}">
                          <a16:creationId xmlns:a16="http://schemas.microsoft.com/office/drawing/2014/main" id="{8C3C066E-95AA-D314-E88D-40315342CC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2" name="Freeform 111">
                      <a:extLst>
                        <a:ext uri="{FF2B5EF4-FFF2-40B4-BE49-F238E27FC236}">
                          <a16:creationId xmlns:a16="http://schemas.microsoft.com/office/drawing/2014/main" id="{0930B9EA-6435-AC57-FB13-A7F5335AA9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3" name="Freeform 112">
                      <a:extLst>
                        <a:ext uri="{FF2B5EF4-FFF2-40B4-BE49-F238E27FC236}">
                          <a16:creationId xmlns:a16="http://schemas.microsoft.com/office/drawing/2014/main" id="{0B4325BE-8C96-E146-1641-03D7A0BEF5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4" name="Freeform 113">
                      <a:extLst>
                        <a:ext uri="{FF2B5EF4-FFF2-40B4-BE49-F238E27FC236}">
                          <a16:creationId xmlns:a16="http://schemas.microsoft.com/office/drawing/2014/main" id="{74A35393-F616-0210-28FB-39766ADFA4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5" name="Freeform 114">
                      <a:extLst>
                        <a:ext uri="{FF2B5EF4-FFF2-40B4-BE49-F238E27FC236}">
                          <a16:creationId xmlns:a16="http://schemas.microsoft.com/office/drawing/2014/main" id="{626F3E74-FDD8-718C-EC39-F8FC16142E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73" name="WordArt 115">
                <a:extLst>
                  <a:ext uri="{FF2B5EF4-FFF2-40B4-BE49-F238E27FC236}">
                    <a16:creationId xmlns:a16="http://schemas.microsoft.com/office/drawing/2014/main" id="{2EA6C5B0-41A4-C694-5FAD-22120D3C652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71" name="WordArt 68">
              <a:extLst>
                <a:ext uri="{FF2B5EF4-FFF2-40B4-BE49-F238E27FC236}">
                  <a16:creationId xmlns:a16="http://schemas.microsoft.com/office/drawing/2014/main" id="{5782BA35-58A0-3B8D-070A-5358BB0189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spine_2_2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23A2C1BA-17A6-4616-DEE1-26968DC076B6}"/>
              </a:ext>
            </a:extLst>
          </p:cNvPr>
          <p:cNvGrpSpPr/>
          <p:nvPr/>
        </p:nvGrpSpPr>
        <p:grpSpPr>
          <a:xfrm>
            <a:off x="4784526" y="1409667"/>
            <a:ext cx="747328" cy="426131"/>
            <a:chOff x="967835" y="2541918"/>
            <a:chExt cx="1426054" cy="463051"/>
          </a:xfrm>
        </p:grpSpPr>
        <p:grpSp>
          <p:nvGrpSpPr>
            <p:cNvPr id="545" name="Group 93">
              <a:extLst>
                <a:ext uri="{FF2B5EF4-FFF2-40B4-BE49-F238E27FC236}">
                  <a16:creationId xmlns:a16="http://schemas.microsoft.com/office/drawing/2014/main" id="{D3849EC8-A185-9FEA-393D-8CB8F4C3C6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7" name="Group 94">
                <a:extLst>
                  <a:ext uri="{FF2B5EF4-FFF2-40B4-BE49-F238E27FC236}">
                    <a16:creationId xmlns:a16="http://schemas.microsoft.com/office/drawing/2014/main" id="{94CE7C0E-8174-F00B-94EC-2F92D869991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9" name="AutoShape 95">
                  <a:extLst>
                    <a:ext uri="{FF2B5EF4-FFF2-40B4-BE49-F238E27FC236}">
                      <a16:creationId xmlns:a16="http://schemas.microsoft.com/office/drawing/2014/main" id="{7B77E307-ADE7-E2C4-981F-7D0FBA0BEC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50" name="Group 96">
                  <a:extLst>
                    <a:ext uri="{FF2B5EF4-FFF2-40B4-BE49-F238E27FC236}">
                      <a16:creationId xmlns:a16="http://schemas.microsoft.com/office/drawing/2014/main" id="{5B744161-5F18-B2F9-5D8C-2C4F2714D0A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1" name="Group 97">
                    <a:extLst>
                      <a:ext uri="{FF2B5EF4-FFF2-40B4-BE49-F238E27FC236}">
                        <a16:creationId xmlns:a16="http://schemas.microsoft.com/office/drawing/2014/main" id="{C0858BFC-50C4-CB44-4767-DB1BC255523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1" name="Freeform 98">
                      <a:extLst>
                        <a:ext uri="{FF2B5EF4-FFF2-40B4-BE49-F238E27FC236}">
                          <a16:creationId xmlns:a16="http://schemas.microsoft.com/office/drawing/2014/main" id="{A8417D07-1573-9B66-3235-9F14A63353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2" name="Freeform 99">
                      <a:extLst>
                        <a:ext uri="{FF2B5EF4-FFF2-40B4-BE49-F238E27FC236}">
                          <a16:creationId xmlns:a16="http://schemas.microsoft.com/office/drawing/2014/main" id="{8DBC6318-0472-1BC9-1C97-3E39DDFCE7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3" name="Freeform 100">
                      <a:extLst>
                        <a:ext uri="{FF2B5EF4-FFF2-40B4-BE49-F238E27FC236}">
                          <a16:creationId xmlns:a16="http://schemas.microsoft.com/office/drawing/2014/main" id="{4EC812D2-41D7-23C0-A0D5-4F6EBFC4CF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4" name="Freeform 101">
                      <a:extLst>
                        <a:ext uri="{FF2B5EF4-FFF2-40B4-BE49-F238E27FC236}">
                          <a16:creationId xmlns:a16="http://schemas.microsoft.com/office/drawing/2014/main" id="{58473113-9895-26DD-1ABA-58C4C5E01C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5" name="Freeform 102">
                      <a:extLst>
                        <a:ext uri="{FF2B5EF4-FFF2-40B4-BE49-F238E27FC236}">
                          <a16:creationId xmlns:a16="http://schemas.microsoft.com/office/drawing/2014/main" id="{8D4F31D6-FB97-0916-C531-80B1CB3D9D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6" name="Freeform 103">
                      <a:extLst>
                        <a:ext uri="{FF2B5EF4-FFF2-40B4-BE49-F238E27FC236}">
                          <a16:creationId xmlns:a16="http://schemas.microsoft.com/office/drawing/2014/main" id="{532183AF-EDC7-2626-3366-01AEA42FD6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7" name="Freeform 104">
                      <a:extLst>
                        <a:ext uri="{FF2B5EF4-FFF2-40B4-BE49-F238E27FC236}">
                          <a16:creationId xmlns:a16="http://schemas.microsoft.com/office/drawing/2014/main" id="{A7E1C586-01AF-31CA-4358-928A687DF8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8" name="Freeform 105">
                      <a:extLst>
                        <a:ext uri="{FF2B5EF4-FFF2-40B4-BE49-F238E27FC236}">
                          <a16:creationId xmlns:a16="http://schemas.microsoft.com/office/drawing/2014/main" id="{608CDB3E-E1CC-822A-F8A9-FAEA3D6B0C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52" name="Group 106">
                    <a:extLst>
                      <a:ext uri="{FF2B5EF4-FFF2-40B4-BE49-F238E27FC236}">
                        <a16:creationId xmlns:a16="http://schemas.microsoft.com/office/drawing/2014/main" id="{04778BE6-6EB1-04B6-ADD5-A988B675417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3" name="Freeform 107">
                      <a:extLst>
                        <a:ext uri="{FF2B5EF4-FFF2-40B4-BE49-F238E27FC236}">
                          <a16:creationId xmlns:a16="http://schemas.microsoft.com/office/drawing/2014/main" id="{D6E6B2A4-BF22-C533-CA56-040CE35527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4" name="Freeform 108">
                      <a:extLst>
                        <a:ext uri="{FF2B5EF4-FFF2-40B4-BE49-F238E27FC236}">
                          <a16:creationId xmlns:a16="http://schemas.microsoft.com/office/drawing/2014/main" id="{46E567B4-5248-7572-0A86-702B714BE4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5" name="Freeform 109">
                      <a:extLst>
                        <a:ext uri="{FF2B5EF4-FFF2-40B4-BE49-F238E27FC236}">
                          <a16:creationId xmlns:a16="http://schemas.microsoft.com/office/drawing/2014/main" id="{CC035519-376F-F619-7151-903FC788FE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6" name="Freeform 110">
                      <a:extLst>
                        <a:ext uri="{FF2B5EF4-FFF2-40B4-BE49-F238E27FC236}">
                          <a16:creationId xmlns:a16="http://schemas.microsoft.com/office/drawing/2014/main" id="{FC3610D9-1A1C-1987-82CD-B4A99C3CB9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7" name="Freeform 111">
                      <a:extLst>
                        <a:ext uri="{FF2B5EF4-FFF2-40B4-BE49-F238E27FC236}">
                          <a16:creationId xmlns:a16="http://schemas.microsoft.com/office/drawing/2014/main" id="{3165AF45-4D6A-944A-2915-085A29F166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8" name="Freeform 112">
                      <a:extLst>
                        <a:ext uri="{FF2B5EF4-FFF2-40B4-BE49-F238E27FC236}">
                          <a16:creationId xmlns:a16="http://schemas.microsoft.com/office/drawing/2014/main" id="{72A63616-F2B5-CF37-3431-DE4EA0EC97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9" name="Freeform 113">
                      <a:extLst>
                        <a:ext uri="{FF2B5EF4-FFF2-40B4-BE49-F238E27FC236}">
                          <a16:creationId xmlns:a16="http://schemas.microsoft.com/office/drawing/2014/main" id="{1B563511-FB63-30F1-FF82-7B2C449B7F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0" name="Freeform 114">
                      <a:extLst>
                        <a:ext uri="{FF2B5EF4-FFF2-40B4-BE49-F238E27FC236}">
                          <a16:creationId xmlns:a16="http://schemas.microsoft.com/office/drawing/2014/main" id="{3A295C60-B939-E904-6C89-BEC8CBDE78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48" name="WordArt 115">
                <a:extLst>
                  <a:ext uri="{FF2B5EF4-FFF2-40B4-BE49-F238E27FC236}">
                    <a16:creationId xmlns:a16="http://schemas.microsoft.com/office/drawing/2014/main" id="{DC09D674-EFF1-7D98-5AC0-EA96401E21B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6" name="WordArt 68">
              <a:extLst>
                <a:ext uri="{FF2B5EF4-FFF2-40B4-BE49-F238E27FC236}">
                  <a16:creationId xmlns:a16="http://schemas.microsoft.com/office/drawing/2014/main" id="{B1A92B09-933A-3C1C-DE8D-85708DCC2D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core_1_1</a:t>
              </a:r>
            </a:p>
          </p:txBody>
        </p: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A23DFC4A-F68E-4ECC-8F65-8F17D55EC5F8}"/>
              </a:ext>
            </a:extLst>
          </p:cNvPr>
          <p:cNvGrpSpPr/>
          <p:nvPr/>
        </p:nvGrpSpPr>
        <p:grpSpPr>
          <a:xfrm>
            <a:off x="6371281" y="1427391"/>
            <a:ext cx="747328" cy="426131"/>
            <a:chOff x="967835" y="2541918"/>
            <a:chExt cx="1426054" cy="463051"/>
          </a:xfrm>
        </p:grpSpPr>
        <p:grpSp>
          <p:nvGrpSpPr>
            <p:cNvPr id="570" name="Group 93">
              <a:extLst>
                <a:ext uri="{FF2B5EF4-FFF2-40B4-BE49-F238E27FC236}">
                  <a16:creationId xmlns:a16="http://schemas.microsoft.com/office/drawing/2014/main" id="{347EB49B-D0FB-03A9-EFCE-5A02BE2903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2" name="Group 94">
                <a:extLst>
                  <a:ext uri="{FF2B5EF4-FFF2-40B4-BE49-F238E27FC236}">
                    <a16:creationId xmlns:a16="http://schemas.microsoft.com/office/drawing/2014/main" id="{E3475651-73EA-67A2-1985-27F23DC4F63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4" name="AutoShape 95">
                  <a:extLst>
                    <a:ext uri="{FF2B5EF4-FFF2-40B4-BE49-F238E27FC236}">
                      <a16:creationId xmlns:a16="http://schemas.microsoft.com/office/drawing/2014/main" id="{AFE024FF-7EBE-BC2C-7083-570B7607181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5" name="Group 96">
                  <a:extLst>
                    <a:ext uri="{FF2B5EF4-FFF2-40B4-BE49-F238E27FC236}">
                      <a16:creationId xmlns:a16="http://schemas.microsoft.com/office/drawing/2014/main" id="{7DD43C25-9383-53E9-390F-AF005D41D79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6" name="Group 97">
                    <a:extLst>
                      <a:ext uri="{FF2B5EF4-FFF2-40B4-BE49-F238E27FC236}">
                        <a16:creationId xmlns:a16="http://schemas.microsoft.com/office/drawing/2014/main" id="{D58E0B76-9B40-AE9A-B1FF-85EE41E31B4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6" name="Freeform 98">
                      <a:extLst>
                        <a:ext uri="{FF2B5EF4-FFF2-40B4-BE49-F238E27FC236}">
                          <a16:creationId xmlns:a16="http://schemas.microsoft.com/office/drawing/2014/main" id="{B877AE12-B919-2197-78C6-76D4492EDD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7" name="Freeform 99">
                      <a:extLst>
                        <a:ext uri="{FF2B5EF4-FFF2-40B4-BE49-F238E27FC236}">
                          <a16:creationId xmlns:a16="http://schemas.microsoft.com/office/drawing/2014/main" id="{FAE25E85-8C45-DBC5-86C3-8CFD191B43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8" name="Freeform 100">
                      <a:extLst>
                        <a:ext uri="{FF2B5EF4-FFF2-40B4-BE49-F238E27FC236}">
                          <a16:creationId xmlns:a16="http://schemas.microsoft.com/office/drawing/2014/main" id="{759CC3B8-C3B1-0DEC-8890-E15773387E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9" name="Freeform 101">
                      <a:extLst>
                        <a:ext uri="{FF2B5EF4-FFF2-40B4-BE49-F238E27FC236}">
                          <a16:creationId xmlns:a16="http://schemas.microsoft.com/office/drawing/2014/main" id="{B529AB2A-EC4A-C4D8-A6B7-818C582390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0" name="Freeform 102">
                      <a:extLst>
                        <a:ext uri="{FF2B5EF4-FFF2-40B4-BE49-F238E27FC236}">
                          <a16:creationId xmlns:a16="http://schemas.microsoft.com/office/drawing/2014/main" id="{3DFB6D36-8C25-8611-481A-7372E839AC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1" name="Freeform 103">
                      <a:extLst>
                        <a:ext uri="{FF2B5EF4-FFF2-40B4-BE49-F238E27FC236}">
                          <a16:creationId xmlns:a16="http://schemas.microsoft.com/office/drawing/2014/main" id="{15D276C6-D499-FB6B-A910-CFE79E5A37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2" name="Freeform 104">
                      <a:extLst>
                        <a:ext uri="{FF2B5EF4-FFF2-40B4-BE49-F238E27FC236}">
                          <a16:creationId xmlns:a16="http://schemas.microsoft.com/office/drawing/2014/main" id="{B6897CC8-5F17-A736-AFDE-C5A6172F80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3" name="Freeform 105">
                      <a:extLst>
                        <a:ext uri="{FF2B5EF4-FFF2-40B4-BE49-F238E27FC236}">
                          <a16:creationId xmlns:a16="http://schemas.microsoft.com/office/drawing/2014/main" id="{E4C200F9-CE9A-BCEC-6879-2ACE4773D6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77" name="Group 106">
                    <a:extLst>
                      <a:ext uri="{FF2B5EF4-FFF2-40B4-BE49-F238E27FC236}">
                        <a16:creationId xmlns:a16="http://schemas.microsoft.com/office/drawing/2014/main" id="{063BA62E-8870-D50B-872C-44F2E11A052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8" name="Freeform 107">
                      <a:extLst>
                        <a:ext uri="{FF2B5EF4-FFF2-40B4-BE49-F238E27FC236}">
                          <a16:creationId xmlns:a16="http://schemas.microsoft.com/office/drawing/2014/main" id="{42F5A14F-5436-A8EF-2CB9-F919912BB7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79" name="Freeform 108">
                      <a:extLst>
                        <a:ext uri="{FF2B5EF4-FFF2-40B4-BE49-F238E27FC236}">
                          <a16:creationId xmlns:a16="http://schemas.microsoft.com/office/drawing/2014/main" id="{909A80AB-7C86-FEC4-22FF-7845C6F1E5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0" name="Freeform 109">
                      <a:extLst>
                        <a:ext uri="{FF2B5EF4-FFF2-40B4-BE49-F238E27FC236}">
                          <a16:creationId xmlns:a16="http://schemas.microsoft.com/office/drawing/2014/main" id="{942B23E4-C139-4333-3ADC-18A99E503E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1" name="Freeform 110">
                      <a:extLst>
                        <a:ext uri="{FF2B5EF4-FFF2-40B4-BE49-F238E27FC236}">
                          <a16:creationId xmlns:a16="http://schemas.microsoft.com/office/drawing/2014/main" id="{A70222D5-FC88-A909-8B0E-50ECB0C83E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2" name="Freeform 111">
                      <a:extLst>
                        <a:ext uri="{FF2B5EF4-FFF2-40B4-BE49-F238E27FC236}">
                          <a16:creationId xmlns:a16="http://schemas.microsoft.com/office/drawing/2014/main" id="{68ABD9CD-E943-8584-F29A-897540CD08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3" name="Freeform 112">
                      <a:extLst>
                        <a:ext uri="{FF2B5EF4-FFF2-40B4-BE49-F238E27FC236}">
                          <a16:creationId xmlns:a16="http://schemas.microsoft.com/office/drawing/2014/main" id="{F5659858-3B73-33A7-87CD-C8F457C4CD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4" name="Freeform 113">
                      <a:extLst>
                        <a:ext uri="{FF2B5EF4-FFF2-40B4-BE49-F238E27FC236}">
                          <a16:creationId xmlns:a16="http://schemas.microsoft.com/office/drawing/2014/main" id="{E6910FFD-E13F-F92B-B4DA-E29BB2DD05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5" name="Freeform 114">
                      <a:extLst>
                        <a:ext uri="{FF2B5EF4-FFF2-40B4-BE49-F238E27FC236}">
                          <a16:creationId xmlns:a16="http://schemas.microsoft.com/office/drawing/2014/main" id="{8920CCCC-7DCB-B271-50E6-C4A4BD5128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73" name="WordArt 115">
                <a:extLst>
                  <a:ext uri="{FF2B5EF4-FFF2-40B4-BE49-F238E27FC236}">
                    <a16:creationId xmlns:a16="http://schemas.microsoft.com/office/drawing/2014/main" id="{CAD024E5-06A1-792B-1006-87B4ACF9DBF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1" name="WordArt 68">
              <a:extLst>
                <a:ext uri="{FF2B5EF4-FFF2-40B4-BE49-F238E27FC236}">
                  <a16:creationId xmlns:a16="http://schemas.microsoft.com/office/drawing/2014/main" id="{A3D88806-69A4-6DFD-018E-620BEF6A2D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core_1_2</a:t>
              </a:r>
            </a:p>
          </p:txBody>
        </p:sp>
      </p:grpSp>
      <p:grpSp>
        <p:nvGrpSpPr>
          <p:cNvPr id="607" name="Gruppo 599">
            <a:extLst>
              <a:ext uri="{FF2B5EF4-FFF2-40B4-BE49-F238E27FC236}">
                <a16:creationId xmlns:a16="http://schemas.microsoft.com/office/drawing/2014/main" id="{EE448C0A-723E-87C6-C1E2-4A642EE65C2A}"/>
              </a:ext>
            </a:extLst>
          </p:cNvPr>
          <p:cNvGrpSpPr/>
          <p:nvPr/>
        </p:nvGrpSpPr>
        <p:grpSpPr>
          <a:xfrm>
            <a:off x="1666205" y="5001846"/>
            <a:ext cx="1876180" cy="583125"/>
            <a:chOff x="9946563" y="4306849"/>
            <a:chExt cx="1123818" cy="350441"/>
          </a:xfrm>
        </p:grpSpPr>
        <p:sp>
          <p:nvSpPr>
            <p:cNvPr id="608" name="Text Box 169">
              <a:extLst>
                <a:ext uri="{FF2B5EF4-FFF2-40B4-BE49-F238E27FC236}">
                  <a16:creationId xmlns:a16="http://schemas.microsoft.com/office/drawing/2014/main" id="{7F35B15B-902A-C7D8-8F60-D2BAE293A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6563" y="4417943"/>
              <a:ext cx="907197" cy="149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 dirty="0"/>
                <a:t>server_1_1</a:t>
              </a:r>
            </a:p>
          </p:txBody>
        </p:sp>
        <p:sp>
          <p:nvSpPr>
            <p:cNvPr id="609" name="AutoShape 171">
              <a:extLst>
                <a:ext uri="{FF2B5EF4-FFF2-40B4-BE49-F238E27FC236}">
                  <a16:creationId xmlns:a16="http://schemas.microsoft.com/office/drawing/2014/main" id="{25362DCA-7FBE-354E-DAE7-5F3529BE7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10" name="mainfrm">
              <a:extLst>
                <a:ext uri="{FF2B5EF4-FFF2-40B4-BE49-F238E27FC236}">
                  <a16:creationId xmlns:a16="http://schemas.microsoft.com/office/drawing/2014/main" id="{BC0815D9-A2F6-A318-2B57-341A52C991B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21" name="Gruppo 599">
            <a:extLst>
              <a:ext uri="{FF2B5EF4-FFF2-40B4-BE49-F238E27FC236}">
                <a16:creationId xmlns:a16="http://schemas.microsoft.com/office/drawing/2014/main" id="{783FDDF0-A897-328B-5BAD-65D54528E76F}"/>
              </a:ext>
            </a:extLst>
          </p:cNvPr>
          <p:cNvGrpSpPr/>
          <p:nvPr/>
        </p:nvGrpSpPr>
        <p:grpSpPr>
          <a:xfrm>
            <a:off x="3859673" y="5006330"/>
            <a:ext cx="1850595" cy="583123"/>
            <a:chOff x="10691757" y="4306849"/>
            <a:chExt cx="1108492" cy="350441"/>
          </a:xfrm>
        </p:grpSpPr>
        <p:sp>
          <p:nvSpPr>
            <p:cNvPr id="622" name="Text Box 169">
              <a:extLst>
                <a:ext uri="{FF2B5EF4-FFF2-40B4-BE49-F238E27FC236}">
                  <a16:creationId xmlns:a16="http://schemas.microsoft.com/office/drawing/2014/main" id="{26C6CADB-33FE-4BC6-E9EF-70CD8119C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3052" y="4401124"/>
              <a:ext cx="907197" cy="149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server_1_2</a:t>
              </a:r>
            </a:p>
          </p:txBody>
        </p:sp>
        <p:sp>
          <p:nvSpPr>
            <p:cNvPr id="623" name="AutoShape 171">
              <a:extLst>
                <a:ext uri="{FF2B5EF4-FFF2-40B4-BE49-F238E27FC236}">
                  <a16:creationId xmlns:a16="http://schemas.microsoft.com/office/drawing/2014/main" id="{49F87800-CF95-0EB3-7C10-2F2AC210B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24" name="mainfrm">
              <a:extLst>
                <a:ext uri="{FF2B5EF4-FFF2-40B4-BE49-F238E27FC236}">
                  <a16:creationId xmlns:a16="http://schemas.microsoft.com/office/drawing/2014/main" id="{75002D52-8D30-FFEC-1BB7-626A1121915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Line 72">
            <a:extLst>
              <a:ext uri="{FF2B5EF4-FFF2-40B4-BE49-F238E27FC236}">
                <a16:creationId xmlns:a16="http://schemas.microsoft.com/office/drawing/2014/main" id="{138A4964-08D1-D5EF-E1D2-41F683EC0C15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968190" y="4427529"/>
            <a:ext cx="668439" cy="58646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grpSp>
        <p:nvGrpSpPr>
          <p:cNvPr id="23" name="Gruppo 599">
            <a:extLst>
              <a:ext uri="{FF2B5EF4-FFF2-40B4-BE49-F238E27FC236}">
                <a16:creationId xmlns:a16="http://schemas.microsoft.com/office/drawing/2014/main" id="{F996890D-6E73-0073-C70E-DD1EF5787943}"/>
              </a:ext>
            </a:extLst>
          </p:cNvPr>
          <p:cNvGrpSpPr/>
          <p:nvPr/>
        </p:nvGrpSpPr>
        <p:grpSpPr>
          <a:xfrm>
            <a:off x="6866206" y="5009106"/>
            <a:ext cx="1980957" cy="583123"/>
            <a:chOff x="9883803" y="4306849"/>
            <a:chExt cx="1186578" cy="350441"/>
          </a:xfrm>
        </p:grpSpPr>
        <p:sp>
          <p:nvSpPr>
            <p:cNvPr id="34" name="Text Box 169">
              <a:extLst>
                <a:ext uri="{FF2B5EF4-FFF2-40B4-BE49-F238E27FC236}">
                  <a16:creationId xmlns:a16="http://schemas.microsoft.com/office/drawing/2014/main" id="{C8B970AA-9688-921D-8EB8-DA552B13C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3803" y="4396465"/>
              <a:ext cx="907197" cy="149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server_2_1</a:t>
              </a:r>
            </a:p>
          </p:txBody>
        </p:sp>
        <p:sp>
          <p:nvSpPr>
            <p:cNvPr id="35" name="AutoShape 171">
              <a:extLst>
                <a:ext uri="{FF2B5EF4-FFF2-40B4-BE49-F238E27FC236}">
                  <a16:creationId xmlns:a16="http://schemas.microsoft.com/office/drawing/2014/main" id="{9F89066E-6A59-4A69-2A34-15AF0E925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6" name="mainfrm">
              <a:extLst>
                <a:ext uri="{FF2B5EF4-FFF2-40B4-BE49-F238E27FC236}">
                  <a16:creationId xmlns:a16="http://schemas.microsoft.com/office/drawing/2014/main" id="{E0CB3544-1A5F-5272-62B7-7CEB28581CB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8" name="Gruppo 599">
            <a:extLst>
              <a:ext uri="{FF2B5EF4-FFF2-40B4-BE49-F238E27FC236}">
                <a16:creationId xmlns:a16="http://schemas.microsoft.com/office/drawing/2014/main" id="{14E50FF3-6261-249C-4AAF-E98A4D0E8582}"/>
              </a:ext>
            </a:extLst>
          </p:cNvPr>
          <p:cNvGrpSpPr/>
          <p:nvPr/>
        </p:nvGrpSpPr>
        <p:grpSpPr>
          <a:xfrm>
            <a:off x="9110172" y="5016037"/>
            <a:ext cx="1900858" cy="583123"/>
            <a:chOff x="10691757" y="4306849"/>
            <a:chExt cx="1138599" cy="350441"/>
          </a:xfrm>
        </p:grpSpPr>
        <p:sp>
          <p:nvSpPr>
            <p:cNvPr id="49" name="Text Box 169">
              <a:extLst>
                <a:ext uri="{FF2B5EF4-FFF2-40B4-BE49-F238E27FC236}">
                  <a16:creationId xmlns:a16="http://schemas.microsoft.com/office/drawing/2014/main" id="{AF92FBD8-8549-9EF1-D6DF-7AD1E73B1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3159" y="4397970"/>
              <a:ext cx="907197" cy="149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server_2_2</a:t>
              </a:r>
            </a:p>
          </p:txBody>
        </p:sp>
        <p:sp>
          <p:nvSpPr>
            <p:cNvPr id="50" name="AutoShape 171">
              <a:extLst>
                <a:ext uri="{FF2B5EF4-FFF2-40B4-BE49-F238E27FC236}">
                  <a16:creationId xmlns:a16="http://schemas.microsoft.com/office/drawing/2014/main" id="{0018ED0E-F92A-C481-BFA1-50AEA7B2F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51" name="mainfrm">
              <a:extLst>
                <a:ext uri="{FF2B5EF4-FFF2-40B4-BE49-F238E27FC236}">
                  <a16:creationId xmlns:a16="http://schemas.microsoft.com/office/drawing/2014/main" id="{80BD298D-C2A5-6A6E-792A-BD282572D33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529F4097-9F72-592C-D8AE-381A02222A19}"/>
              </a:ext>
            </a:extLst>
          </p:cNvPr>
          <p:cNvGrpSpPr/>
          <p:nvPr/>
        </p:nvGrpSpPr>
        <p:grpSpPr>
          <a:xfrm>
            <a:off x="7657250" y="3959499"/>
            <a:ext cx="747328" cy="426131"/>
            <a:chOff x="967835" y="2541918"/>
            <a:chExt cx="1426054" cy="463051"/>
          </a:xfrm>
        </p:grpSpPr>
        <p:grpSp>
          <p:nvGrpSpPr>
            <p:cNvPr id="495" name="Group 93">
              <a:extLst>
                <a:ext uri="{FF2B5EF4-FFF2-40B4-BE49-F238E27FC236}">
                  <a16:creationId xmlns:a16="http://schemas.microsoft.com/office/drawing/2014/main" id="{8FE21773-422A-BDB7-738A-EDA5C7DD6E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7" name="Group 94">
                <a:extLst>
                  <a:ext uri="{FF2B5EF4-FFF2-40B4-BE49-F238E27FC236}">
                    <a16:creationId xmlns:a16="http://schemas.microsoft.com/office/drawing/2014/main" id="{8C67A9F4-3559-E871-AF0D-CE0989F8577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9" name="AutoShape 95">
                  <a:extLst>
                    <a:ext uri="{FF2B5EF4-FFF2-40B4-BE49-F238E27FC236}">
                      <a16:creationId xmlns:a16="http://schemas.microsoft.com/office/drawing/2014/main" id="{471D7256-D573-5749-5AF7-CCBC9DE1CA2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00" name="Group 96">
                  <a:extLst>
                    <a:ext uri="{FF2B5EF4-FFF2-40B4-BE49-F238E27FC236}">
                      <a16:creationId xmlns:a16="http://schemas.microsoft.com/office/drawing/2014/main" id="{88AFDC92-6DD2-78EC-C50A-9CBD09ED445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01" name="Group 97">
                    <a:extLst>
                      <a:ext uri="{FF2B5EF4-FFF2-40B4-BE49-F238E27FC236}">
                        <a16:creationId xmlns:a16="http://schemas.microsoft.com/office/drawing/2014/main" id="{D666A566-8BE2-9122-EBFC-E35E838118C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11" name="Freeform 98">
                      <a:extLst>
                        <a:ext uri="{FF2B5EF4-FFF2-40B4-BE49-F238E27FC236}">
                          <a16:creationId xmlns:a16="http://schemas.microsoft.com/office/drawing/2014/main" id="{577925E5-6BA2-9EF2-09F6-2B9716139B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2" name="Freeform 99">
                      <a:extLst>
                        <a:ext uri="{FF2B5EF4-FFF2-40B4-BE49-F238E27FC236}">
                          <a16:creationId xmlns:a16="http://schemas.microsoft.com/office/drawing/2014/main" id="{A3480DEF-1263-F322-B303-FDA6EF1A7E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3" name="Freeform 100">
                      <a:extLst>
                        <a:ext uri="{FF2B5EF4-FFF2-40B4-BE49-F238E27FC236}">
                          <a16:creationId xmlns:a16="http://schemas.microsoft.com/office/drawing/2014/main" id="{5C7A817C-AC5F-0C10-127D-D2B39A9204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4" name="Freeform 101">
                      <a:extLst>
                        <a:ext uri="{FF2B5EF4-FFF2-40B4-BE49-F238E27FC236}">
                          <a16:creationId xmlns:a16="http://schemas.microsoft.com/office/drawing/2014/main" id="{19284D92-CCA5-4410-411C-C884A40745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5" name="Freeform 102">
                      <a:extLst>
                        <a:ext uri="{FF2B5EF4-FFF2-40B4-BE49-F238E27FC236}">
                          <a16:creationId xmlns:a16="http://schemas.microsoft.com/office/drawing/2014/main" id="{75C088AD-40CA-F183-ACF4-EA09CDB923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6" name="Freeform 103">
                      <a:extLst>
                        <a:ext uri="{FF2B5EF4-FFF2-40B4-BE49-F238E27FC236}">
                          <a16:creationId xmlns:a16="http://schemas.microsoft.com/office/drawing/2014/main" id="{018FAA59-B709-CAD3-2E65-1765196F88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7" name="Freeform 104">
                      <a:extLst>
                        <a:ext uri="{FF2B5EF4-FFF2-40B4-BE49-F238E27FC236}">
                          <a16:creationId xmlns:a16="http://schemas.microsoft.com/office/drawing/2014/main" id="{BC7F45A0-15FD-381F-0453-59853D15B8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8" name="Freeform 105">
                      <a:extLst>
                        <a:ext uri="{FF2B5EF4-FFF2-40B4-BE49-F238E27FC236}">
                          <a16:creationId xmlns:a16="http://schemas.microsoft.com/office/drawing/2014/main" id="{00F0AFBE-0A21-515D-F066-1655E4EF2B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02" name="Group 106">
                    <a:extLst>
                      <a:ext uri="{FF2B5EF4-FFF2-40B4-BE49-F238E27FC236}">
                        <a16:creationId xmlns:a16="http://schemas.microsoft.com/office/drawing/2014/main" id="{CE66C8EB-8667-61CC-F751-51C9E738829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03" name="Freeform 107">
                      <a:extLst>
                        <a:ext uri="{FF2B5EF4-FFF2-40B4-BE49-F238E27FC236}">
                          <a16:creationId xmlns:a16="http://schemas.microsoft.com/office/drawing/2014/main" id="{4A5CEC05-A896-FBAA-B59D-26A9C051A5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4" name="Freeform 108">
                      <a:extLst>
                        <a:ext uri="{FF2B5EF4-FFF2-40B4-BE49-F238E27FC236}">
                          <a16:creationId xmlns:a16="http://schemas.microsoft.com/office/drawing/2014/main" id="{C5069C86-CBE5-4402-7EDB-B335BC6805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5" name="Freeform 109">
                      <a:extLst>
                        <a:ext uri="{FF2B5EF4-FFF2-40B4-BE49-F238E27FC236}">
                          <a16:creationId xmlns:a16="http://schemas.microsoft.com/office/drawing/2014/main" id="{ACB774E0-1658-C378-B561-5FD245234A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6" name="Freeform 110">
                      <a:extLst>
                        <a:ext uri="{FF2B5EF4-FFF2-40B4-BE49-F238E27FC236}">
                          <a16:creationId xmlns:a16="http://schemas.microsoft.com/office/drawing/2014/main" id="{AFC197FC-B1FB-4257-2E40-EAA3EB0F3E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7" name="Freeform 111">
                      <a:extLst>
                        <a:ext uri="{FF2B5EF4-FFF2-40B4-BE49-F238E27FC236}">
                          <a16:creationId xmlns:a16="http://schemas.microsoft.com/office/drawing/2014/main" id="{CA3F0EE8-2B9A-ACB6-71DA-BCB27B5E2D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8" name="Freeform 112">
                      <a:extLst>
                        <a:ext uri="{FF2B5EF4-FFF2-40B4-BE49-F238E27FC236}">
                          <a16:creationId xmlns:a16="http://schemas.microsoft.com/office/drawing/2014/main" id="{80C906DD-4F1F-E64A-95F5-167822BD2D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9" name="Freeform 113">
                      <a:extLst>
                        <a:ext uri="{FF2B5EF4-FFF2-40B4-BE49-F238E27FC236}">
                          <a16:creationId xmlns:a16="http://schemas.microsoft.com/office/drawing/2014/main" id="{1C4DFDCA-17CB-4F84-3E95-E827A1359E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0" name="Freeform 114">
                      <a:extLst>
                        <a:ext uri="{FF2B5EF4-FFF2-40B4-BE49-F238E27FC236}">
                          <a16:creationId xmlns:a16="http://schemas.microsoft.com/office/drawing/2014/main" id="{A77880DD-F115-C470-27EE-B71FF57D87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98" name="WordArt 115">
                <a:extLst>
                  <a:ext uri="{FF2B5EF4-FFF2-40B4-BE49-F238E27FC236}">
                    <a16:creationId xmlns:a16="http://schemas.microsoft.com/office/drawing/2014/main" id="{57B7F1EC-4469-3900-26B2-82B32EA65F5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96" name="WordArt 68">
              <a:extLst>
                <a:ext uri="{FF2B5EF4-FFF2-40B4-BE49-F238E27FC236}">
                  <a16:creationId xmlns:a16="http://schemas.microsoft.com/office/drawing/2014/main" id="{3BB177C6-8C51-8771-33C2-54E28B6552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leaf_2_1</a:t>
              </a:r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56E5D996-9C3B-D29E-BFBC-934230EEC893}"/>
              </a:ext>
            </a:extLst>
          </p:cNvPr>
          <p:cNvGrpSpPr/>
          <p:nvPr/>
        </p:nvGrpSpPr>
        <p:grpSpPr>
          <a:xfrm>
            <a:off x="9283270" y="3951429"/>
            <a:ext cx="747328" cy="426131"/>
            <a:chOff x="967835" y="2541918"/>
            <a:chExt cx="1426054" cy="463051"/>
          </a:xfrm>
        </p:grpSpPr>
        <p:grpSp>
          <p:nvGrpSpPr>
            <p:cNvPr id="520" name="Group 93">
              <a:extLst>
                <a:ext uri="{FF2B5EF4-FFF2-40B4-BE49-F238E27FC236}">
                  <a16:creationId xmlns:a16="http://schemas.microsoft.com/office/drawing/2014/main" id="{E7C47674-82B7-6D3D-F73A-7006BD2D4D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2" name="Group 94">
                <a:extLst>
                  <a:ext uri="{FF2B5EF4-FFF2-40B4-BE49-F238E27FC236}">
                    <a16:creationId xmlns:a16="http://schemas.microsoft.com/office/drawing/2014/main" id="{65B90A01-2510-45E3-9253-67F00664225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4" name="AutoShape 95">
                  <a:extLst>
                    <a:ext uri="{FF2B5EF4-FFF2-40B4-BE49-F238E27FC236}">
                      <a16:creationId xmlns:a16="http://schemas.microsoft.com/office/drawing/2014/main" id="{47CDC250-CB8B-F32E-53E0-DBF1EC38A0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5" name="Group 96">
                  <a:extLst>
                    <a:ext uri="{FF2B5EF4-FFF2-40B4-BE49-F238E27FC236}">
                      <a16:creationId xmlns:a16="http://schemas.microsoft.com/office/drawing/2014/main" id="{ACC869A5-9A8A-92BE-C477-067321A0D30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6" name="Group 97">
                    <a:extLst>
                      <a:ext uri="{FF2B5EF4-FFF2-40B4-BE49-F238E27FC236}">
                        <a16:creationId xmlns:a16="http://schemas.microsoft.com/office/drawing/2014/main" id="{531E7745-3FF9-8D80-8928-5CDE0266EF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6" name="Freeform 98">
                      <a:extLst>
                        <a:ext uri="{FF2B5EF4-FFF2-40B4-BE49-F238E27FC236}">
                          <a16:creationId xmlns:a16="http://schemas.microsoft.com/office/drawing/2014/main" id="{EB282FC8-2BA2-1D8D-1AB8-87F35A27E9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7" name="Freeform 99">
                      <a:extLst>
                        <a:ext uri="{FF2B5EF4-FFF2-40B4-BE49-F238E27FC236}">
                          <a16:creationId xmlns:a16="http://schemas.microsoft.com/office/drawing/2014/main" id="{D58CBAEB-0152-BF71-9206-FE3CD2D1CA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8" name="Freeform 100">
                      <a:extLst>
                        <a:ext uri="{FF2B5EF4-FFF2-40B4-BE49-F238E27FC236}">
                          <a16:creationId xmlns:a16="http://schemas.microsoft.com/office/drawing/2014/main" id="{71B1A71D-6896-C5B5-65AF-05D0A106FC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9" name="Freeform 101">
                      <a:extLst>
                        <a:ext uri="{FF2B5EF4-FFF2-40B4-BE49-F238E27FC236}">
                          <a16:creationId xmlns:a16="http://schemas.microsoft.com/office/drawing/2014/main" id="{F8C0CD60-14A7-F119-7EBB-6E8B8DFD6B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0" name="Freeform 102">
                      <a:extLst>
                        <a:ext uri="{FF2B5EF4-FFF2-40B4-BE49-F238E27FC236}">
                          <a16:creationId xmlns:a16="http://schemas.microsoft.com/office/drawing/2014/main" id="{422ABFEA-805E-C6E3-4C10-79C2F094FF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1" name="Freeform 103">
                      <a:extLst>
                        <a:ext uri="{FF2B5EF4-FFF2-40B4-BE49-F238E27FC236}">
                          <a16:creationId xmlns:a16="http://schemas.microsoft.com/office/drawing/2014/main" id="{AE03BCD5-41FD-B908-412B-7D6ACF5CFB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2" name="Freeform 104">
                      <a:extLst>
                        <a:ext uri="{FF2B5EF4-FFF2-40B4-BE49-F238E27FC236}">
                          <a16:creationId xmlns:a16="http://schemas.microsoft.com/office/drawing/2014/main" id="{AA964F1F-87C0-1567-82AC-4A199A9FEF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3" name="Freeform 105">
                      <a:extLst>
                        <a:ext uri="{FF2B5EF4-FFF2-40B4-BE49-F238E27FC236}">
                          <a16:creationId xmlns:a16="http://schemas.microsoft.com/office/drawing/2014/main" id="{9D3B0E2D-AD63-CCA3-B1B7-CDD92B1EBE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27" name="Group 106">
                    <a:extLst>
                      <a:ext uri="{FF2B5EF4-FFF2-40B4-BE49-F238E27FC236}">
                        <a16:creationId xmlns:a16="http://schemas.microsoft.com/office/drawing/2014/main" id="{CC26E5BE-7DCC-E8EE-8A25-B69640AA7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8" name="Freeform 107">
                      <a:extLst>
                        <a:ext uri="{FF2B5EF4-FFF2-40B4-BE49-F238E27FC236}">
                          <a16:creationId xmlns:a16="http://schemas.microsoft.com/office/drawing/2014/main" id="{6345C708-774F-2F3A-FA63-378396F449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29" name="Freeform 108">
                      <a:extLst>
                        <a:ext uri="{FF2B5EF4-FFF2-40B4-BE49-F238E27FC236}">
                          <a16:creationId xmlns:a16="http://schemas.microsoft.com/office/drawing/2014/main" id="{F5F013D2-2594-13FE-F287-6CC788D6B6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0" name="Freeform 109">
                      <a:extLst>
                        <a:ext uri="{FF2B5EF4-FFF2-40B4-BE49-F238E27FC236}">
                          <a16:creationId xmlns:a16="http://schemas.microsoft.com/office/drawing/2014/main" id="{731F4E6B-ADE6-DCCE-A3FB-883D9A8C9E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1" name="Freeform 110">
                      <a:extLst>
                        <a:ext uri="{FF2B5EF4-FFF2-40B4-BE49-F238E27FC236}">
                          <a16:creationId xmlns:a16="http://schemas.microsoft.com/office/drawing/2014/main" id="{1F338F02-ECFD-2FF3-5B1B-870F202BA1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2" name="Freeform 111">
                      <a:extLst>
                        <a:ext uri="{FF2B5EF4-FFF2-40B4-BE49-F238E27FC236}">
                          <a16:creationId xmlns:a16="http://schemas.microsoft.com/office/drawing/2014/main" id="{9102B357-0773-7EEC-9D37-7AD9B0D373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3" name="Freeform 112">
                      <a:extLst>
                        <a:ext uri="{FF2B5EF4-FFF2-40B4-BE49-F238E27FC236}">
                          <a16:creationId xmlns:a16="http://schemas.microsoft.com/office/drawing/2014/main" id="{B36DFA6A-8FFD-D8C7-61B4-865D6B487B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4" name="Freeform 113">
                      <a:extLst>
                        <a:ext uri="{FF2B5EF4-FFF2-40B4-BE49-F238E27FC236}">
                          <a16:creationId xmlns:a16="http://schemas.microsoft.com/office/drawing/2014/main" id="{764AE27D-53D1-EE71-EE37-B707F8003F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5" name="Freeform 114">
                      <a:extLst>
                        <a:ext uri="{FF2B5EF4-FFF2-40B4-BE49-F238E27FC236}">
                          <a16:creationId xmlns:a16="http://schemas.microsoft.com/office/drawing/2014/main" id="{67B6C3F7-82EF-436E-E1D1-E94FC8A340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23" name="WordArt 115">
                <a:extLst>
                  <a:ext uri="{FF2B5EF4-FFF2-40B4-BE49-F238E27FC236}">
                    <a16:creationId xmlns:a16="http://schemas.microsoft.com/office/drawing/2014/main" id="{39FE0DD3-C062-C4AA-2B21-AD87CF95899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1" name="WordArt 68">
              <a:extLst>
                <a:ext uri="{FF2B5EF4-FFF2-40B4-BE49-F238E27FC236}">
                  <a16:creationId xmlns:a16="http://schemas.microsoft.com/office/drawing/2014/main" id="{96E1F0F0-E045-0F94-1D31-2378E928C2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leaf_2_2</a:t>
              </a:r>
            </a:p>
          </p:txBody>
        </p:sp>
      </p:grpSp>
      <p:sp>
        <p:nvSpPr>
          <p:cNvPr id="11" name="Oval 152">
            <a:extLst>
              <a:ext uri="{FF2B5EF4-FFF2-40B4-BE49-F238E27FC236}">
                <a16:creationId xmlns:a16="http://schemas.microsoft.com/office/drawing/2014/main" id="{0E531A0E-5901-3303-B045-55ED2A0AC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7838" y="3576269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2" name="Oval 152">
            <a:extLst>
              <a:ext uri="{FF2B5EF4-FFF2-40B4-BE49-F238E27FC236}">
                <a16:creationId xmlns:a16="http://schemas.microsoft.com/office/drawing/2014/main" id="{281FFFAF-7253-AF57-C296-BBFB9DEF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508" y="463712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56" name="Oval 152">
            <a:extLst>
              <a:ext uri="{FF2B5EF4-FFF2-40B4-BE49-F238E27FC236}">
                <a16:creationId xmlns:a16="http://schemas.microsoft.com/office/drawing/2014/main" id="{A7A6B4BB-B28E-8499-43B1-A8996CF7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423" y="4641201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Z</a:t>
            </a:r>
          </a:p>
        </p:txBody>
      </p:sp>
      <p:sp>
        <p:nvSpPr>
          <p:cNvPr id="57" name="Oval 152">
            <a:extLst>
              <a:ext uri="{FF2B5EF4-FFF2-40B4-BE49-F238E27FC236}">
                <a16:creationId xmlns:a16="http://schemas.microsoft.com/office/drawing/2014/main" id="{85652DA6-1FF0-5F37-5754-23E1B1800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3168" y="461605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err="1">
                <a:latin typeface="Tahoma" panose="020B0604030504040204" pitchFamily="34" charset="0"/>
              </a:rPr>
              <a:t>W</a:t>
            </a:r>
            <a:endParaRPr lang="it-IT" altLang="it-IT" sz="1200">
              <a:latin typeface="Tahoma" panose="020B0604030504040204" pitchFamily="34" charset="0"/>
            </a:endParaRPr>
          </a:p>
        </p:txBody>
      </p:sp>
      <p:sp>
        <p:nvSpPr>
          <p:cNvPr id="58" name="Oval 152">
            <a:extLst>
              <a:ext uri="{FF2B5EF4-FFF2-40B4-BE49-F238E27FC236}">
                <a16:creationId xmlns:a16="http://schemas.microsoft.com/office/drawing/2014/main" id="{36F3D578-7493-D920-3C96-B9F21368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4506" y="4610860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61" name="Oval 152">
            <a:extLst>
              <a:ext uri="{FF2B5EF4-FFF2-40B4-BE49-F238E27FC236}">
                <a16:creationId xmlns:a16="http://schemas.microsoft.com/office/drawing/2014/main" id="{F064A61D-3604-FFA3-0B3D-440B5C35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404" y="356727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62" name="Oval 152">
            <a:extLst>
              <a:ext uri="{FF2B5EF4-FFF2-40B4-BE49-F238E27FC236}">
                <a16:creationId xmlns:a16="http://schemas.microsoft.com/office/drawing/2014/main" id="{463DD614-E96D-FF22-3B43-027FB1EA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690" y="342973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63" name="Oval 152">
            <a:extLst>
              <a:ext uri="{FF2B5EF4-FFF2-40B4-BE49-F238E27FC236}">
                <a16:creationId xmlns:a16="http://schemas.microsoft.com/office/drawing/2014/main" id="{1EC67C28-E4C7-800F-D639-2F21F662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105" y="3426779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64" name="Oval 152">
            <a:extLst>
              <a:ext uri="{FF2B5EF4-FFF2-40B4-BE49-F238E27FC236}">
                <a16:creationId xmlns:a16="http://schemas.microsoft.com/office/drawing/2014/main" id="{192DE401-22E8-79AC-203F-F947F47AD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704" y="3551337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K</a:t>
            </a:r>
          </a:p>
        </p:txBody>
      </p:sp>
      <p:sp>
        <p:nvSpPr>
          <p:cNvPr id="65" name="Oval 152">
            <a:extLst>
              <a:ext uri="{FF2B5EF4-FFF2-40B4-BE49-F238E27FC236}">
                <a16:creationId xmlns:a16="http://schemas.microsoft.com/office/drawing/2014/main" id="{3A69174D-6674-ACEC-DF95-16BF7AF5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832" y="3574550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66" name="Oval 152">
            <a:extLst>
              <a:ext uri="{FF2B5EF4-FFF2-40B4-BE49-F238E27FC236}">
                <a16:creationId xmlns:a16="http://schemas.microsoft.com/office/drawing/2014/main" id="{FA92A806-49DD-55C9-0A7F-71DA53C1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736" y="345073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67" name="Oval 152">
            <a:extLst>
              <a:ext uri="{FF2B5EF4-FFF2-40B4-BE49-F238E27FC236}">
                <a16:creationId xmlns:a16="http://schemas.microsoft.com/office/drawing/2014/main" id="{DF9141B7-A411-649D-E0E6-D418A539D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2865" y="343580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71" name="Oval 152">
            <a:extLst>
              <a:ext uri="{FF2B5EF4-FFF2-40B4-BE49-F238E27FC236}">
                <a16:creationId xmlns:a16="http://schemas.microsoft.com/office/drawing/2014/main" id="{20E49329-7A50-6BD8-0576-26F93460A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54" y="248527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Q</a:t>
            </a:r>
          </a:p>
        </p:txBody>
      </p:sp>
      <p:sp>
        <p:nvSpPr>
          <p:cNvPr id="72" name="Oval 152">
            <a:extLst>
              <a:ext uri="{FF2B5EF4-FFF2-40B4-BE49-F238E27FC236}">
                <a16:creationId xmlns:a16="http://schemas.microsoft.com/office/drawing/2014/main" id="{27B4E168-8D90-396A-FB4D-4110B0715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715" y="248527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R</a:t>
            </a:r>
          </a:p>
        </p:txBody>
      </p:sp>
      <p:sp>
        <p:nvSpPr>
          <p:cNvPr id="73" name="Oval 152">
            <a:extLst>
              <a:ext uri="{FF2B5EF4-FFF2-40B4-BE49-F238E27FC236}">
                <a16:creationId xmlns:a16="http://schemas.microsoft.com/office/drawing/2014/main" id="{6168C1A6-FC45-CA40-428A-2BCE39E4D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708" y="2500939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S</a:t>
            </a:r>
          </a:p>
        </p:txBody>
      </p:sp>
      <p:sp>
        <p:nvSpPr>
          <p:cNvPr id="74" name="Oval 152">
            <a:extLst>
              <a:ext uri="{FF2B5EF4-FFF2-40B4-BE49-F238E27FC236}">
                <a16:creationId xmlns:a16="http://schemas.microsoft.com/office/drawing/2014/main" id="{0A63A091-9090-4DAE-4BB1-B9FFA488A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655" y="238640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68" name="Oval 152">
            <a:extLst>
              <a:ext uri="{FF2B5EF4-FFF2-40B4-BE49-F238E27FC236}">
                <a16:creationId xmlns:a16="http://schemas.microsoft.com/office/drawing/2014/main" id="{8E45E782-54BC-C5C9-DE1E-5632006B0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598" y="251322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3" name="Oval 152">
            <a:extLst>
              <a:ext uri="{FF2B5EF4-FFF2-40B4-BE49-F238E27FC236}">
                <a16:creationId xmlns:a16="http://schemas.microsoft.com/office/drawing/2014/main" id="{3ACC3D8B-1BA0-101E-7354-3840BA14B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8390" y="247357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69" name="Oval 152">
            <a:extLst>
              <a:ext uri="{FF2B5EF4-FFF2-40B4-BE49-F238E27FC236}">
                <a16:creationId xmlns:a16="http://schemas.microsoft.com/office/drawing/2014/main" id="{1CC15DE0-E45E-7F69-CFCF-8554FEC93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068" y="2461747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70" name="Oval 152">
            <a:extLst>
              <a:ext uri="{FF2B5EF4-FFF2-40B4-BE49-F238E27FC236}">
                <a16:creationId xmlns:a16="http://schemas.microsoft.com/office/drawing/2014/main" id="{922F9BE5-82DC-B506-98F8-2EDD2E6C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055" y="253884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11" name="Text Box 137">
            <a:extLst>
              <a:ext uri="{FF2B5EF4-FFF2-40B4-BE49-F238E27FC236}">
                <a16:creationId xmlns:a16="http://schemas.microsoft.com/office/drawing/2014/main" id="{53458C67-4585-93B5-86C5-2A253725A0D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2930452" y="4037782"/>
            <a:ext cx="798306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AS64512</a:t>
            </a:r>
          </a:p>
        </p:txBody>
      </p:sp>
      <p:sp>
        <p:nvSpPr>
          <p:cNvPr id="115" name="Text Box 137">
            <a:extLst>
              <a:ext uri="{FF2B5EF4-FFF2-40B4-BE49-F238E27FC236}">
                <a16:creationId xmlns:a16="http://schemas.microsoft.com/office/drawing/2014/main" id="{BAB9F476-636F-4B7E-5F76-054DCB709E7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87870" y="2802689"/>
            <a:ext cx="906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AS64514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sp>
        <p:nvSpPr>
          <p:cNvPr id="118" name="Text Box 137">
            <a:extLst>
              <a:ext uri="{FF2B5EF4-FFF2-40B4-BE49-F238E27FC236}">
                <a16:creationId xmlns:a16="http://schemas.microsoft.com/office/drawing/2014/main" id="{17F1E283-A496-BAA2-5039-BD133BB28D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3467529" y="4047429"/>
            <a:ext cx="78065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AS64513</a:t>
            </a:r>
          </a:p>
        </p:txBody>
      </p:sp>
      <p:sp>
        <p:nvSpPr>
          <p:cNvPr id="119" name="Text Box 137">
            <a:extLst>
              <a:ext uri="{FF2B5EF4-FFF2-40B4-BE49-F238E27FC236}">
                <a16:creationId xmlns:a16="http://schemas.microsoft.com/office/drawing/2014/main" id="{23A3C373-A3FE-BA82-021B-5B76134BE6F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8102009" y="3974056"/>
            <a:ext cx="90533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AS64515</a:t>
            </a:r>
          </a:p>
        </p:txBody>
      </p:sp>
      <p:sp>
        <p:nvSpPr>
          <p:cNvPr id="594" name="Text Box 137">
            <a:extLst>
              <a:ext uri="{FF2B5EF4-FFF2-40B4-BE49-F238E27FC236}">
                <a16:creationId xmlns:a16="http://schemas.microsoft.com/office/drawing/2014/main" id="{3AC9C338-B215-0F52-ABF8-B8BF6CFD9B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8677368" y="3997578"/>
            <a:ext cx="85982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AS64516</a:t>
            </a:r>
          </a:p>
        </p:txBody>
      </p:sp>
      <p:sp>
        <p:nvSpPr>
          <p:cNvPr id="595" name="Text Box 137">
            <a:extLst>
              <a:ext uri="{FF2B5EF4-FFF2-40B4-BE49-F238E27FC236}">
                <a16:creationId xmlns:a16="http://schemas.microsoft.com/office/drawing/2014/main" id="{77794D50-3902-1125-5E63-EAA85CB61F2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439412" y="2837708"/>
            <a:ext cx="809893" cy="25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 dirty="0">
                <a:latin typeface="Tahoma" panose="020B0604030504040204" pitchFamily="34" charset="0"/>
              </a:rPr>
              <a:t>AS64517</a:t>
            </a:r>
            <a:endParaRPr lang="it-IT" altLang="it-IT" sz="1400" b="1" dirty="0">
              <a:latin typeface="Tahoma" panose="020B0604030504040204" pitchFamily="34" charset="0"/>
            </a:endParaRPr>
          </a:p>
        </p:txBody>
      </p:sp>
      <p:sp>
        <p:nvSpPr>
          <p:cNvPr id="596" name="Text Box 137">
            <a:extLst>
              <a:ext uri="{FF2B5EF4-FFF2-40B4-BE49-F238E27FC236}">
                <a16:creationId xmlns:a16="http://schemas.microsoft.com/office/drawing/2014/main" id="{4E4BF079-2B3E-0FDA-3056-007A50FD991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7416" y="1330492"/>
            <a:ext cx="809893" cy="25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AS64518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grpSp>
        <p:nvGrpSpPr>
          <p:cNvPr id="606" name="Gruppo 605">
            <a:extLst>
              <a:ext uri="{FF2B5EF4-FFF2-40B4-BE49-F238E27FC236}">
                <a16:creationId xmlns:a16="http://schemas.microsoft.com/office/drawing/2014/main" id="{F6C94A76-2D86-9E29-8ADE-B389D798E2C0}"/>
              </a:ext>
            </a:extLst>
          </p:cNvPr>
          <p:cNvGrpSpPr/>
          <p:nvPr/>
        </p:nvGrpSpPr>
        <p:grpSpPr>
          <a:xfrm>
            <a:off x="3904599" y="5584972"/>
            <a:ext cx="1330385" cy="473336"/>
            <a:chOff x="3805598" y="5587215"/>
            <a:chExt cx="1330385" cy="473336"/>
          </a:xfrm>
        </p:grpSpPr>
        <p:sp>
          <p:nvSpPr>
            <p:cNvPr id="597" name="Line 264">
              <a:extLst>
                <a:ext uri="{FF2B5EF4-FFF2-40B4-BE49-F238E27FC236}">
                  <a16:creationId xmlns:a16="http://schemas.microsoft.com/office/drawing/2014/main" id="{FF75FA96-3C00-8D48-7593-74316D6BC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05598" y="5949618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grpSp>
          <p:nvGrpSpPr>
            <p:cNvPr id="599" name="Gruppo 598">
              <a:extLst>
                <a:ext uri="{FF2B5EF4-FFF2-40B4-BE49-F238E27FC236}">
                  <a16:creationId xmlns:a16="http://schemas.microsoft.com/office/drawing/2014/main" id="{9FFDA560-1735-D5DA-5126-4A6A1DB030FE}"/>
                </a:ext>
              </a:extLst>
            </p:cNvPr>
            <p:cNvGrpSpPr/>
            <p:nvPr/>
          </p:nvGrpSpPr>
          <p:grpSpPr>
            <a:xfrm>
              <a:off x="3929886" y="5587215"/>
              <a:ext cx="1206097" cy="473336"/>
              <a:chOff x="3929886" y="5587215"/>
              <a:chExt cx="1206097" cy="473336"/>
            </a:xfrm>
          </p:grpSpPr>
          <p:sp>
            <p:nvSpPr>
              <p:cNvPr id="187" name="Line 72">
                <a:extLst>
                  <a:ext uri="{FF2B5EF4-FFF2-40B4-BE49-F238E27FC236}">
                    <a16:creationId xmlns:a16="http://schemas.microsoft.com/office/drawing/2014/main" id="{F5B55330-D6F3-1F63-93B3-4FFE50AE4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264919" y="5459778"/>
                <a:ext cx="347873" cy="60274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8" name="Line 72">
                <a:extLst>
                  <a:ext uri="{FF2B5EF4-FFF2-40B4-BE49-F238E27FC236}">
                    <a16:creationId xmlns:a16="http://schemas.microsoft.com/office/drawing/2014/main" id="{CAFCA19E-1C72-4D8F-60EC-72AAB2703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3861303" y="5670319"/>
                <a:ext cx="347882" cy="21071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598" name="Line 264">
                <a:extLst>
                  <a:ext uri="{FF2B5EF4-FFF2-40B4-BE49-F238E27FC236}">
                    <a16:creationId xmlns:a16="http://schemas.microsoft.com/office/drawing/2014/main" id="{B7BBED08-A602-3E51-798B-CD49ADEC3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81820" y="5949618"/>
                <a:ext cx="46571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it-IT"/>
              </a:p>
            </p:txBody>
          </p:sp>
          <p:sp>
            <p:nvSpPr>
              <p:cNvPr id="185" name="Oval 152">
                <a:extLst>
                  <a:ext uri="{FF2B5EF4-FFF2-40B4-BE49-F238E27FC236}">
                    <a16:creationId xmlns:a16="http://schemas.microsoft.com/office/drawing/2014/main" id="{FD13C84E-DD02-CC66-A45B-D11359EFC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510" y="5847569"/>
                <a:ext cx="203765" cy="203094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it-IT" altLang="it-IT" sz="1000">
                    <a:latin typeface="Tahoma" panose="020B0604030504040204" pitchFamily="34" charset="0"/>
                  </a:rPr>
                  <a:t>AC</a:t>
                </a:r>
              </a:p>
            </p:txBody>
          </p:sp>
          <p:sp>
            <p:nvSpPr>
              <p:cNvPr id="186" name="Oval 152">
                <a:extLst>
                  <a:ext uri="{FF2B5EF4-FFF2-40B4-BE49-F238E27FC236}">
                    <a16:creationId xmlns:a16="http://schemas.microsoft.com/office/drawing/2014/main" id="{E60F1165-926A-FF21-0ACB-AA709EEAC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2218" y="5857457"/>
                <a:ext cx="203765" cy="203094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it-IT" altLang="it-IT" sz="1000">
                    <a:latin typeface="Tahoma" panose="020B0604030504040204" pitchFamily="34" charset="0"/>
                  </a:rPr>
                  <a:t>AD</a:t>
                </a:r>
              </a:p>
            </p:txBody>
          </p:sp>
        </p:grpSp>
      </p:grpSp>
      <p:sp>
        <p:nvSpPr>
          <p:cNvPr id="639" name="Cubo 638">
            <a:extLst>
              <a:ext uri="{FF2B5EF4-FFF2-40B4-BE49-F238E27FC236}">
                <a16:creationId xmlns:a16="http://schemas.microsoft.com/office/drawing/2014/main" id="{BE600FF3-14B4-0422-0943-4915329B028D}"/>
              </a:ext>
            </a:extLst>
          </p:cNvPr>
          <p:cNvSpPr/>
          <p:nvPr/>
        </p:nvSpPr>
        <p:spPr>
          <a:xfrm>
            <a:off x="1892387" y="6191846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1_1_1</a:t>
            </a:r>
          </a:p>
        </p:txBody>
      </p:sp>
      <p:sp>
        <p:nvSpPr>
          <p:cNvPr id="648" name="Cubo 647">
            <a:extLst>
              <a:ext uri="{FF2B5EF4-FFF2-40B4-BE49-F238E27FC236}">
                <a16:creationId xmlns:a16="http://schemas.microsoft.com/office/drawing/2014/main" id="{7CA55853-93C3-E7B1-7EEA-A129A3B9CD00}"/>
              </a:ext>
            </a:extLst>
          </p:cNvPr>
          <p:cNvSpPr/>
          <p:nvPr/>
        </p:nvSpPr>
        <p:spPr>
          <a:xfrm>
            <a:off x="2454424" y="6199587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1_1_2</a:t>
            </a:r>
          </a:p>
        </p:txBody>
      </p:sp>
      <p:sp>
        <p:nvSpPr>
          <p:cNvPr id="649" name="Cubo 648">
            <a:extLst>
              <a:ext uri="{FF2B5EF4-FFF2-40B4-BE49-F238E27FC236}">
                <a16:creationId xmlns:a16="http://schemas.microsoft.com/office/drawing/2014/main" id="{17259EEC-3314-757B-32AC-FCC9B9F6CC08}"/>
              </a:ext>
            </a:extLst>
          </p:cNvPr>
          <p:cNvSpPr/>
          <p:nvPr/>
        </p:nvSpPr>
        <p:spPr>
          <a:xfrm>
            <a:off x="3123631" y="6191846"/>
            <a:ext cx="510540" cy="408678"/>
          </a:xfrm>
          <a:prstGeom prst="cube">
            <a:avLst/>
          </a:prstGeom>
          <a:solidFill>
            <a:srgbClr val="0066FF"/>
          </a:solidFill>
          <a:ln>
            <a:solidFill>
              <a:schemeClr val="tx1"/>
            </a:solidFill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1_1_3</a:t>
            </a:r>
          </a:p>
        </p:txBody>
      </p:sp>
      <p:sp>
        <p:nvSpPr>
          <p:cNvPr id="650" name="Cubo 649">
            <a:extLst>
              <a:ext uri="{FF2B5EF4-FFF2-40B4-BE49-F238E27FC236}">
                <a16:creationId xmlns:a16="http://schemas.microsoft.com/office/drawing/2014/main" id="{27D3C3A7-84BA-4C09-A632-972924AC5C88}"/>
              </a:ext>
            </a:extLst>
          </p:cNvPr>
          <p:cNvSpPr/>
          <p:nvPr/>
        </p:nvSpPr>
        <p:spPr>
          <a:xfrm>
            <a:off x="4754395" y="6199587"/>
            <a:ext cx="510540" cy="408678"/>
          </a:xfrm>
          <a:prstGeom prst="cube">
            <a:avLst/>
          </a:prstGeom>
          <a:solidFill>
            <a:srgbClr val="0066FF"/>
          </a:solidFill>
          <a:ln>
            <a:solidFill>
              <a:schemeClr val="tx1"/>
            </a:solidFill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1_2_2</a:t>
            </a:r>
          </a:p>
        </p:txBody>
      </p:sp>
      <p:sp>
        <p:nvSpPr>
          <p:cNvPr id="651" name="Cubo 650">
            <a:extLst>
              <a:ext uri="{FF2B5EF4-FFF2-40B4-BE49-F238E27FC236}">
                <a16:creationId xmlns:a16="http://schemas.microsoft.com/office/drawing/2014/main" id="{DA1013C8-1342-983A-B2DB-F9613EE39330}"/>
              </a:ext>
            </a:extLst>
          </p:cNvPr>
          <p:cNvSpPr/>
          <p:nvPr/>
        </p:nvSpPr>
        <p:spPr>
          <a:xfrm>
            <a:off x="3921052" y="6199587"/>
            <a:ext cx="510540" cy="40867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1_2_1</a:t>
            </a:r>
          </a:p>
        </p:txBody>
      </p:sp>
      <p:sp>
        <p:nvSpPr>
          <p:cNvPr id="652" name="Cubo 651">
            <a:extLst>
              <a:ext uri="{FF2B5EF4-FFF2-40B4-BE49-F238E27FC236}">
                <a16:creationId xmlns:a16="http://schemas.microsoft.com/office/drawing/2014/main" id="{D6A39896-373E-51E0-C77A-68B494908F8B}"/>
              </a:ext>
            </a:extLst>
          </p:cNvPr>
          <p:cNvSpPr/>
          <p:nvPr/>
        </p:nvSpPr>
        <p:spPr>
          <a:xfrm>
            <a:off x="7916220" y="6199587"/>
            <a:ext cx="510540" cy="40867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2_1_1</a:t>
            </a:r>
          </a:p>
        </p:txBody>
      </p:sp>
      <p:sp>
        <p:nvSpPr>
          <p:cNvPr id="653" name="Line 264">
            <a:extLst>
              <a:ext uri="{FF2B5EF4-FFF2-40B4-BE49-F238E27FC236}">
                <a16:creationId xmlns:a16="http://schemas.microsoft.com/office/drawing/2014/main" id="{A9EEFE3F-783F-E329-6D5D-7CBE5D2C56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55660" y="5940820"/>
            <a:ext cx="4657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654" name="Line 72">
            <a:extLst>
              <a:ext uri="{FF2B5EF4-FFF2-40B4-BE49-F238E27FC236}">
                <a16:creationId xmlns:a16="http://schemas.microsoft.com/office/drawing/2014/main" id="{170EF8A0-1F32-8670-9DB8-ED6B8E6AEA1E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8111365" y="5661521"/>
            <a:ext cx="347882" cy="21071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55" name="Oval 152">
            <a:extLst>
              <a:ext uri="{FF2B5EF4-FFF2-40B4-BE49-F238E27FC236}">
                <a16:creationId xmlns:a16="http://schemas.microsoft.com/office/drawing/2014/main" id="{AB2E0544-DDB3-C36C-5FA6-E973D4090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987" y="5845204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AE</a:t>
            </a:r>
          </a:p>
        </p:txBody>
      </p:sp>
      <p:sp>
        <p:nvSpPr>
          <p:cNvPr id="659" name="Cubo 658">
            <a:extLst>
              <a:ext uri="{FF2B5EF4-FFF2-40B4-BE49-F238E27FC236}">
                <a16:creationId xmlns:a16="http://schemas.microsoft.com/office/drawing/2014/main" id="{7C702205-D525-0AA7-99B5-72092A97007C}"/>
              </a:ext>
            </a:extLst>
          </p:cNvPr>
          <p:cNvSpPr/>
          <p:nvPr/>
        </p:nvSpPr>
        <p:spPr>
          <a:xfrm>
            <a:off x="9453168" y="6199587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2_2_1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97CA26E-09B1-FE17-46D6-296DFE65140B}"/>
              </a:ext>
            </a:extLst>
          </p:cNvPr>
          <p:cNvSpPr txBox="1"/>
          <p:nvPr/>
        </p:nvSpPr>
        <p:spPr>
          <a:xfrm>
            <a:off x="1897604" y="660052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36144E-A9E3-16A8-FED3-8E4235090A15}"/>
              </a:ext>
            </a:extLst>
          </p:cNvPr>
          <p:cNvSpPr txBox="1"/>
          <p:nvPr/>
        </p:nvSpPr>
        <p:spPr>
          <a:xfrm>
            <a:off x="2437653" y="660826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BC035DB-241D-D612-C906-E223C0527201}"/>
              </a:ext>
            </a:extLst>
          </p:cNvPr>
          <p:cNvSpPr txBox="1"/>
          <p:nvPr/>
        </p:nvSpPr>
        <p:spPr>
          <a:xfrm>
            <a:off x="3110017" y="661177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7248CDB-E480-4600-9E6C-36D8F0FC3966}"/>
              </a:ext>
            </a:extLst>
          </p:cNvPr>
          <p:cNvSpPr txBox="1"/>
          <p:nvPr/>
        </p:nvSpPr>
        <p:spPr>
          <a:xfrm>
            <a:off x="3925624" y="661177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2C0E5E7-B78F-3549-28D1-6D7389DC56E1}"/>
              </a:ext>
            </a:extLst>
          </p:cNvPr>
          <p:cNvSpPr txBox="1"/>
          <p:nvPr/>
        </p:nvSpPr>
        <p:spPr>
          <a:xfrm>
            <a:off x="4758144" y="661177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907D7E1-BF61-8CE6-E278-5B672603D88E}"/>
              </a:ext>
            </a:extLst>
          </p:cNvPr>
          <p:cNvSpPr txBox="1"/>
          <p:nvPr/>
        </p:nvSpPr>
        <p:spPr>
          <a:xfrm>
            <a:off x="7908726" y="660826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FBBC895-D00C-B708-B9E7-57CDE6C229B2}"/>
              </a:ext>
            </a:extLst>
          </p:cNvPr>
          <p:cNvSpPr txBox="1"/>
          <p:nvPr/>
        </p:nvSpPr>
        <p:spPr>
          <a:xfrm>
            <a:off x="9452574" y="661425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.0.3</a:t>
            </a:r>
          </a:p>
        </p:txBody>
      </p:sp>
      <p:sp>
        <p:nvSpPr>
          <p:cNvPr id="40" name="Text Box 136">
            <a:extLst>
              <a:ext uri="{FF2B5EF4-FFF2-40B4-BE49-F238E27FC236}">
                <a16:creationId xmlns:a16="http://schemas.microsoft.com/office/drawing/2014/main" id="{BB2A3943-7DFD-41F9-4D7E-3B816DFC6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837" y="4813954"/>
            <a:ext cx="1615554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 dirty="0">
                <a:latin typeface="Courier New" panose="02070309020205020404" pitchFamily="49" charset="0"/>
              </a:rPr>
              <a:t>lo: 192.168.0.2/32</a:t>
            </a:r>
          </a:p>
        </p:txBody>
      </p:sp>
      <p:sp>
        <p:nvSpPr>
          <p:cNvPr id="53" name="Line 66">
            <a:extLst>
              <a:ext uri="{FF2B5EF4-FFF2-40B4-BE49-F238E27FC236}">
                <a16:creationId xmlns:a16="http://schemas.microsoft.com/office/drawing/2014/main" id="{4D17323D-1417-0C9F-104C-20A32A385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8498" y="4298102"/>
            <a:ext cx="1135911" cy="52104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129D0B0B-5E48-C712-7D7E-2A66B2EDF926}"/>
              </a:ext>
            </a:extLst>
          </p:cNvPr>
          <p:cNvGrpSpPr/>
          <p:nvPr/>
        </p:nvGrpSpPr>
        <p:grpSpPr>
          <a:xfrm>
            <a:off x="4012472" y="3967051"/>
            <a:ext cx="747328" cy="426131"/>
            <a:chOff x="967835" y="2541918"/>
            <a:chExt cx="1426054" cy="463051"/>
          </a:xfrm>
        </p:grpSpPr>
        <p:grpSp>
          <p:nvGrpSpPr>
            <p:cNvPr id="420" name="Group 93">
              <a:extLst>
                <a:ext uri="{FF2B5EF4-FFF2-40B4-BE49-F238E27FC236}">
                  <a16:creationId xmlns:a16="http://schemas.microsoft.com/office/drawing/2014/main" id="{8FC47541-F4EC-C92D-74D8-6224E9BF7A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22" name="Group 94">
                <a:extLst>
                  <a:ext uri="{FF2B5EF4-FFF2-40B4-BE49-F238E27FC236}">
                    <a16:creationId xmlns:a16="http://schemas.microsoft.com/office/drawing/2014/main" id="{D6205C66-4561-A0C3-D036-4528F747ED6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24" name="AutoShape 95">
                  <a:extLst>
                    <a:ext uri="{FF2B5EF4-FFF2-40B4-BE49-F238E27FC236}">
                      <a16:creationId xmlns:a16="http://schemas.microsoft.com/office/drawing/2014/main" id="{572B54D3-B257-5791-6DC6-5985962ECC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25" name="Group 96">
                  <a:extLst>
                    <a:ext uri="{FF2B5EF4-FFF2-40B4-BE49-F238E27FC236}">
                      <a16:creationId xmlns:a16="http://schemas.microsoft.com/office/drawing/2014/main" id="{F050122F-FE6F-407C-6DEE-270A479F80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26" name="Group 97">
                    <a:extLst>
                      <a:ext uri="{FF2B5EF4-FFF2-40B4-BE49-F238E27FC236}">
                        <a16:creationId xmlns:a16="http://schemas.microsoft.com/office/drawing/2014/main" id="{FD9EAE38-2DB8-39B9-67F7-D0411CE6F6B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36" name="Freeform 98">
                      <a:extLst>
                        <a:ext uri="{FF2B5EF4-FFF2-40B4-BE49-F238E27FC236}">
                          <a16:creationId xmlns:a16="http://schemas.microsoft.com/office/drawing/2014/main" id="{05975B82-EB1F-DD38-0BAE-CFE5A376D8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7" name="Freeform 99">
                      <a:extLst>
                        <a:ext uri="{FF2B5EF4-FFF2-40B4-BE49-F238E27FC236}">
                          <a16:creationId xmlns:a16="http://schemas.microsoft.com/office/drawing/2014/main" id="{9AA823B6-AE68-AC8D-E588-82265E2A45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8" name="Freeform 100">
                      <a:extLst>
                        <a:ext uri="{FF2B5EF4-FFF2-40B4-BE49-F238E27FC236}">
                          <a16:creationId xmlns:a16="http://schemas.microsoft.com/office/drawing/2014/main" id="{23234DA0-7001-BE04-13A9-48D932DCD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9" name="Freeform 101">
                      <a:extLst>
                        <a:ext uri="{FF2B5EF4-FFF2-40B4-BE49-F238E27FC236}">
                          <a16:creationId xmlns:a16="http://schemas.microsoft.com/office/drawing/2014/main" id="{B3122A35-2E7B-03E9-315C-BECA6C688C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0" name="Freeform 102">
                      <a:extLst>
                        <a:ext uri="{FF2B5EF4-FFF2-40B4-BE49-F238E27FC236}">
                          <a16:creationId xmlns:a16="http://schemas.microsoft.com/office/drawing/2014/main" id="{188C4DE8-8042-B02A-C731-B480A99E9F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1" name="Freeform 103">
                      <a:extLst>
                        <a:ext uri="{FF2B5EF4-FFF2-40B4-BE49-F238E27FC236}">
                          <a16:creationId xmlns:a16="http://schemas.microsoft.com/office/drawing/2014/main" id="{244C4148-BCDC-3639-AEC8-3A9952BF27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2" name="Freeform 104">
                      <a:extLst>
                        <a:ext uri="{FF2B5EF4-FFF2-40B4-BE49-F238E27FC236}">
                          <a16:creationId xmlns:a16="http://schemas.microsoft.com/office/drawing/2014/main" id="{EF319D76-1F74-57E1-F82D-E7DD9D348B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3" name="Freeform 105">
                      <a:extLst>
                        <a:ext uri="{FF2B5EF4-FFF2-40B4-BE49-F238E27FC236}">
                          <a16:creationId xmlns:a16="http://schemas.microsoft.com/office/drawing/2014/main" id="{438658C6-3E42-3277-004D-9F01F2B722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27" name="Group 106">
                    <a:extLst>
                      <a:ext uri="{FF2B5EF4-FFF2-40B4-BE49-F238E27FC236}">
                        <a16:creationId xmlns:a16="http://schemas.microsoft.com/office/drawing/2014/main" id="{8A25DAEB-233E-F310-F504-B59439D992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28" name="Freeform 107">
                      <a:extLst>
                        <a:ext uri="{FF2B5EF4-FFF2-40B4-BE49-F238E27FC236}">
                          <a16:creationId xmlns:a16="http://schemas.microsoft.com/office/drawing/2014/main" id="{97DC1CAC-42C3-08E1-3027-6B0D9BBDE8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29" name="Freeform 108">
                      <a:extLst>
                        <a:ext uri="{FF2B5EF4-FFF2-40B4-BE49-F238E27FC236}">
                          <a16:creationId xmlns:a16="http://schemas.microsoft.com/office/drawing/2014/main" id="{83E29587-61E5-FC61-4FC3-81027D307D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0" name="Freeform 109">
                      <a:extLst>
                        <a:ext uri="{FF2B5EF4-FFF2-40B4-BE49-F238E27FC236}">
                          <a16:creationId xmlns:a16="http://schemas.microsoft.com/office/drawing/2014/main" id="{C9F56254-D751-DF04-EC1D-5ACB277490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1" name="Freeform 110">
                      <a:extLst>
                        <a:ext uri="{FF2B5EF4-FFF2-40B4-BE49-F238E27FC236}">
                          <a16:creationId xmlns:a16="http://schemas.microsoft.com/office/drawing/2014/main" id="{CFE86918-A7CC-63F3-2CAC-6D08CBCE6E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2" name="Freeform 111">
                      <a:extLst>
                        <a:ext uri="{FF2B5EF4-FFF2-40B4-BE49-F238E27FC236}">
                          <a16:creationId xmlns:a16="http://schemas.microsoft.com/office/drawing/2014/main" id="{1D079C3C-CC07-2941-0B47-C927FFB93B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3" name="Freeform 112">
                      <a:extLst>
                        <a:ext uri="{FF2B5EF4-FFF2-40B4-BE49-F238E27FC236}">
                          <a16:creationId xmlns:a16="http://schemas.microsoft.com/office/drawing/2014/main" id="{1D796F42-9DB4-DF5B-FC5C-213A2E5C00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4" name="Freeform 113">
                      <a:extLst>
                        <a:ext uri="{FF2B5EF4-FFF2-40B4-BE49-F238E27FC236}">
                          <a16:creationId xmlns:a16="http://schemas.microsoft.com/office/drawing/2014/main" id="{BFCD07A8-3897-E5DF-AEFF-16FAA5D930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5" name="Freeform 114">
                      <a:extLst>
                        <a:ext uri="{FF2B5EF4-FFF2-40B4-BE49-F238E27FC236}">
                          <a16:creationId xmlns:a16="http://schemas.microsoft.com/office/drawing/2014/main" id="{28D8B83A-52FB-B314-409D-76966A3E8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23" name="WordArt 115">
                <a:extLst>
                  <a:ext uri="{FF2B5EF4-FFF2-40B4-BE49-F238E27FC236}">
                    <a16:creationId xmlns:a16="http://schemas.microsoft.com/office/drawing/2014/main" id="{8684DFD1-C508-540C-2260-EFE97BFFB00B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1" name="WordArt 68">
              <a:extLst>
                <a:ext uri="{FF2B5EF4-FFF2-40B4-BE49-F238E27FC236}">
                  <a16:creationId xmlns:a16="http://schemas.microsoft.com/office/drawing/2014/main" id="{E3558CF8-2B93-35DC-D3BC-1BC7281C5C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leaf_1_2</a:t>
              </a: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8BA8637-0D56-37A6-A718-720CDDB707C3}"/>
              </a:ext>
            </a:extLst>
          </p:cNvPr>
          <p:cNvGrpSpPr/>
          <p:nvPr/>
        </p:nvGrpSpPr>
        <p:grpSpPr>
          <a:xfrm>
            <a:off x="2433193" y="3973898"/>
            <a:ext cx="747328" cy="426131"/>
            <a:chOff x="967835" y="2541918"/>
            <a:chExt cx="1426054" cy="463051"/>
          </a:xfrm>
        </p:grpSpPr>
        <p:grpSp>
          <p:nvGrpSpPr>
            <p:cNvPr id="395" name="Group 93">
              <a:extLst>
                <a:ext uri="{FF2B5EF4-FFF2-40B4-BE49-F238E27FC236}">
                  <a16:creationId xmlns:a16="http://schemas.microsoft.com/office/drawing/2014/main" id="{6FAA72F4-AB43-E6FD-50DD-93BD934A1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97" name="Group 94">
                <a:extLst>
                  <a:ext uri="{FF2B5EF4-FFF2-40B4-BE49-F238E27FC236}">
                    <a16:creationId xmlns:a16="http://schemas.microsoft.com/office/drawing/2014/main" id="{1AB5774E-E2DE-9FCD-71ED-69F8314A644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99" name="AutoShape 95">
                  <a:extLst>
                    <a:ext uri="{FF2B5EF4-FFF2-40B4-BE49-F238E27FC236}">
                      <a16:creationId xmlns:a16="http://schemas.microsoft.com/office/drawing/2014/main" id="{EFEAC1F7-2948-5938-3C2D-F0EBAE35AC7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00" name="Group 96">
                  <a:extLst>
                    <a:ext uri="{FF2B5EF4-FFF2-40B4-BE49-F238E27FC236}">
                      <a16:creationId xmlns:a16="http://schemas.microsoft.com/office/drawing/2014/main" id="{4610D471-89EF-5B6C-2BB1-3447398A658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01" name="Group 97">
                    <a:extLst>
                      <a:ext uri="{FF2B5EF4-FFF2-40B4-BE49-F238E27FC236}">
                        <a16:creationId xmlns:a16="http://schemas.microsoft.com/office/drawing/2014/main" id="{17BF00BC-3A50-F04B-1340-482E6064488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11" name="Freeform 98">
                      <a:extLst>
                        <a:ext uri="{FF2B5EF4-FFF2-40B4-BE49-F238E27FC236}">
                          <a16:creationId xmlns:a16="http://schemas.microsoft.com/office/drawing/2014/main" id="{624DAE27-557B-2D46-3744-DBE77970FF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2" name="Freeform 99">
                      <a:extLst>
                        <a:ext uri="{FF2B5EF4-FFF2-40B4-BE49-F238E27FC236}">
                          <a16:creationId xmlns:a16="http://schemas.microsoft.com/office/drawing/2014/main" id="{BA5C6E37-E949-7B7C-2568-BAFD9A4CA5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3" name="Freeform 100">
                      <a:extLst>
                        <a:ext uri="{FF2B5EF4-FFF2-40B4-BE49-F238E27FC236}">
                          <a16:creationId xmlns:a16="http://schemas.microsoft.com/office/drawing/2014/main" id="{C33C5BD7-7285-F181-1167-DE65768AA1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4" name="Freeform 101">
                      <a:extLst>
                        <a:ext uri="{FF2B5EF4-FFF2-40B4-BE49-F238E27FC236}">
                          <a16:creationId xmlns:a16="http://schemas.microsoft.com/office/drawing/2014/main" id="{ECD16EC3-E43A-3C6D-812B-2742F0A971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5" name="Freeform 102">
                      <a:extLst>
                        <a:ext uri="{FF2B5EF4-FFF2-40B4-BE49-F238E27FC236}">
                          <a16:creationId xmlns:a16="http://schemas.microsoft.com/office/drawing/2014/main" id="{CC8090B8-A2BF-3585-A4C0-C356F6DF15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6" name="Freeform 103">
                      <a:extLst>
                        <a:ext uri="{FF2B5EF4-FFF2-40B4-BE49-F238E27FC236}">
                          <a16:creationId xmlns:a16="http://schemas.microsoft.com/office/drawing/2014/main" id="{390FCBA0-A4BB-1EB1-D0A3-6784DE75B0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7" name="Freeform 104">
                      <a:extLst>
                        <a:ext uri="{FF2B5EF4-FFF2-40B4-BE49-F238E27FC236}">
                          <a16:creationId xmlns:a16="http://schemas.microsoft.com/office/drawing/2014/main" id="{778DDED4-FDCD-D203-E883-F7147BF29F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8" name="Freeform 105">
                      <a:extLst>
                        <a:ext uri="{FF2B5EF4-FFF2-40B4-BE49-F238E27FC236}">
                          <a16:creationId xmlns:a16="http://schemas.microsoft.com/office/drawing/2014/main" id="{5E5F1E88-E65A-F9AB-9B38-F2821F8A9F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02" name="Group 106">
                    <a:extLst>
                      <a:ext uri="{FF2B5EF4-FFF2-40B4-BE49-F238E27FC236}">
                        <a16:creationId xmlns:a16="http://schemas.microsoft.com/office/drawing/2014/main" id="{B2E0504E-CB02-9427-2CBF-A4160B3309F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03" name="Freeform 107">
                      <a:extLst>
                        <a:ext uri="{FF2B5EF4-FFF2-40B4-BE49-F238E27FC236}">
                          <a16:creationId xmlns:a16="http://schemas.microsoft.com/office/drawing/2014/main" id="{C5451EB4-99F2-24C5-95DC-C86A0351C8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4" name="Freeform 108">
                      <a:extLst>
                        <a:ext uri="{FF2B5EF4-FFF2-40B4-BE49-F238E27FC236}">
                          <a16:creationId xmlns:a16="http://schemas.microsoft.com/office/drawing/2014/main" id="{00EBF860-640E-2994-9191-8F15ECD63D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5" name="Freeform 109">
                      <a:extLst>
                        <a:ext uri="{FF2B5EF4-FFF2-40B4-BE49-F238E27FC236}">
                          <a16:creationId xmlns:a16="http://schemas.microsoft.com/office/drawing/2014/main" id="{F66D85C3-A363-E8D6-4ABD-0FC487BCCB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6" name="Freeform 110">
                      <a:extLst>
                        <a:ext uri="{FF2B5EF4-FFF2-40B4-BE49-F238E27FC236}">
                          <a16:creationId xmlns:a16="http://schemas.microsoft.com/office/drawing/2014/main" id="{5A0E2ABE-16AE-B308-18DA-13162E9EF0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7" name="Freeform 111">
                      <a:extLst>
                        <a:ext uri="{FF2B5EF4-FFF2-40B4-BE49-F238E27FC236}">
                          <a16:creationId xmlns:a16="http://schemas.microsoft.com/office/drawing/2014/main" id="{67D5FB93-2E15-CD0C-C774-09BA53CA77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8" name="Freeform 112">
                      <a:extLst>
                        <a:ext uri="{FF2B5EF4-FFF2-40B4-BE49-F238E27FC236}">
                          <a16:creationId xmlns:a16="http://schemas.microsoft.com/office/drawing/2014/main" id="{1BD4D774-DB59-B5B7-E9F6-A97AE436D4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9" name="Freeform 113">
                      <a:extLst>
                        <a:ext uri="{FF2B5EF4-FFF2-40B4-BE49-F238E27FC236}">
                          <a16:creationId xmlns:a16="http://schemas.microsoft.com/office/drawing/2014/main" id="{DAFB6E29-8734-79D4-19A3-D43AF47C89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0" name="Freeform 114">
                      <a:extLst>
                        <a:ext uri="{FF2B5EF4-FFF2-40B4-BE49-F238E27FC236}">
                          <a16:creationId xmlns:a16="http://schemas.microsoft.com/office/drawing/2014/main" id="{3D0125D8-1739-4EFE-FC0D-6C111B3D76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398" name="WordArt 115">
                <a:extLst>
                  <a:ext uri="{FF2B5EF4-FFF2-40B4-BE49-F238E27FC236}">
                    <a16:creationId xmlns:a16="http://schemas.microsoft.com/office/drawing/2014/main" id="{09542AFC-DD80-0856-9913-4F5AD6E921F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96" name="WordArt 68">
              <a:extLst>
                <a:ext uri="{FF2B5EF4-FFF2-40B4-BE49-F238E27FC236}">
                  <a16:creationId xmlns:a16="http://schemas.microsoft.com/office/drawing/2014/main" id="{B3BFD61C-DFCD-F908-1211-A3476253F3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leaf_1_1</a:t>
              </a:r>
            </a:p>
          </p:txBody>
        </p:sp>
      </p:grpSp>
      <p:sp>
        <p:nvSpPr>
          <p:cNvPr id="55" name="Text Box 136">
            <a:extLst>
              <a:ext uri="{FF2B5EF4-FFF2-40B4-BE49-F238E27FC236}">
                <a16:creationId xmlns:a16="http://schemas.microsoft.com/office/drawing/2014/main" id="{7F51F8F8-10D6-B694-A3AD-232E35E85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0161" y="4815337"/>
            <a:ext cx="1615554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 dirty="0">
                <a:latin typeface="Courier New" panose="02070309020205020404" pitchFamily="49" charset="0"/>
              </a:rPr>
              <a:t>lo: 192.168.0.4/32</a:t>
            </a:r>
          </a:p>
        </p:txBody>
      </p:sp>
      <p:sp>
        <p:nvSpPr>
          <p:cNvPr id="102" name="Line 66">
            <a:extLst>
              <a:ext uri="{FF2B5EF4-FFF2-40B4-BE49-F238E27FC236}">
                <a16:creationId xmlns:a16="http://schemas.microsoft.com/office/drawing/2014/main" id="{886E74D3-9E15-5AD2-D57F-2E2D1D1DE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42294" y="4298102"/>
            <a:ext cx="1135911" cy="52104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75" name="Text Box 136">
            <a:extLst>
              <a:ext uri="{FF2B5EF4-FFF2-40B4-BE49-F238E27FC236}">
                <a16:creationId xmlns:a16="http://schemas.microsoft.com/office/drawing/2014/main" id="{285B72C7-EA66-D2B8-8F34-155247A6D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9" y="3328329"/>
            <a:ext cx="1615554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 dirty="0">
                <a:latin typeface="Courier New" panose="02070309020205020404" pitchFamily="49" charset="0"/>
              </a:rPr>
              <a:t>lo: 192.168.0.1/32</a:t>
            </a:r>
          </a:p>
        </p:txBody>
      </p:sp>
      <p:sp>
        <p:nvSpPr>
          <p:cNvPr id="76" name="Line 66">
            <a:extLst>
              <a:ext uri="{FF2B5EF4-FFF2-40B4-BE49-F238E27FC236}">
                <a16:creationId xmlns:a16="http://schemas.microsoft.com/office/drawing/2014/main" id="{0990F863-A1FA-48D8-4F7B-279F73BE12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33684" y="3576268"/>
            <a:ext cx="1253447" cy="41378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77" name="Text Box 136">
            <a:extLst>
              <a:ext uri="{FF2B5EF4-FFF2-40B4-BE49-F238E27FC236}">
                <a16:creationId xmlns:a16="http://schemas.microsoft.com/office/drawing/2014/main" id="{53EE1DD1-121A-6A18-F69E-C4772108E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941" y="4358249"/>
            <a:ext cx="1615554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 dirty="0">
                <a:latin typeface="Courier New" panose="02070309020205020404" pitchFamily="49" charset="0"/>
              </a:rPr>
              <a:t>lo: 192.168.0.3/32</a:t>
            </a:r>
          </a:p>
        </p:txBody>
      </p:sp>
      <p:sp>
        <p:nvSpPr>
          <p:cNvPr id="78" name="Line 66">
            <a:extLst>
              <a:ext uri="{FF2B5EF4-FFF2-40B4-BE49-F238E27FC236}">
                <a16:creationId xmlns:a16="http://schemas.microsoft.com/office/drawing/2014/main" id="{6AE59809-0720-19AD-31B7-200FE52C70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2985" y="4179542"/>
            <a:ext cx="1306978" cy="182518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32" name="Cubo 638">
            <a:extLst>
              <a:ext uri="{FF2B5EF4-FFF2-40B4-BE49-F238E27FC236}">
                <a16:creationId xmlns:a16="http://schemas.microsoft.com/office/drawing/2014/main" id="{14401174-7CFD-6CEC-B7BA-C3D132E3B916}"/>
              </a:ext>
            </a:extLst>
          </p:cNvPr>
          <p:cNvSpPr/>
          <p:nvPr/>
        </p:nvSpPr>
        <p:spPr>
          <a:xfrm>
            <a:off x="10110234" y="1073129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007D51-8B82-EC11-022F-5DD6BA77A147}"/>
              </a:ext>
            </a:extLst>
          </p:cNvPr>
          <p:cNvSpPr txBox="1"/>
          <p:nvPr/>
        </p:nvSpPr>
        <p:spPr>
          <a:xfrm>
            <a:off x="10572167" y="1045571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VNI: 5010, VLAN ID 10</a:t>
            </a:r>
          </a:p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Prefix: 10.10.0.0/16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9" name="Cubo 648">
            <a:extLst>
              <a:ext uri="{FF2B5EF4-FFF2-40B4-BE49-F238E27FC236}">
                <a16:creationId xmlns:a16="http://schemas.microsoft.com/office/drawing/2014/main" id="{CB687F28-9950-FCF5-29D3-E0500FB5342E}"/>
              </a:ext>
            </a:extLst>
          </p:cNvPr>
          <p:cNvSpPr/>
          <p:nvPr/>
        </p:nvSpPr>
        <p:spPr>
          <a:xfrm>
            <a:off x="10110234" y="1610413"/>
            <a:ext cx="510540" cy="408678"/>
          </a:xfrm>
          <a:prstGeom prst="cube">
            <a:avLst/>
          </a:prstGeom>
          <a:solidFill>
            <a:srgbClr val="0066FF"/>
          </a:solidFill>
          <a:ln>
            <a:solidFill>
              <a:schemeClr val="tx1"/>
            </a:solidFill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Cubo 650">
            <a:extLst>
              <a:ext uri="{FF2B5EF4-FFF2-40B4-BE49-F238E27FC236}">
                <a16:creationId xmlns:a16="http://schemas.microsoft.com/office/drawing/2014/main" id="{A022719A-49F8-D6F8-C38E-904EA23C35A8}"/>
              </a:ext>
            </a:extLst>
          </p:cNvPr>
          <p:cNvSpPr/>
          <p:nvPr/>
        </p:nvSpPr>
        <p:spPr>
          <a:xfrm>
            <a:off x="10095311" y="2146650"/>
            <a:ext cx="510540" cy="40867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163E8C-5DD8-16A9-9956-A78FFD6125C0}"/>
              </a:ext>
            </a:extLst>
          </p:cNvPr>
          <p:cNvSpPr txBox="1"/>
          <p:nvPr/>
        </p:nvSpPr>
        <p:spPr>
          <a:xfrm>
            <a:off x="10567996" y="1602340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VNI: 5020, VLAN ID 20</a:t>
            </a:r>
          </a:p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Prefix: 10.20.0.0/16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22291D-A10E-6A24-741F-CACE076ECFE9}"/>
              </a:ext>
            </a:extLst>
          </p:cNvPr>
          <p:cNvSpPr txBox="1"/>
          <p:nvPr/>
        </p:nvSpPr>
        <p:spPr>
          <a:xfrm>
            <a:off x="10567996" y="2147256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VNI: 5030, VLAN ID 30</a:t>
            </a:r>
          </a:p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Prefix: 10.30.0.0/16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435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6835-B88A-E137-59FC-7B42DF48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VTEP?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1F9A-65BC-C359-9CD4-FECB4406B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containers must be unaware of </a:t>
            </a:r>
            <a:r>
              <a:rPr lang="en-GB" dirty="0" err="1"/>
              <a:t>tunneling</a:t>
            </a:r>
            <a:endParaRPr lang="en-GB" dirty="0"/>
          </a:p>
          <a:p>
            <a:r>
              <a:rPr lang="en-GB" dirty="0"/>
              <a:t>different choices for positioning the VTEP</a:t>
            </a:r>
          </a:p>
          <a:p>
            <a:pPr lvl="1"/>
            <a:r>
              <a:rPr lang="en-GB" dirty="0"/>
              <a:t>in each server</a:t>
            </a:r>
          </a:p>
          <a:p>
            <a:pPr lvl="2"/>
            <a:r>
              <a:rPr lang="en-GB" dirty="0"/>
              <a:t>the server should have a BGP peering for enabling EVPN-BGP</a:t>
            </a:r>
          </a:p>
          <a:p>
            <a:pPr lvl="2"/>
            <a:r>
              <a:rPr lang="en-GB" dirty="0"/>
              <a:t>the server CPU would be used to route packets</a:t>
            </a:r>
          </a:p>
          <a:p>
            <a:pPr lvl="1"/>
            <a:r>
              <a:rPr lang="en-GB" u="sng" dirty="0"/>
              <a:t>in each Leaf</a:t>
            </a:r>
          </a:p>
          <a:p>
            <a:pPr lvl="2"/>
            <a:r>
              <a:rPr lang="en-GB" dirty="0"/>
              <a:t>a Leaf already has a BGP peering (for the underlay network)</a:t>
            </a:r>
          </a:p>
          <a:p>
            <a:pPr lvl="2"/>
            <a:r>
              <a:rPr lang="en-GB" dirty="0"/>
              <a:t>a Leaf is a router, so it has dedicated routing hardware</a:t>
            </a:r>
          </a:p>
          <a:p>
            <a:pPr lvl="2"/>
            <a:r>
              <a:rPr lang="en-GB" dirty="0"/>
              <a:t>usage of VLANs in the link connecting a Leaf and a server to distinguish tenants</a:t>
            </a:r>
          </a:p>
        </p:txBody>
      </p:sp>
    </p:spTree>
    <p:extLst>
      <p:ext uri="{BB962C8B-B14F-4D97-AF65-F5344CB8AC3E}">
        <p14:creationId xmlns:p14="http://schemas.microsoft.com/office/powerpoint/2010/main" val="3277379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691C-B819-FC4B-85BC-66DE1440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the Leaves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B016-BA1E-E72B-5B10-E9D0EBE20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VLANs are used</a:t>
            </a:r>
          </a:p>
          <a:p>
            <a:r>
              <a:rPr lang="en-GB" dirty="0"/>
              <a:t>mapping between VNIs and VLAN IDs</a:t>
            </a:r>
          </a:p>
          <a:p>
            <a:pPr lvl="1"/>
            <a:r>
              <a:rPr lang="en-GB" dirty="0"/>
              <a:t>tenants are unaware of the mapping</a:t>
            </a:r>
          </a:p>
          <a:p>
            <a:r>
              <a:rPr lang="en-GB" dirty="0"/>
              <a:t>when receiving a packet: Leaves decapsulate VXLAN and encapsulate into VLAN frames, according to the mapping</a:t>
            </a:r>
          </a:p>
          <a:p>
            <a:r>
              <a:rPr lang="en-GB" dirty="0"/>
              <a:t>when sending a packet: Leaves decapsulate VLAN frames and encapsulate into VXLAN, according to the mapping</a:t>
            </a:r>
          </a:p>
        </p:txBody>
      </p:sp>
    </p:spTree>
    <p:extLst>
      <p:ext uri="{BB962C8B-B14F-4D97-AF65-F5344CB8AC3E}">
        <p14:creationId xmlns:p14="http://schemas.microsoft.com/office/powerpoint/2010/main" val="1713942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2EB4-405E-B431-C861-5DAF3535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the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67BCB-C205-BF78-5C00-8C2E4BAA3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server uses the VLAN IDs to forward packets to the correct containers/VMs sub-networks</a:t>
            </a:r>
          </a:p>
          <a:p>
            <a:pPr lvl="1"/>
            <a:r>
              <a:rPr lang="en-GB" dirty="0"/>
              <a:t>containers/VMs of the same tenant share the same virtual Layer-2 network</a:t>
            </a:r>
          </a:p>
          <a:p>
            <a:r>
              <a:rPr lang="en-GB" dirty="0"/>
              <a:t>the server </a:t>
            </a:r>
            <a:r>
              <a:rPr lang="en-GB" dirty="0" err="1"/>
              <a:t>untags</a:t>
            </a:r>
            <a:r>
              <a:rPr lang="en-GB" dirty="0"/>
              <a:t> the packets so that the containers/VMs are unaware of the VLANs</a:t>
            </a:r>
          </a:p>
        </p:txBody>
      </p:sp>
    </p:spTree>
    <p:extLst>
      <p:ext uri="{BB962C8B-B14F-4D97-AF65-F5344CB8AC3E}">
        <p14:creationId xmlns:p14="http://schemas.microsoft.com/office/powerpoint/2010/main" val="2642840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01B0-739F-AD65-4715-677BE134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Line 72">
            <a:extLst>
              <a:ext uri="{FF2B5EF4-FFF2-40B4-BE49-F238E27FC236}">
                <a16:creationId xmlns:a16="http://schemas.microsoft.com/office/drawing/2014/main" id="{610BC636-C5DF-D6DB-5F8C-9FEC33AC727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61527" y="5930935"/>
            <a:ext cx="308907" cy="3127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5" name="Line 72">
            <a:extLst>
              <a:ext uri="{FF2B5EF4-FFF2-40B4-BE49-F238E27FC236}">
                <a16:creationId xmlns:a16="http://schemas.microsoft.com/office/drawing/2014/main" id="{F78C7A3E-C97F-96DB-23C5-2933F2FDC9D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8009" y="6021260"/>
            <a:ext cx="284718" cy="1562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4" name="Line 72">
            <a:extLst>
              <a:ext uri="{FF2B5EF4-FFF2-40B4-BE49-F238E27FC236}">
                <a16:creationId xmlns:a16="http://schemas.microsoft.com/office/drawing/2014/main" id="{FC86C0C5-39CF-B178-D9E6-BBA8B8CB9BE0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9535835" y="6042017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3" name="Line 72">
            <a:extLst>
              <a:ext uri="{FF2B5EF4-FFF2-40B4-BE49-F238E27FC236}">
                <a16:creationId xmlns:a16="http://schemas.microsoft.com/office/drawing/2014/main" id="{3EC28B35-258E-9034-A567-7982535DB6F8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554282" y="6052345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2" name="Line 72">
            <a:extLst>
              <a:ext uri="{FF2B5EF4-FFF2-40B4-BE49-F238E27FC236}">
                <a16:creationId xmlns:a16="http://schemas.microsoft.com/office/drawing/2014/main" id="{91C9A647-400A-4AAC-68E2-EB4E194E4A84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238174" y="6028676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1" name="Line 72">
            <a:extLst>
              <a:ext uri="{FF2B5EF4-FFF2-40B4-BE49-F238E27FC236}">
                <a16:creationId xmlns:a16="http://schemas.microsoft.com/office/drawing/2014/main" id="{6B4F36D8-74D5-598C-7179-D73F1570E145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4738246" y="6035233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60" name="Line 72">
            <a:extLst>
              <a:ext uri="{FF2B5EF4-FFF2-40B4-BE49-F238E27FC236}">
                <a16:creationId xmlns:a16="http://schemas.microsoft.com/office/drawing/2014/main" id="{0DA5DA46-C1D7-02E4-558A-901072C39195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961981" y="6035233"/>
            <a:ext cx="307110" cy="13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56" name="Line 72">
            <a:extLst>
              <a:ext uri="{FF2B5EF4-FFF2-40B4-BE49-F238E27FC236}">
                <a16:creationId xmlns:a16="http://schemas.microsoft.com/office/drawing/2014/main" id="{C53E9AF5-8641-9D3B-8D80-438A04E8B81A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9400304" y="5630979"/>
            <a:ext cx="347868" cy="26703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57" name="Line 264">
            <a:extLst>
              <a:ext uri="{FF2B5EF4-FFF2-40B4-BE49-F238E27FC236}">
                <a16:creationId xmlns:a16="http://schemas.microsoft.com/office/drawing/2014/main" id="{DFE0983E-E2C3-3ABB-2AD3-2D123A2600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83126" y="5947375"/>
            <a:ext cx="4657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658" name="Oval 152">
            <a:extLst>
              <a:ext uri="{FF2B5EF4-FFF2-40B4-BE49-F238E27FC236}">
                <a16:creationId xmlns:a16="http://schemas.microsoft.com/office/drawing/2014/main" id="{FD052912-EE76-8AD4-7A25-8E863789D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0509" y="5858563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AF</a:t>
            </a:r>
          </a:p>
        </p:txBody>
      </p:sp>
      <p:sp>
        <p:nvSpPr>
          <p:cNvPr id="97" name="Line 72">
            <a:extLst>
              <a:ext uri="{FF2B5EF4-FFF2-40B4-BE49-F238E27FC236}">
                <a16:creationId xmlns:a16="http://schemas.microsoft.com/office/drawing/2014/main" id="{86DDF0CC-B351-A2D7-92B7-52B548466EAF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2707147" y="5474786"/>
            <a:ext cx="361771" cy="57307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0" name="Line 72">
            <a:extLst>
              <a:ext uri="{FF2B5EF4-FFF2-40B4-BE49-F238E27FC236}">
                <a16:creationId xmlns:a16="http://schemas.microsoft.com/office/drawing/2014/main" id="{8B587EE6-17D9-DBAE-854B-1B1689F8C42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114759" y="5627630"/>
            <a:ext cx="347868" cy="26703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8" name="Line 264">
            <a:extLst>
              <a:ext uri="{FF2B5EF4-FFF2-40B4-BE49-F238E27FC236}">
                <a16:creationId xmlns:a16="http://schemas.microsoft.com/office/drawing/2014/main" id="{6D0D8CC0-8E4D-6483-9A91-4C589178DF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5482" y="5940820"/>
            <a:ext cx="482532" cy="1100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60" name="Line 264">
            <a:extLst>
              <a:ext uri="{FF2B5EF4-FFF2-40B4-BE49-F238E27FC236}">
                <a16:creationId xmlns:a16="http://schemas.microsoft.com/office/drawing/2014/main" id="{4A2AA8DF-EF55-A9D2-5939-648547F3DC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7581" y="5944026"/>
            <a:ext cx="4657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67" name="Oval 152">
            <a:extLst>
              <a:ext uri="{FF2B5EF4-FFF2-40B4-BE49-F238E27FC236}">
                <a16:creationId xmlns:a16="http://schemas.microsoft.com/office/drawing/2014/main" id="{04D556FA-6A1B-F447-5C79-A3AD6C612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495" y="584063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AA</a:t>
            </a:r>
            <a:endParaRPr lang="it-IT" altLang="it-IT" sz="1200">
              <a:latin typeface="Tahoma" panose="020B0604030504040204" pitchFamily="34" charset="0"/>
            </a:endParaRPr>
          </a:p>
        </p:txBody>
      </p:sp>
      <p:sp>
        <p:nvSpPr>
          <p:cNvPr id="168" name="Oval 152">
            <a:extLst>
              <a:ext uri="{FF2B5EF4-FFF2-40B4-BE49-F238E27FC236}">
                <a16:creationId xmlns:a16="http://schemas.microsoft.com/office/drawing/2014/main" id="{46E44AED-CCA2-FC6A-D978-3952D6826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964" y="5855214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81" name="Line 72">
            <a:extLst>
              <a:ext uri="{FF2B5EF4-FFF2-40B4-BE49-F238E27FC236}">
                <a16:creationId xmlns:a16="http://schemas.microsoft.com/office/drawing/2014/main" id="{0737AD4B-FCD6-7B5B-6AE7-F739A87AA0AF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9205827" y="4579951"/>
            <a:ext cx="654718" cy="26467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8" name="Line 71">
            <a:extLst>
              <a:ext uri="{FF2B5EF4-FFF2-40B4-BE49-F238E27FC236}">
                <a16:creationId xmlns:a16="http://schemas.microsoft.com/office/drawing/2014/main" id="{AA35E6A1-6132-0146-223E-0DBC88BD2CC5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998192" y="4587279"/>
            <a:ext cx="622885" cy="24391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C18E6-2976-76B0-49A5-41E22343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37" y="257476"/>
            <a:ext cx="10972800" cy="1143000"/>
          </a:xfrm>
        </p:spPr>
        <p:txBody>
          <a:bodyPr/>
          <a:lstStyle/>
          <a:p>
            <a:r>
              <a:rPr lang="en-GB" altLang="it-IT" dirty="0"/>
              <a:t>deploying VXLAN</a:t>
            </a:r>
            <a:endParaRPr lang="en-GB" dirty="0"/>
          </a:p>
        </p:txBody>
      </p:sp>
      <p:sp>
        <p:nvSpPr>
          <p:cNvPr id="4" name="AutoShape 118">
            <a:extLst>
              <a:ext uri="{FF2B5EF4-FFF2-40B4-BE49-F238E27FC236}">
                <a16:creationId xmlns:a16="http://schemas.microsoft.com/office/drawing/2014/main" id="{A10BBD78-B005-3B16-50BF-20F158E6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280" y="1327059"/>
            <a:ext cx="2620505" cy="615538"/>
          </a:xfrm>
          <a:prstGeom prst="roundRect">
            <a:avLst>
              <a:gd name="adj" fmla="val 31509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59B87C02-352F-2C76-0495-4B71D0A21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350" y="3856726"/>
            <a:ext cx="1256652" cy="615538"/>
          </a:xfrm>
          <a:prstGeom prst="roundRect">
            <a:avLst>
              <a:gd name="adj" fmla="val 31509"/>
            </a:avLst>
          </a:prstGeom>
          <a:solidFill>
            <a:srgbClr val="000066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4A5C2A89-DFAB-704E-7E25-BF4FB91F0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4547" y="3856817"/>
            <a:ext cx="1164573" cy="615538"/>
          </a:xfrm>
          <a:prstGeom prst="roundRect">
            <a:avLst>
              <a:gd name="adj" fmla="val 31509"/>
            </a:avLst>
          </a:prstGeom>
          <a:solidFill>
            <a:srgbClr val="000066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237EC744-A257-6FEF-6F33-900BFBDB9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219" y="3864370"/>
            <a:ext cx="1214922" cy="615538"/>
          </a:xfrm>
          <a:prstGeom prst="roundRect">
            <a:avLst>
              <a:gd name="adj" fmla="val 31509"/>
            </a:avLst>
          </a:prstGeom>
          <a:solidFill>
            <a:srgbClr val="006600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7E2ECA55-5428-3AAB-D814-DB40DE367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528" y="3864370"/>
            <a:ext cx="1220306" cy="615538"/>
          </a:xfrm>
          <a:prstGeom prst="roundRect">
            <a:avLst>
              <a:gd name="adj" fmla="val 31509"/>
            </a:avLst>
          </a:prstGeom>
          <a:solidFill>
            <a:srgbClr val="0066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123A22CD-FFD4-6D6A-32DA-38FCCC79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306" y="2839095"/>
            <a:ext cx="2664948" cy="615538"/>
          </a:xfrm>
          <a:prstGeom prst="roundRect">
            <a:avLst>
              <a:gd name="adj" fmla="val 31509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A9F7A6C2-856D-4AE3-D42B-5C72A8FA0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764" y="2805559"/>
            <a:ext cx="2598038" cy="615538"/>
          </a:xfrm>
          <a:prstGeom prst="roundRect">
            <a:avLst>
              <a:gd name="adj" fmla="val 31509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cxnSp>
        <p:nvCxnSpPr>
          <p:cNvPr id="15" name="AutoShape 30">
            <a:extLst>
              <a:ext uri="{FF2B5EF4-FFF2-40B4-BE49-F238E27FC236}">
                <a16:creationId xmlns:a16="http://schemas.microsoft.com/office/drawing/2014/main" id="{DE781FAB-2998-EE80-AB9F-17C8D6230B53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5158190" y="1835798"/>
            <a:ext cx="2868071" cy="108548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32">
            <a:extLst>
              <a:ext uri="{FF2B5EF4-FFF2-40B4-BE49-F238E27FC236}">
                <a16:creationId xmlns:a16="http://schemas.microsoft.com/office/drawing/2014/main" id="{E2D7E528-3BAF-D3E6-E143-C81147A7E587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4378241" y="1835798"/>
            <a:ext cx="779949" cy="109939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33">
            <a:extLst>
              <a:ext uri="{FF2B5EF4-FFF2-40B4-BE49-F238E27FC236}">
                <a16:creationId xmlns:a16="http://schemas.microsoft.com/office/drawing/2014/main" id="{18B32373-BCCC-5337-F65E-25C55D4483A3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5158190" y="1835798"/>
            <a:ext cx="4490155" cy="108548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40">
            <a:extLst>
              <a:ext uri="{FF2B5EF4-FFF2-40B4-BE49-F238E27FC236}">
                <a16:creationId xmlns:a16="http://schemas.microsoft.com/office/drawing/2014/main" id="{BBB92A63-6B97-FF76-C45F-8BF52B05389B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2805068" y="1835798"/>
            <a:ext cx="2353122" cy="10846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51">
            <a:extLst>
              <a:ext uri="{FF2B5EF4-FFF2-40B4-BE49-F238E27FC236}">
                <a16:creationId xmlns:a16="http://schemas.microsoft.com/office/drawing/2014/main" id="{CB9CBFD4-D658-FEEA-19FF-0DD60C1C2E8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05068" y="3346566"/>
            <a:ext cx="1581068" cy="62048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52">
            <a:extLst>
              <a:ext uri="{FF2B5EF4-FFF2-40B4-BE49-F238E27FC236}">
                <a16:creationId xmlns:a16="http://schemas.microsoft.com/office/drawing/2014/main" id="{1207D3A1-40D1-A7CA-7166-99F3C3F1E19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8241" y="3361319"/>
            <a:ext cx="7895" cy="60573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53">
            <a:extLst>
              <a:ext uri="{FF2B5EF4-FFF2-40B4-BE49-F238E27FC236}">
                <a16:creationId xmlns:a16="http://schemas.microsoft.com/office/drawing/2014/main" id="{984C6EEE-260F-5295-0182-14B18FE6332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05068" y="3346566"/>
            <a:ext cx="1789" cy="62733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54">
            <a:extLst>
              <a:ext uri="{FF2B5EF4-FFF2-40B4-BE49-F238E27FC236}">
                <a16:creationId xmlns:a16="http://schemas.microsoft.com/office/drawing/2014/main" id="{CBA82B76-0845-CF40-A325-E8952EBD00F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06857" y="3361319"/>
            <a:ext cx="1571383" cy="61257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55">
            <a:extLst>
              <a:ext uri="{FF2B5EF4-FFF2-40B4-BE49-F238E27FC236}">
                <a16:creationId xmlns:a16="http://schemas.microsoft.com/office/drawing/2014/main" id="{55C93E52-6CB2-A0B8-B4FE-C3C56015AE4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26261" y="3347409"/>
            <a:ext cx="1630673" cy="60401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56">
            <a:extLst>
              <a:ext uri="{FF2B5EF4-FFF2-40B4-BE49-F238E27FC236}">
                <a16:creationId xmlns:a16="http://schemas.microsoft.com/office/drawing/2014/main" id="{F7BA082B-0AA2-A0AE-178A-1EB04A68EA8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648344" y="3347409"/>
            <a:ext cx="8590" cy="60401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57">
            <a:extLst>
              <a:ext uri="{FF2B5EF4-FFF2-40B4-BE49-F238E27FC236}">
                <a16:creationId xmlns:a16="http://schemas.microsoft.com/office/drawing/2014/main" id="{647EA691-B710-C6E7-A805-D7C6A8D3492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26261" y="3347409"/>
            <a:ext cx="4653" cy="61208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58">
            <a:extLst>
              <a:ext uri="{FF2B5EF4-FFF2-40B4-BE49-F238E27FC236}">
                <a16:creationId xmlns:a16="http://schemas.microsoft.com/office/drawing/2014/main" id="{C8CB7494-6ADA-E6B7-CF25-15A0ADEA2F9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030914" y="3347409"/>
            <a:ext cx="1617431" cy="61208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Line 72">
            <a:extLst>
              <a:ext uri="{FF2B5EF4-FFF2-40B4-BE49-F238E27FC236}">
                <a16:creationId xmlns:a16="http://schemas.microsoft.com/office/drawing/2014/main" id="{5211CA6E-EFE9-2E56-D3E3-B459FAB82A6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95635" y="4468319"/>
            <a:ext cx="606282" cy="48817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cxnSp>
        <p:nvCxnSpPr>
          <p:cNvPr id="41" name="AutoShape 93">
            <a:extLst>
              <a:ext uri="{FF2B5EF4-FFF2-40B4-BE49-F238E27FC236}">
                <a16:creationId xmlns:a16="http://schemas.microsoft.com/office/drawing/2014/main" id="{4D9CFDDB-9C0D-E6A0-56A6-CC13D2A5B05A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6744945" y="1853522"/>
            <a:ext cx="1281316" cy="106775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94">
            <a:extLst>
              <a:ext uri="{FF2B5EF4-FFF2-40B4-BE49-F238E27FC236}">
                <a16:creationId xmlns:a16="http://schemas.microsoft.com/office/drawing/2014/main" id="{DFBC0573-A5E8-0777-A984-DA53A2D96455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4378241" y="1853522"/>
            <a:ext cx="2366704" cy="108166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95">
            <a:extLst>
              <a:ext uri="{FF2B5EF4-FFF2-40B4-BE49-F238E27FC236}">
                <a16:creationId xmlns:a16="http://schemas.microsoft.com/office/drawing/2014/main" id="{7EAC3B18-181E-86DB-D2A9-7D7762961C73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6744945" y="1853522"/>
            <a:ext cx="2903399" cy="106775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02">
            <a:extLst>
              <a:ext uri="{FF2B5EF4-FFF2-40B4-BE49-F238E27FC236}">
                <a16:creationId xmlns:a16="http://schemas.microsoft.com/office/drawing/2014/main" id="{01274B45-3CCB-3937-E826-EDA6E6316B88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2805068" y="1853522"/>
            <a:ext cx="3939877" cy="106691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1D99D5F-B155-21BF-E86B-04F3210E0810}"/>
              </a:ext>
            </a:extLst>
          </p:cNvPr>
          <p:cNvSpPr/>
          <p:nvPr/>
        </p:nvSpPr>
        <p:spPr>
          <a:xfrm>
            <a:off x="2201999" y="2778230"/>
            <a:ext cx="2796486" cy="179404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92D8B38-11EE-8A8A-1E8C-473CBEEF80F5}"/>
              </a:ext>
            </a:extLst>
          </p:cNvPr>
          <p:cNvSpPr/>
          <p:nvPr/>
        </p:nvSpPr>
        <p:spPr>
          <a:xfrm>
            <a:off x="7406672" y="2776211"/>
            <a:ext cx="2847086" cy="179404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85C9D3F-2D2A-276D-0C0E-BD2F363FA763}"/>
              </a:ext>
            </a:extLst>
          </p:cNvPr>
          <p:cNvSpPr/>
          <p:nvPr/>
        </p:nvSpPr>
        <p:spPr>
          <a:xfrm>
            <a:off x="4569622" y="1269324"/>
            <a:ext cx="2787190" cy="760192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B57157-8158-E699-7D06-E2E9A5AD09B1}"/>
              </a:ext>
            </a:extLst>
          </p:cNvPr>
          <p:cNvGrpSpPr/>
          <p:nvPr/>
        </p:nvGrpSpPr>
        <p:grpSpPr>
          <a:xfrm>
            <a:off x="4004577" y="2935189"/>
            <a:ext cx="747328" cy="426131"/>
            <a:chOff x="967835" y="2541918"/>
            <a:chExt cx="1426054" cy="463051"/>
          </a:xfrm>
        </p:grpSpPr>
        <p:grpSp>
          <p:nvGrpSpPr>
            <p:cNvPr id="121" name="Group 93">
              <a:extLst>
                <a:ext uri="{FF2B5EF4-FFF2-40B4-BE49-F238E27FC236}">
                  <a16:creationId xmlns:a16="http://schemas.microsoft.com/office/drawing/2014/main" id="{176CAFE6-FDCC-83BC-E01E-0792ED70E2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123" name="Group 94">
                <a:extLst>
                  <a:ext uri="{FF2B5EF4-FFF2-40B4-BE49-F238E27FC236}">
                    <a16:creationId xmlns:a16="http://schemas.microsoft.com/office/drawing/2014/main" id="{B45F9F3C-9268-EF4D-BAEC-078B17327C0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125" name="AutoShape 95">
                  <a:extLst>
                    <a:ext uri="{FF2B5EF4-FFF2-40B4-BE49-F238E27FC236}">
                      <a16:creationId xmlns:a16="http://schemas.microsoft.com/office/drawing/2014/main" id="{D7E024F6-3EDE-5653-E10D-3C26888B80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26" name="Group 96">
                  <a:extLst>
                    <a:ext uri="{FF2B5EF4-FFF2-40B4-BE49-F238E27FC236}">
                      <a16:creationId xmlns:a16="http://schemas.microsoft.com/office/drawing/2014/main" id="{645BF5FF-ECD4-31BC-2394-4A173E9C522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127" name="Group 97">
                    <a:extLst>
                      <a:ext uri="{FF2B5EF4-FFF2-40B4-BE49-F238E27FC236}">
                        <a16:creationId xmlns:a16="http://schemas.microsoft.com/office/drawing/2014/main" id="{E9967AFF-16F4-B97B-BBB5-D67E21B21DA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137" name="Freeform 98">
                      <a:extLst>
                        <a:ext uri="{FF2B5EF4-FFF2-40B4-BE49-F238E27FC236}">
                          <a16:creationId xmlns:a16="http://schemas.microsoft.com/office/drawing/2014/main" id="{A0D0A395-A4E4-CD1E-6F70-1D41B6F973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8" name="Freeform 99">
                      <a:extLst>
                        <a:ext uri="{FF2B5EF4-FFF2-40B4-BE49-F238E27FC236}">
                          <a16:creationId xmlns:a16="http://schemas.microsoft.com/office/drawing/2014/main" id="{C2631219-FDE8-3DD7-11B2-D02EC2AAC1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9" name="Freeform 100">
                      <a:extLst>
                        <a:ext uri="{FF2B5EF4-FFF2-40B4-BE49-F238E27FC236}">
                          <a16:creationId xmlns:a16="http://schemas.microsoft.com/office/drawing/2014/main" id="{BF774217-5328-5DB4-6A4F-2E49A3E21F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0" name="Freeform 101">
                      <a:extLst>
                        <a:ext uri="{FF2B5EF4-FFF2-40B4-BE49-F238E27FC236}">
                          <a16:creationId xmlns:a16="http://schemas.microsoft.com/office/drawing/2014/main" id="{2792B4F4-8280-3CB2-D111-4CE6569E01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1" name="Freeform 102">
                      <a:extLst>
                        <a:ext uri="{FF2B5EF4-FFF2-40B4-BE49-F238E27FC236}">
                          <a16:creationId xmlns:a16="http://schemas.microsoft.com/office/drawing/2014/main" id="{339BD9DA-BDAC-1FE8-ABC4-4B1EE0C324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2" name="Freeform 103">
                      <a:extLst>
                        <a:ext uri="{FF2B5EF4-FFF2-40B4-BE49-F238E27FC236}">
                          <a16:creationId xmlns:a16="http://schemas.microsoft.com/office/drawing/2014/main" id="{3181C444-069C-93FD-3A8C-668D86EDE5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3" name="Freeform 104">
                      <a:extLst>
                        <a:ext uri="{FF2B5EF4-FFF2-40B4-BE49-F238E27FC236}">
                          <a16:creationId xmlns:a16="http://schemas.microsoft.com/office/drawing/2014/main" id="{1CBF04C2-ABBB-6498-89D2-4C96020005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4" name="Freeform 105">
                      <a:extLst>
                        <a:ext uri="{FF2B5EF4-FFF2-40B4-BE49-F238E27FC236}">
                          <a16:creationId xmlns:a16="http://schemas.microsoft.com/office/drawing/2014/main" id="{3881F63B-D1CF-9D63-3D32-8AC58D74BA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28" name="Group 106">
                    <a:extLst>
                      <a:ext uri="{FF2B5EF4-FFF2-40B4-BE49-F238E27FC236}">
                        <a16:creationId xmlns:a16="http://schemas.microsoft.com/office/drawing/2014/main" id="{CFE16770-AD69-B5D4-0D8F-43218B6B4BE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129" name="Freeform 107">
                      <a:extLst>
                        <a:ext uri="{FF2B5EF4-FFF2-40B4-BE49-F238E27FC236}">
                          <a16:creationId xmlns:a16="http://schemas.microsoft.com/office/drawing/2014/main" id="{25ED0116-0C55-583F-2FBB-30E54913E1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0" name="Freeform 108">
                      <a:extLst>
                        <a:ext uri="{FF2B5EF4-FFF2-40B4-BE49-F238E27FC236}">
                          <a16:creationId xmlns:a16="http://schemas.microsoft.com/office/drawing/2014/main" id="{97C35717-275F-77F8-E55D-37AF82DD3E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1" name="Freeform 109">
                      <a:extLst>
                        <a:ext uri="{FF2B5EF4-FFF2-40B4-BE49-F238E27FC236}">
                          <a16:creationId xmlns:a16="http://schemas.microsoft.com/office/drawing/2014/main" id="{5FC739FA-CD4D-0C43-1AA3-F3BE585B2E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2" name="Freeform 110">
                      <a:extLst>
                        <a:ext uri="{FF2B5EF4-FFF2-40B4-BE49-F238E27FC236}">
                          <a16:creationId xmlns:a16="http://schemas.microsoft.com/office/drawing/2014/main" id="{5AC7AE10-03D3-F9F0-05BB-07B515B34B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3" name="Freeform 111">
                      <a:extLst>
                        <a:ext uri="{FF2B5EF4-FFF2-40B4-BE49-F238E27FC236}">
                          <a16:creationId xmlns:a16="http://schemas.microsoft.com/office/drawing/2014/main" id="{BC7FF577-18F3-D9FE-985B-EC839C2326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4" name="Freeform 112">
                      <a:extLst>
                        <a:ext uri="{FF2B5EF4-FFF2-40B4-BE49-F238E27FC236}">
                          <a16:creationId xmlns:a16="http://schemas.microsoft.com/office/drawing/2014/main" id="{11E7A957-327F-CCE1-3513-A2F43EA14E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5" name="Freeform 113">
                      <a:extLst>
                        <a:ext uri="{FF2B5EF4-FFF2-40B4-BE49-F238E27FC236}">
                          <a16:creationId xmlns:a16="http://schemas.microsoft.com/office/drawing/2014/main" id="{65291A1E-1F6D-0F25-311A-2E9DF21052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36" name="Freeform 114">
                      <a:extLst>
                        <a:ext uri="{FF2B5EF4-FFF2-40B4-BE49-F238E27FC236}">
                          <a16:creationId xmlns:a16="http://schemas.microsoft.com/office/drawing/2014/main" id="{3A060459-289F-A1EC-20D6-464F6F215B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124" name="WordArt 115">
                <a:extLst>
                  <a:ext uri="{FF2B5EF4-FFF2-40B4-BE49-F238E27FC236}">
                    <a16:creationId xmlns:a16="http://schemas.microsoft.com/office/drawing/2014/main" id="{2CC5D2A2-B74B-5CB6-7867-F99BB2905514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22" name="WordArt 68">
              <a:extLst>
                <a:ext uri="{FF2B5EF4-FFF2-40B4-BE49-F238E27FC236}">
                  <a16:creationId xmlns:a16="http://schemas.microsoft.com/office/drawing/2014/main" id="{048A98C9-7EFE-8CF6-1981-427B18B605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spine_1_2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AA6E5A29-1B69-FBCD-6A79-565726F3CA8F}"/>
              </a:ext>
            </a:extLst>
          </p:cNvPr>
          <p:cNvGrpSpPr/>
          <p:nvPr/>
        </p:nvGrpSpPr>
        <p:grpSpPr>
          <a:xfrm>
            <a:off x="2431404" y="2920436"/>
            <a:ext cx="747328" cy="426131"/>
            <a:chOff x="967835" y="2541918"/>
            <a:chExt cx="1426054" cy="463051"/>
          </a:xfrm>
        </p:grpSpPr>
        <p:grpSp>
          <p:nvGrpSpPr>
            <p:cNvPr id="370" name="Group 93">
              <a:extLst>
                <a:ext uri="{FF2B5EF4-FFF2-40B4-BE49-F238E27FC236}">
                  <a16:creationId xmlns:a16="http://schemas.microsoft.com/office/drawing/2014/main" id="{4BD98946-D7D6-E3CB-1AF7-D83D1ED63D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72" name="Group 94">
                <a:extLst>
                  <a:ext uri="{FF2B5EF4-FFF2-40B4-BE49-F238E27FC236}">
                    <a16:creationId xmlns:a16="http://schemas.microsoft.com/office/drawing/2014/main" id="{DAB4D248-D145-7BD8-AE9F-0CF2532567C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74" name="AutoShape 95">
                  <a:extLst>
                    <a:ext uri="{FF2B5EF4-FFF2-40B4-BE49-F238E27FC236}">
                      <a16:creationId xmlns:a16="http://schemas.microsoft.com/office/drawing/2014/main" id="{D6BFA119-F48D-D330-200B-45056A0D03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75" name="Group 96">
                  <a:extLst>
                    <a:ext uri="{FF2B5EF4-FFF2-40B4-BE49-F238E27FC236}">
                      <a16:creationId xmlns:a16="http://schemas.microsoft.com/office/drawing/2014/main" id="{C57CE511-D743-D63D-57E2-E6299B8B017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76" name="Group 97">
                    <a:extLst>
                      <a:ext uri="{FF2B5EF4-FFF2-40B4-BE49-F238E27FC236}">
                        <a16:creationId xmlns:a16="http://schemas.microsoft.com/office/drawing/2014/main" id="{18A24C07-DCAB-EA86-BC7E-B391F410EF0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86" name="Freeform 98">
                      <a:extLst>
                        <a:ext uri="{FF2B5EF4-FFF2-40B4-BE49-F238E27FC236}">
                          <a16:creationId xmlns:a16="http://schemas.microsoft.com/office/drawing/2014/main" id="{21FE904D-D946-C27A-F4D5-C6DA146F5A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7" name="Freeform 99">
                      <a:extLst>
                        <a:ext uri="{FF2B5EF4-FFF2-40B4-BE49-F238E27FC236}">
                          <a16:creationId xmlns:a16="http://schemas.microsoft.com/office/drawing/2014/main" id="{4055D09A-12F1-511D-4B51-B8CDE4B257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8" name="Freeform 100">
                      <a:extLst>
                        <a:ext uri="{FF2B5EF4-FFF2-40B4-BE49-F238E27FC236}">
                          <a16:creationId xmlns:a16="http://schemas.microsoft.com/office/drawing/2014/main" id="{15BF4058-AFB2-5646-47AC-E33D21F208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9" name="Freeform 101">
                      <a:extLst>
                        <a:ext uri="{FF2B5EF4-FFF2-40B4-BE49-F238E27FC236}">
                          <a16:creationId xmlns:a16="http://schemas.microsoft.com/office/drawing/2014/main" id="{70264F8D-82A6-F80F-FF03-C00593618C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0" name="Freeform 102">
                      <a:extLst>
                        <a:ext uri="{FF2B5EF4-FFF2-40B4-BE49-F238E27FC236}">
                          <a16:creationId xmlns:a16="http://schemas.microsoft.com/office/drawing/2014/main" id="{AE358616-4653-7657-3A93-D12375ABAC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1" name="Freeform 103">
                      <a:extLst>
                        <a:ext uri="{FF2B5EF4-FFF2-40B4-BE49-F238E27FC236}">
                          <a16:creationId xmlns:a16="http://schemas.microsoft.com/office/drawing/2014/main" id="{D86D2315-0E10-9012-0152-7DA339B71D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2" name="Freeform 104">
                      <a:extLst>
                        <a:ext uri="{FF2B5EF4-FFF2-40B4-BE49-F238E27FC236}">
                          <a16:creationId xmlns:a16="http://schemas.microsoft.com/office/drawing/2014/main" id="{DEA0D757-62DC-70DA-51ED-0257E14BF4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3" name="Freeform 105">
                      <a:extLst>
                        <a:ext uri="{FF2B5EF4-FFF2-40B4-BE49-F238E27FC236}">
                          <a16:creationId xmlns:a16="http://schemas.microsoft.com/office/drawing/2014/main" id="{C6BDE4C3-1752-A1FD-80AE-BBA3C2FE5B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77" name="Group 106">
                    <a:extLst>
                      <a:ext uri="{FF2B5EF4-FFF2-40B4-BE49-F238E27FC236}">
                        <a16:creationId xmlns:a16="http://schemas.microsoft.com/office/drawing/2014/main" id="{78E9926C-3B47-9644-456C-E563F1B7AE4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78" name="Freeform 107">
                      <a:extLst>
                        <a:ext uri="{FF2B5EF4-FFF2-40B4-BE49-F238E27FC236}">
                          <a16:creationId xmlns:a16="http://schemas.microsoft.com/office/drawing/2014/main" id="{9D59189B-7694-82F9-3D1B-197A9AAD31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79" name="Freeform 108">
                      <a:extLst>
                        <a:ext uri="{FF2B5EF4-FFF2-40B4-BE49-F238E27FC236}">
                          <a16:creationId xmlns:a16="http://schemas.microsoft.com/office/drawing/2014/main" id="{6630061E-B306-4FEB-6B59-9941139E8B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0" name="Freeform 109">
                      <a:extLst>
                        <a:ext uri="{FF2B5EF4-FFF2-40B4-BE49-F238E27FC236}">
                          <a16:creationId xmlns:a16="http://schemas.microsoft.com/office/drawing/2014/main" id="{84F0EE32-1ABF-CD59-E611-DDAEF5A6A7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1" name="Freeform 110">
                      <a:extLst>
                        <a:ext uri="{FF2B5EF4-FFF2-40B4-BE49-F238E27FC236}">
                          <a16:creationId xmlns:a16="http://schemas.microsoft.com/office/drawing/2014/main" id="{B8EFE6BD-CBC3-D750-98C3-3B430C5308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2" name="Freeform 111">
                      <a:extLst>
                        <a:ext uri="{FF2B5EF4-FFF2-40B4-BE49-F238E27FC236}">
                          <a16:creationId xmlns:a16="http://schemas.microsoft.com/office/drawing/2014/main" id="{2A39EBBA-AEAB-6CC3-F386-7CD02B6B8A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3" name="Freeform 112">
                      <a:extLst>
                        <a:ext uri="{FF2B5EF4-FFF2-40B4-BE49-F238E27FC236}">
                          <a16:creationId xmlns:a16="http://schemas.microsoft.com/office/drawing/2014/main" id="{E97FDA56-1DEC-7362-BB91-751E02FA97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4" name="Freeform 113">
                      <a:extLst>
                        <a:ext uri="{FF2B5EF4-FFF2-40B4-BE49-F238E27FC236}">
                          <a16:creationId xmlns:a16="http://schemas.microsoft.com/office/drawing/2014/main" id="{1E0BC187-0FD9-2740-0CF1-E8917992AB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5" name="Freeform 114">
                      <a:extLst>
                        <a:ext uri="{FF2B5EF4-FFF2-40B4-BE49-F238E27FC236}">
                          <a16:creationId xmlns:a16="http://schemas.microsoft.com/office/drawing/2014/main" id="{66873821-FA7A-EA03-6B23-A43B3DD271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373" name="WordArt 115">
                <a:extLst>
                  <a:ext uri="{FF2B5EF4-FFF2-40B4-BE49-F238E27FC236}">
                    <a16:creationId xmlns:a16="http://schemas.microsoft.com/office/drawing/2014/main" id="{AFC4994A-EE7F-F4BD-2AE0-38D1017DBECF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71" name="WordArt 68">
              <a:extLst>
                <a:ext uri="{FF2B5EF4-FFF2-40B4-BE49-F238E27FC236}">
                  <a16:creationId xmlns:a16="http://schemas.microsoft.com/office/drawing/2014/main" id="{8DA46C97-F0D6-980F-8E60-9FE552622E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spine_1_1</a:t>
              </a: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E8B2F68A-75BE-52DA-77FD-6394AF679F0C}"/>
              </a:ext>
            </a:extLst>
          </p:cNvPr>
          <p:cNvGrpSpPr/>
          <p:nvPr/>
        </p:nvGrpSpPr>
        <p:grpSpPr>
          <a:xfrm>
            <a:off x="7652597" y="2921279"/>
            <a:ext cx="747328" cy="426131"/>
            <a:chOff x="967835" y="2541918"/>
            <a:chExt cx="1426054" cy="463051"/>
          </a:xfrm>
        </p:grpSpPr>
        <p:grpSp>
          <p:nvGrpSpPr>
            <p:cNvPr id="445" name="Group 93">
              <a:extLst>
                <a:ext uri="{FF2B5EF4-FFF2-40B4-BE49-F238E27FC236}">
                  <a16:creationId xmlns:a16="http://schemas.microsoft.com/office/drawing/2014/main" id="{79E0D18D-E36F-A65F-6D57-AEA403BBC0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47" name="Group 94">
                <a:extLst>
                  <a:ext uri="{FF2B5EF4-FFF2-40B4-BE49-F238E27FC236}">
                    <a16:creationId xmlns:a16="http://schemas.microsoft.com/office/drawing/2014/main" id="{02DE2829-3CD3-381E-4571-DC9195C4B6B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49" name="AutoShape 95">
                  <a:extLst>
                    <a:ext uri="{FF2B5EF4-FFF2-40B4-BE49-F238E27FC236}">
                      <a16:creationId xmlns:a16="http://schemas.microsoft.com/office/drawing/2014/main" id="{AC27EC4B-3A8F-B9AC-EF1D-5D011601063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50" name="Group 96">
                  <a:extLst>
                    <a:ext uri="{FF2B5EF4-FFF2-40B4-BE49-F238E27FC236}">
                      <a16:creationId xmlns:a16="http://schemas.microsoft.com/office/drawing/2014/main" id="{8578C748-EF73-E87F-4E25-F249FE71471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51" name="Group 97">
                    <a:extLst>
                      <a:ext uri="{FF2B5EF4-FFF2-40B4-BE49-F238E27FC236}">
                        <a16:creationId xmlns:a16="http://schemas.microsoft.com/office/drawing/2014/main" id="{D907138D-EE8A-6FCE-01AD-2128CFC39A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1" name="Freeform 98">
                      <a:extLst>
                        <a:ext uri="{FF2B5EF4-FFF2-40B4-BE49-F238E27FC236}">
                          <a16:creationId xmlns:a16="http://schemas.microsoft.com/office/drawing/2014/main" id="{4FEE438A-25BA-3974-3236-0366B327DE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2" name="Freeform 99">
                      <a:extLst>
                        <a:ext uri="{FF2B5EF4-FFF2-40B4-BE49-F238E27FC236}">
                          <a16:creationId xmlns:a16="http://schemas.microsoft.com/office/drawing/2014/main" id="{47E31B3B-40D1-0938-B94F-B4E55BDD0C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3" name="Freeform 100">
                      <a:extLst>
                        <a:ext uri="{FF2B5EF4-FFF2-40B4-BE49-F238E27FC236}">
                          <a16:creationId xmlns:a16="http://schemas.microsoft.com/office/drawing/2014/main" id="{65C239F8-ED21-FD8B-9E3B-0D00ED5C6D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4" name="Freeform 101">
                      <a:extLst>
                        <a:ext uri="{FF2B5EF4-FFF2-40B4-BE49-F238E27FC236}">
                          <a16:creationId xmlns:a16="http://schemas.microsoft.com/office/drawing/2014/main" id="{2734210C-E78F-9233-62E6-C41576E04C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5" name="Freeform 102">
                      <a:extLst>
                        <a:ext uri="{FF2B5EF4-FFF2-40B4-BE49-F238E27FC236}">
                          <a16:creationId xmlns:a16="http://schemas.microsoft.com/office/drawing/2014/main" id="{4B8357A4-79D3-D8DB-2864-C52058D652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6" name="Freeform 103">
                      <a:extLst>
                        <a:ext uri="{FF2B5EF4-FFF2-40B4-BE49-F238E27FC236}">
                          <a16:creationId xmlns:a16="http://schemas.microsoft.com/office/drawing/2014/main" id="{CD3DD3D5-CAB1-B4AE-4D0E-9A6F110C8E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7" name="Freeform 104">
                      <a:extLst>
                        <a:ext uri="{FF2B5EF4-FFF2-40B4-BE49-F238E27FC236}">
                          <a16:creationId xmlns:a16="http://schemas.microsoft.com/office/drawing/2014/main" id="{AA2EB9BE-E461-9601-9136-5374C23C62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8" name="Freeform 105">
                      <a:extLst>
                        <a:ext uri="{FF2B5EF4-FFF2-40B4-BE49-F238E27FC236}">
                          <a16:creationId xmlns:a16="http://schemas.microsoft.com/office/drawing/2014/main" id="{C19B50DF-F68B-0C38-3DFD-2250FD862F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52" name="Group 106">
                    <a:extLst>
                      <a:ext uri="{FF2B5EF4-FFF2-40B4-BE49-F238E27FC236}">
                        <a16:creationId xmlns:a16="http://schemas.microsoft.com/office/drawing/2014/main" id="{AF4C8445-EEED-74DF-B759-F418FDFEF0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53" name="Freeform 107">
                      <a:extLst>
                        <a:ext uri="{FF2B5EF4-FFF2-40B4-BE49-F238E27FC236}">
                          <a16:creationId xmlns:a16="http://schemas.microsoft.com/office/drawing/2014/main" id="{61DE2886-B7EF-5598-3D5A-E4B97FD9DB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4" name="Freeform 108">
                      <a:extLst>
                        <a:ext uri="{FF2B5EF4-FFF2-40B4-BE49-F238E27FC236}">
                          <a16:creationId xmlns:a16="http://schemas.microsoft.com/office/drawing/2014/main" id="{D64E4E30-1DEB-F59C-F9BD-D0ACD5C186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5" name="Freeform 109">
                      <a:extLst>
                        <a:ext uri="{FF2B5EF4-FFF2-40B4-BE49-F238E27FC236}">
                          <a16:creationId xmlns:a16="http://schemas.microsoft.com/office/drawing/2014/main" id="{C1B995A3-C5BA-418A-6B0B-3EB09CF85E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6" name="Freeform 110">
                      <a:extLst>
                        <a:ext uri="{FF2B5EF4-FFF2-40B4-BE49-F238E27FC236}">
                          <a16:creationId xmlns:a16="http://schemas.microsoft.com/office/drawing/2014/main" id="{9D3BDCFB-2AE0-D341-70D5-325620410A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7" name="Freeform 111">
                      <a:extLst>
                        <a:ext uri="{FF2B5EF4-FFF2-40B4-BE49-F238E27FC236}">
                          <a16:creationId xmlns:a16="http://schemas.microsoft.com/office/drawing/2014/main" id="{A82B294A-695C-A0FA-2558-865BFE1649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8" name="Freeform 112">
                      <a:extLst>
                        <a:ext uri="{FF2B5EF4-FFF2-40B4-BE49-F238E27FC236}">
                          <a16:creationId xmlns:a16="http://schemas.microsoft.com/office/drawing/2014/main" id="{C80E37DD-B99E-5FC2-E79C-EA703F79D2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9" name="Freeform 113">
                      <a:extLst>
                        <a:ext uri="{FF2B5EF4-FFF2-40B4-BE49-F238E27FC236}">
                          <a16:creationId xmlns:a16="http://schemas.microsoft.com/office/drawing/2014/main" id="{992EEA11-7E0A-6C6E-D81D-A5FA9DBAAB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0" name="Freeform 114">
                      <a:extLst>
                        <a:ext uri="{FF2B5EF4-FFF2-40B4-BE49-F238E27FC236}">
                          <a16:creationId xmlns:a16="http://schemas.microsoft.com/office/drawing/2014/main" id="{330230A7-6C51-1260-F39C-572C2A011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48" name="WordArt 115">
                <a:extLst>
                  <a:ext uri="{FF2B5EF4-FFF2-40B4-BE49-F238E27FC236}">
                    <a16:creationId xmlns:a16="http://schemas.microsoft.com/office/drawing/2014/main" id="{DE649229-6B3F-2D59-842A-665E47E4B88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46" name="WordArt 68">
              <a:extLst>
                <a:ext uri="{FF2B5EF4-FFF2-40B4-BE49-F238E27FC236}">
                  <a16:creationId xmlns:a16="http://schemas.microsoft.com/office/drawing/2014/main" id="{5A3E6A69-9471-07C4-D677-075C7C8EAC7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spine_2_1</a:t>
              </a:r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F3B1E8B4-0560-AADF-CEF1-3E18A88837C6}"/>
              </a:ext>
            </a:extLst>
          </p:cNvPr>
          <p:cNvGrpSpPr/>
          <p:nvPr/>
        </p:nvGrpSpPr>
        <p:grpSpPr>
          <a:xfrm>
            <a:off x="9274680" y="2921279"/>
            <a:ext cx="747328" cy="426131"/>
            <a:chOff x="967835" y="2541918"/>
            <a:chExt cx="1426054" cy="463051"/>
          </a:xfrm>
        </p:grpSpPr>
        <p:grpSp>
          <p:nvGrpSpPr>
            <p:cNvPr id="470" name="Group 93">
              <a:extLst>
                <a:ext uri="{FF2B5EF4-FFF2-40B4-BE49-F238E27FC236}">
                  <a16:creationId xmlns:a16="http://schemas.microsoft.com/office/drawing/2014/main" id="{42854460-F2B2-59AA-1AB7-70E10B569F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72" name="Group 94">
                <a:extLst>
                  <a:ext uri="{FF2B5EF4-FFF2-40B4-BE49-F238E27FC236}">
                    <a16:creationId xmlns:a16="http://schemas.microsoft.com/office/drawing/2014/main" id="{4DB4DEBF-099B-C418-5F7D-F9234B30EB7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74" name="AutoShape 95">
                  <a:extLst>
                    <a:ext uri="{FF2B5EF4-FFF2-40B4-BE49-F238E27FC236}">
                      <a16:creationId xmlns:a16="http://schemas.microsoft.com/office/drawing/2014/main" id="{0A13BE3B-38F8-C32E-77B6-C1E2DCFFEF0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75" name="Group 96">
                  <a:extLst>
                    <a:ext uri="{FF2B5EF4-FFF2-40B4-BE49-F238E27FC236}">
                      <a16:creationId xmlns:a16="http://schemas.microsoft.com/office/drawing/2014/main" id="{7EAD5D0A-13E9-4A4C-FF3C-50F30000D9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76" name="Group 97">
                    <a:extLst>
                      <a:ext uri="{FF2B5EF4-FFF2-40B4-BE49-F238E27FC236}">
                        <a16:creationId xmlns:a16="http://schemas.microsoft.com/office/drawing/2014/main" id="{95A08EC3-5057-39A6-6516-931BCAF1AE9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86" name="Freeform 98">
                      <a:extLst>
                        <a:ext uri="{FF2B5EF4-FFF2-40B4-BE49-F238E27FC236}">
                          <a16:creationId xmlns:a16="http://schemas.microsoft.com/office/drawing/2014/main" id="{88D1D28F-A1CA-CF1C-28CA-827C33969A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7" name="Freeform 99">
                      <a:extLst>
                        <a:ext uri="{FF2B5EF4-FFF2-40B4-BE49-F238E27FC236}">
                          <a16:creationId xmlns:a16="http://schemas.microsoft.com/office/drawing/2014/main" id="{9FAF7839-D66C-272E-67AE-42877D8976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8" name="Freeform 100">
                      <a:extLst>
                        <a:ext uri="{FF2B5EF4-FFF2-40B4-BE49-F238E27FC236}">
                          <a16:creationId xmlns:a16="http://schemas.microsoft.com/office/drawing/2014/main" id="{3A6ED52E-7D5E-C5BD-3573-240D4352D0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9" name="Freeform 101">
                      <a:extLst>
                        <a:ext uri="{FF2B5EF4-FFF2-40B4-BE49-F238E27FC236}">
                          <a16:creationId xmlns:a16="http://schemas.microsoft.com/office/drawing/2014/main" id="{6664280E-CF03-F10B-C210-CC62F4B93E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0" name="Freeform 102">
                      <a:extLst>
                        <a:ext uri="{FF2B5EF4-FFF2-40B4-BE49-F238E27FC236}">
                          <a16:creationId xmlns:a16="http://schemas.microsoft.com/office/drawing/2014/main" id="{A1605B1F-265B-11F6-D769-602D705B91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1" name="Freeform 103">
                      <a:extLst>
                        <a:ext uri="{FF2B5EF4-FFF2-40B4-BE49-F238E27FC236}">
                          <a16:creationId xmlns:a16="http://schemas.microsoft.com/office/drawing/2014/main" id="{E568E352-1B68-E678-CA92-75CFFB4683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2" name="Freeform 104">
                      <a:extLst>
                        <a:ext uri="{FF2B5EF4-FFF2-40B4-BE49-F238E27FC236}">
                          <a16:creationId xmlns:a16="http://schemas.microsoft.com/office/drawing/2014/main" id="{21B1468E-B2A5-C1DC-E819-90E3565E1D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3" name="Freeform 105">
                      <a:extLst>
                        <a:ext uri="{FF2B5EF4-FFF2-40B4-BE49-F238E27FC236}">
                          <a16:creationId xmlns:a16="http://schemas.microsoft.com/office/drawing/2014/main" id="{FE29FA55-E387-FC39-311A-50D1C91943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77" name="Group 106">
                    <a:extLst>
                      <a:ext uri="{FF2B5EF4-FFF2-40B4-BE49-F238E27FC236}">
                        <a16:creationId xmlns:a16="http://schemas.microsoft.com/office/drawing/2014/main" id="{CE3BECA9-3CB3-0428-0281-4113A577A16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8" name="Freeform 107">
                      <a:extLst>
                        <a:ext uri="{FF2B5EF4-FFF2-40B4-BE49-F238E27FC236}">
                          <a16:creationId xmlns:a16="http://schemas.microsoft.com/office/drawing/2014/main" id="{454D8D14-E869-DE84-4A7D-5D34639D42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79" name="Freeform 108">
                      <a:extLst>
                        <a:ext uri="{FF2B5EF4-FFF2-40B4-BE49-F238E27FC236}">
                          <a16:creationId xmlns:a16="http://schemas.microsoft.com/office/drawing/2014/main" id="{622A2835-B1A4-323D-089D-0E0ACBD230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0" name="Freeform 109">
                      <a:extLst>
                        <a:ext uri="{FF2B5EF4-FFF2-40B4-BE49-F238E27FC236}">
                          <a16:creationId xmlns:a16="http://schemas.microsoft.com/office/drawing/2014/main" id="{B9B6579B-E4C2-D640-CF1D-254B53F214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1" name="Freeform 110">
                      <a:extLst>
                        <a:ext uri="{FF2B5EF4-FFF2-40B4-BE49-F238E27FC236}">
                          <a16:creationId xmlns:a16="http://schemas.microsoft.com/office/drawing/2014/main" id="{ACBA3AB6-7C13-E5FE-E75B-7D671E2EA7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2" name="Freeform 111">
                      <a:extLst>
                        <a:ext uri="{FF2B5EF4-FFF2-40B4-BE49-F238E27FC236}">
                          <a16:creationId xmlns:a16="http://schemas.microsoft.com/office/drawing/2014/main" id="{D55B138E-BD31-35A0-524A-A7AA95D414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3" name="Freeform 112">
                      <a:extLst>
                        <a:ext uri="{FF2B5EF4-FFF2-40B4-BE49-F238E27FC236}">
                          <a16:creationId xmlns:a16="http://schemas.microsoft.com/office/drawing/2014/main" id="{CD64356A-B412-76F7-7968-5ADBEAC704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4" name="Freeform 113">
                      <a:extLst>
                        <a:ext uri="{FF2B5EF4-FFF2-40B4-BE49-F238E27FC236}">
                          <a16:creationId xmlns:a16="http://schemas.microsoft.com/office/drawing/2014/main" id="{DAF70F67-01BF-F7FE-E32E-D4A3F7987F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5" name="Freeform 114">
                      <a:extLst>
                        <a:ext uri="{FF2B5EF4-FFF2-40B4-BE49-F238E27FC236}">
                          <a16:creationId xmlns:a16="http://schemas.microsoft.com/office/drawing/2014/main" id="{ACC9F485-A7A4-5F14-3364-D5EF4E3E19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73" name="WordArt 115">
                <a:extLst>
                  <a:ext uri="{FF2B5EF4-FFF2-40B4-BE49-F238E27FC236}">
                    <a16:creationId xmlns:a16="http://schemas.microsoft.com/office/drawing/2014/main" id="{55C42DF2-F208-CC52-9203-FA36EB87695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71" name="WordArt 68">
              <a:extLst>
                <a:ext uri="{FF2B5EF4-FFF2-40B4-BE49-F238E27FC236}">
                  <a16:creationId xmlns:a16="http://schemas.microsoft.com/office/drawing/2014/main" id="{334D2F0B-8D64-E39E-4217-75E0065E5D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spine_2_2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770F1C97-DC73-4C64-A563-7FCDAE5FB6C7}"/>
              </a:ext>
            </a:extLst>
          </p:cNvPr>
          <p:cNvGrpSpPr/>
          <p:nvPr/>
        </p:nvGrpSpPr>
        <p:grpSpPr>
          <a:xfrm>
            <a:off x="4784526" y="1409667"/>
            <a:ext cx="747328" cy="426131"/>
            <a:chOff x="967835" y="2541918"/>
            <a:chExt cx="1426054" cy="463051"/>
          </a:xfrm>
        </p:grpSpPr>
        <p:grpSp>
          <p:nvGrpSpPr>
            <p:cNvPr id="545" name="Group 93">
              <a:extLst>
                <a:ext uri="{FF2B5EF4-FFF2-40B4-BE49-F238E27FC236}">
                  <a16:creationId xmlns:a16="http://schemas.microsoft.com/office/drawing/2014/main" id="{B883E103-0CDF-BCCC-DD1F-2727E38F0C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7" name="Group 94">
                <a:extLst>
                  <a:ext uri="{FF2B5EF4-FFF2-40B4-BE49-F238E27FC236}">
                    <a16:creationId xmlns:a16="http://schemas.microsoft.com/office/drawing/2014/main" id="{64FF3366-61DE-FD71-2ADC-3D42087629A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9" name="AutoShape 95">
                  <a:extLst>
                    <a:ext uri="{FF2B5EF4-FFF2-40B4-BE49-F238E27FC236}">
                      <a16:creationId xmlns:a16="http://schemas.microsoft.com/office/drawing/2014/main" id="{FF747896-1789-5915-3233-0A7492822B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50" name="Group 96">
                  <a:extLst>
                    <a:ext uri="{FF2B5EF4-FFF2-40B4-BE49-F238E27FC236}">
                      <a16:creationId xmlns:a16="http://schemas.microsoft.com/office/drawing/2014/main" id="{E696FE22-7EEC-F496-3249-B24EC7C8DD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1" name="Group 97">
                    <a:extLst>
                      <a:ext uri="{FF2B5EF4-FFF2-40B4-BE49-F238E27FC236}">
                        <a16:creationId xmlns:a16="http://schemas.microsoft.com/office/drawing/2014/main" id="{42BAD336-4124-6C4C-8D58-4FB96B82270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1" name="Freeform 98">
                      <a:extLst>
                        <a:ext uri="{FF2B5EF4-FFF2-40B4-BE49-F238E27FC236}">
                          <a16:creationId xmlns:a16="http://schemas.microsoft.com/office/drawing/2014/main" id="{F1FFFD16-E41F-4F11-5A54-B5A426295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2" name="Freeform 99">
                      <a:extLst>
                        <a:ext uri="{FF2B5EF4-FFF2-40B4-BE49-F238E27FC236}">
                          <a16:creationId xmlns:a16="http://schemas.microsoft.com/office/drawing/2014/main" id="{7653E524-B1AA-8B51-8D52-A3EB3F1C30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3" name="Freeform 100">
                      <a:extLst>
                        <a:ext uri="{FF2B5EF4-FFF2-40B4-BE49-F238E27FC236}">
                          <a16:creationId xmlns:a16="http://schemas.microsoft.com/office/drawing/2014/main" id="{48633A5D-90B2-BC2C-6F88-1CF50BB78F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4" name="Freeform 101">
                      <a:extLst>
                        <a:ext uri="{FF2B5EF4-FFF2-40B4-BE49-F238E27FC236}">
                          <a16:creationId xmlns:a16="http://schemas.microsoft.com/office/drawing/2014/main" id="{6F30AE01-804F-174E-60B2-580E4E2138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5" name="Freeform 102">
                      <a:extLst>
                        <a:ext uri="{FF2B5EF4-FFF2-40B4-BE49-F238E27FC236}">
                          <a16:creationId xmlns:a16="http://schemas.microsoft.com/office/drawing/2014/main" id="{55BFD6EF-8F72-8727-FCC0-8326903564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6" name="Freeform 103">
                      <a:extLst>
                        <a:ext uri="{FF2B5EF4-FFF2-40B4-BE49-F238E27FC236}">
                          <a16:creationId xmlns:a16="http://schemas.microsoft.com/office/drawing/2014/main" id="{0C236957-2671-1056-8FC6-6475DC2A06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7" name="Freeform 104">
                      <a:extLst>
                        <a:ext uri="{FF2B5EF4-FFF2-40B4-BE49-F238E27FC236}">
                          <a16:creationId xmlns:a16="http://schemas.microsoft.com/office/drawing/2014/main" id="{5F456397-FFD5-C12E-B07E-117E933DD6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8" name="Freeform 105">
                      <a:extLst>
                        <a:ext uri="{FF2B5EF4-FFF2-40B4-BE49-F238E27FC236}">
                          <a16:creationId xmlns:a16="http://schemas.microsoft.com/office/drawing/2014/main" id="{DBC734CD-2ADD-D8FB-2DA6-E8DEADF710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52" name="Group 106">
                    <a:extLst>
                      <a:ext uri="{FF2B5EF4-FFF2-40B4-BE49-F238E27FC236}">
                        <a16:creationId xmlns:a16="http://schemas.microsoft.com/office/drawing/2014/main" id="{AEDDF208-239A-927E-F827-07DA1080845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3" name="Freeform 107">
                      <a:extLst>
                        <a:ext uri="{FF2B5EF4-FFF2-40B4-BE49-F238E27FC236}">
                          <a16:creationId xmlns:a16="http://schemas.microsoft.com/office/drawing/2014/main" id="{38F98B43-BA8D-C54C-4AA3-0DBD9EC4FA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4" name="Freeform 108">
                      <a:extLst>
                        <a:ext uri="{FF2B5EF4-FFF2-40B4-BE49-F238E27FC236}">
                          <a16:creationId xmlns:a16="http://schemas.microsoft.com/office/drawing/2014/main" id="{B7957D85-860F-B23F-C047-60A76DB9A9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5" name="Freeform 109">
                      <a:extLst>
                        <a:ext uri="{FF2B5EF4-FFF2-40B4-BE49-F238E27FC236}">
                          <a16:creationId xmlns:a16="http://schemas.microsoft.com/office/drawing/2014/main" id="{CF722A39-7A92-1514-786A-8557DACAC1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6" name="Freeform 110">
                      <a:extLst>
                        <a:ext uri="{FF2B5EF4-FFF2-40B4-BE49-F238E27FC236}">
                          <a16:creationId xmlns:a16="http://schemas.microsoft.com/office/drawing/2014/main" id="{8618F83F-AD0A-797A-18A2-73CF3E466D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7" name="Freeform 111">
                      <a:extLst>
                        <a:ext uri="{FF2B5EF4-FFF2-40B4-BE49-F238E27FC236}">
                          <a16:creationId xmlns:a16="http://schemas.microsoft.com/office/drawing/2014/main" id="{C7ADFD74-20EF-644D-9F73-CC5C7DBB39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8" name="Freeform 112">
                      <a:extLst>
                        <a:ext uri="{FF2B5EF4-FFF2-40B4-BE49-F238E27FC236}">
                          <a16:creationId xmlns:a16="http://schemas.microsoft.com/office/drawing/2014/main" id="{53E115EF-5F4D-A891-386D-03F04C4BC5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9" name="Freeform 113">
                      <a:extLst>
                        <a:ext uri="{FF2B5EF4-FFF2-40B4-BE49-F238E27FC236}">
                          <a16:creationId xmlns:a16="http://schemas.microsoft.com/office/drawing/2014/main" id="{5E62A465-1756-5B6D-C10E-9DD6F90783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0" name="Freeform 114">
                      <a:extLst>
                        <a:ext uri="{FF2B5EF4-FFF2-40B4-BE49-F238E27FC236}">
                          <a16:creationId xmlns:a16="http://schemas.microsoft.com/office/drawing/2014/main" id="{01EDB7B4-1010-043A-02D4-A8392BF9C2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48" name="WordArt 115">
                <a:extLst>
                  <a:ext uri="{FF2B5EF4-FFF2-40B4-BE49-F238E27FC236}">
                    <a16:creationId xmlns:a16="http://schemas.microsoft.com/office/drawing/2014/main" id="{BD7FAF8E-C7FF-74FB-8C6F-FB97A742D012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6" name="WordArt 68">
              <a:extLst>
                <a:ext uri="{FF2B5EF4-FFF2-40B4-BE49-F238E27FC236}">
                  <a16:creationId xmlns:a16="http://schemas.microsoft.com/office/drawing/2014/main" id="{23EED2A3-D543-F6DF-198F-A620DF5978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core_1_1</a:t>
              </a:r>
            </a:p>
          </p:txBody>
        </p: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060950BA-EBB9-F09D-B3F9-C6B8307BE99D}"/>
              </a:ext>
            </a:extLst>
          </p:cNvPr>
          <p:cNvGrpSpPr/>
          <p:nvPr/>
        </p:nvGrpSpPr>
        <p:grpSpPr>
          <a:xfrm>
            <a:off x="6371281" y="1427391"/>
            <a:ext cx="747328" cy="426131"/>
            <a:chOff x="967835" y="2541918"/>
            <a:chExt cx="1426054" cy="463051"/>
          </a:xfrm>
        </p:grpSpPr>
        <p:grpSp>
          <p:nvGrpSpPr>
            <p:cNvPr id="570" name="Group 93">
              <a:extLst>
                <a:ext uri="{FF2B5EF4-FFF2-40B4-BE49-F238E27FC236}">
                  <a16:creationId xmlns:a16="http://schemas.microsoft.com/office/drawing/2014/main" id="{DB54E2FD-CD06-B19F-D5F9-7669880A68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72" name="Group 94">
                <a:extLst>
                  <a:ext uri="{FF2B5EF4-FFF2-40B4-BE49-F238E27FC236}">
                    <a16:creationId xmlns:a16="http://schemas.microsoft.com/office/drawing/2014/main" id="{48003159-C3D9-B75C-3410-8CFF4D76B9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74" name="AutoShape 95">
                  <a:extLst>
                    <a:ext uri="{FF2B5EF4-FFF2-40B4-BE49-F238E27FC236}">
                      <a16:creationId xmlns:a16="http://schemas.microsoft.com/office/drawing/2014/main" id="{E27E0CB3-BEC0-919A-115F-2A86D893816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75" name="Group 96">
                  <a:extLst>
                    <a:ext uri="{FF2B5EF4-FFF2-40B4-BE49-F238E27FC236}">
                      <a16:creationId xmlns:a16="http://schemas.microsoft.com/office/drawing/2014/main" id="{00F66E4F-CE83-29E2-AC81-7E2C1ED73DF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76" name="Group 97">
                    <a:extLst>
                      <a:ext uri="{FF2B5EF4-FFF2-40B4-BE49-F238E27FC236}">
                        <a16:creationId xmlns:a16="http://schemas.microsoft.com/office/drawing/2014/main" id="{40DF264B-C23B-5272-4797-02C8DC52F40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86" name="Freeform 98">
                      <a:extLst>
                        <a:ext uri="{FF2B5EF4-FFF2-40B4-BE49-F238E27FC236}">
                          <a16:creationId xmlns:a16="http://schemas.microsoft.com/office/drawing/2014/main" id="{D83F533F-2AB4-5D2F-700B-6567785104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7" name="Freeform 99">
                      <a:extLst>
                        <a:ext uri="{FF2B5EF4-FFF2-40B4-BE49-F238E27FC236}">
                          <a16:creationId xmlns:a16="http://schemas.microsoft.com/office/drawing/2014/main" id="{20816FE3-0499-4BB4-527C-F8E0B4956A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8" name="Freeform 100">
                      <a:extLst>
                        <a:ext uri="{FF2B5EF4-FFF2-40B4-BE49-F238E27FC236}">
                          <a16:creationId xmlns:a16="http://schemas.microsoft.com/office/drawing/2014/main" id="{72463A75-036C-20B1-B934-737EAEEA97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9" name="Freeform 101">
                      <a:extLst>
                        <a:ext uri="{FF2B5EF4-FFF2-40B4-BE49-F238E27FC236}">
                          <a16:creationId xmlns:a16="http://schemas.microsoft.com/office/drawing/2014/main" id="{2A5142EF-F753-C171-1D65-6772522889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0" name="Freeform 102">
                      <a:extLst>
                        <a:ext uri="{FF2B5EF4-FFF2-40B4-BE49-F238E27FC236}">
                          <a16:creationId xmlns:a16="http://schemas.microsoft.com/office/drawing/2014/main" id="{2258F8B2-969F-3480-6554-FDB9A148C4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1" name="Freeform 103">
                      <a:extLst>
                        <a:ext uri="{FF2B5EF4-FFF2-40B4-BE49-F238E27FC236}">
                          <a16:creationId xmlns:a16="http://schemas.microsoft.com/office/drawing/2014/main" id="{72FF10EC-E155-4DB1-1F43-1182B7F415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2" name="Freeform 104">
                      <a:extLst>
                        <a:ext uri="{FF2B5EF4-FFF2-40B4-BE49-F238E27FC236}">
                          <a16:creationId xmlns:a16="http://schemas.microsoft.com/office/drawing/2014/main" id="{92AC0D9B-31C8-0BF5-3538-A04230D853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3" name="Freeform 105">
                      <a:extLst>
                        <a:ext uri="{FF2B5EF4-FFF2-40B4-BE49-F238E27FC236}">
                          <a16:creationId xmlns:a16="http://schemas.microsoft.com/office/drawing/2014/main" id="{92C5B9ED-5C9C-B101-07BF-F07DFB4627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77" name="Group 106">
                    <a:extLst>
                      <a:ext uri="{FF2B5EF4-FFF2-40B4-BE49-F238E27FC236}">
                        <a16:creationId xmlns:a16="http://schemas.microsoft.com/office/drawing/2014/main" id="{94146B8B-45DE-D315-DC75-4A062A92EDE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78" name="Freeform 107">
                      <a:extLst>
                        <a:ext uri="{FF2B5EF4-FFF2-40B4-BE49-F238E27FC236}">
                          <a16:creationId xmlns:a16="http://schemas.microsoft.com/office/drawing/2014/main" id="{5CE57EA0-D7AA-CF82-484F-5AB8E4E347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79" name="Freeform 108">
                      <a:extLst>
                        <a:ext uri="{FF2B5EF4-FFF2-40B4-BE49-F238E27FC236}">
                          <a16:creationId xmlns:a16="http://schemas.microsoft.com/office/drawing/2014/main" id="{3ED62E56-2BB2-0AC6-8FB6-8B709EDEF0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0" name="Freeform 109">
                      <a:extLst>
                        <a:ext uri="{FF2B5EF4-FFF2-40B4-BE49-F238E27FC236}">
                          <a16:creationId xmlns:a16="http://schemas.microsoft.com/office/drawing/2014/main" id="{B17E597F-EBFF-46D3-F8BC-5E20373BB7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1" name="Freeform 110">
                      <a:extLst>
                        <a:ext uri="{FF2B5EF4-FFF2-40B4-BE49-F238E27FC236}">
                          <a16:creationId xmlns:a16="http://schemas.microsoft.com/office/drawing/2014/main" id="{DE14BC38-14F8-DDB3-1836-DF7E4DCE98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2" name="Freeform 111">
                      <a:extLst>
                        <a:ext uri="{FF2B5EF4-FFF2-40B4-BE49-F238E27FC236}">
                          <a16:creationId xmlns:a16="http://schemas.microsoft.com/office/drawing/2014/main" id="{20247338-0617-BEDF-4775-566BB970B9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3" name="Freeform 112">
                      <a:extLst>
                        <a:ext uri="{FF2B5EF4-FFF2-40B4-BE49-F238E27FC236}">
                          <a16:creationId xmlns:a16="http://schemas.microsoft.com/office/drawing/2014/main" id="{B69BB03A-118C-F985-10FB-685AEC5291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4" name="Freeform 113">
                      <a:extLst>
                        <a:ext uri="{FF2B5EF4-FFF2-40B4-BE49-F238E27FC236}">
                          <a16:creationId xmlns:a16="http://schemas.microsoft.com/office/drawing/2014/main" id="{03F07833-13B0-4BE8-E09B-7F16FAA852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85" name="Freeform 114">
                      <a:extLst>
                        <a:ext uri="{FF2B5EF4-FFF2-40B4-BE49-F238E27FC236}">
                          <a16:creationId xmlns:a16="http://schemas.microsoft.com/office/drawing/2014/main" id="{A2BEFE9B-B1A2-02B5-5E7B-BC79FD1A0F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73" name="WordArt 115">
                <a:extLst>
                  <a:ext uri="{FF2B5EF4-FFF2-40B4-BE49-F238E27FC236}">
                    <a16:creationId xmlns:a16="http://schemas.microsoft.com/office/drawing/2014/main" id="{6BAFD79C-878C-7648-7DB0-FF52A1B0118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71" name="WordArt 68">
              <a:extLst>
                <a:ext uri="{FF2B5EF4-FFF2-40B4-BE49-F238E27FC236}">
                  <a16:creationId xmlns:a16="http://schemas.microsoft.com/office/drawing/2014/main" id="{159E177A-9093-063E-85F3-2B1566DD29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core_1_2</a:t>
              </a:r>
            </a:p>
          </p:txBody>
        </p:sp>
      </p:grpSp>
      <p:grpSp>
        <p:nvGrpSpPr>
          <p:cNvPr id="607" name="Gruppo 599">
            <a:extLst>
              <a:ext uri="{FF2B5EF4-FFF2-40B4-BE49-F238E27FC236}">
                <a16:creationId xmlns:a16="http://schemas.microsoft.com/office/drawing/2014/main" id="{0111EA2E-452F-862A-CB5D-B260503A8C7F}"/>
              </a:ext>
            </a:extLst>
          </p:cNvPr>
          <p:cNvGrpSpPr/>
          <p:nvPr/>
        </p:nvGrpSpPr>
        <p:grpSpPr>
          <a:xfrm>
            <a:off x="1666205" y="5001846"/>
            <a:ext cx="1876180" cy="583125"/>
            <a:chOff x="9946563" y="4306849"/>
            <a:chExt cx="1123818" cy="350441"/>
          </a:xfrm>
        </p:grpSpPr>
        <p:sp>
          <p:nvSpPr>
            <p:cNvPr id="608" name="Text Box 169">
              <a:extLst>
                <a:ext uri="{FF2B5EF4-FFF2-40B4-BE49-F238E27FC236}">
                  <a16:creationId xmlns:a16="http://schemas.microsoft.com/office/drawing/2014/main" id="{31257433-79E7-A125-4549-5410D9F62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6563" y="4417943"/>
              <a:ext cx="907197" cy="149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server_1_1</a:t>
              </a:r>
            </a:p>
          </p:txBody>
        </p:sp>
        <p:sp>
          <p:nvSpPr>
            <p:cNvPr id="609" name="AutoShape 171">
              <a:extLst>
                <a:ext uri="{FF2B5EF4-FFF2-40B4-BE49-F238E27FC236}">
                  <a16:creationId xmlns:a16="http://schemas.microsoft.com/office/drawing/2014/main" id="{3B3D7B01-C727-2278-ED7E-F3FB7DBB5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10" name="mainfrm">
              <a:extLst>
                <a:ext uri="{FF2B5EF4-FFF2-40B4-BE49-F238E27FC236}">
                  <a16:creationId xmlns:a16="http://schemas.microsoft.com/office/drawing/2014/main" id="{56C1E363-0A32-DD56-984A-6F2CBBEEC64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21" name="Gruppo 599">
            <a:extLst>
              <a:ext uri="{FF2B5EF4-FFF2-40B4-BE49-F238E27FC236}">
                <a16:creationId xmlns:a16="http://schemas.microsoft.com/office/drawing/2014/main" id="{2C74CF0D-8CDC-E47C-9C3D-029A5CCA148E}"/>
              </a:ext>
            </a:extLst>
          </p:cNvPr>
          <p:cNvGrpSpPr/>
          <p:nvPr/>
        </p:nvGrpSpPr>
        <p:grpSpPr>
          <a:xfrm>
            <a:off x="3859673" y="5006330"/>
            <a:ext cx="1850595" cy="583123"/>
            <a:chOff x="10691757" y="4306849"/>
            <a:chExt cx="1108492" cy="350441"/>
          </a:xfrm>
        </p:grpSpPr>
        <p:sp>
          <p:nvSpPr>
            <p:cNvPr id="622" name="Text Box 169">
              <a:extLst>
                <a:ext uri="{FF2B5EF4-FFF2-40B4-BE49-F238E27FC236}">
                  <a16:creationId xmlns:a16="http://schemas.microsoft.com/office/drawing/2014/main" id="{4716EC25-B542-20EC-E25B-81F71B553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3052" y="4401124"/>
              <a:ext cx="907197" cy="149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server_1_2</a:t>
              </a:r>
            </a:p>
          </p:txBody>
        </p:sp>
        <p:sp>
          <p:nvSpPr>
            <p:cNvPr id="623" name="AutoShape 171">
              <a:extLst>
                <a:ext uri="{FF2B5EF4-FFF2-40B4-BE49-F238E27FC236}">
                  <a16:creationId xmlns:a16="http://schemas.microsoft.com/office/drawing/2014/main" id="{A219DB2E-8AA2-71A4-4B37-118599DF7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24" name="mainfrm">
              <a:extLst>
                <a:ext uri="{FF2B5EF4-FFF2-40B4-BE49-F238E27FC236}">
                  <a16:creationId xmlns:a16="http://schemas.microsoft.com/office/drawing/2014/main" id="{4B9CA01C-3572-F331-A087-B868516EC4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Line 72">
            <a:extLst>
              <a:ext uri="{FF2B5EF4-FFF2-40B4-BE49-F238E27FC236}">
                <a16:creationId xmlns:a16="http://schemas.microsoft.com/office/drawing/2014/main" id="{AC0B0846-2165-5CE5-D038-4A21F7048F8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968190" y="4427529"/>
            <a:ext cx="668439" cy="58646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grpSp>
        <p:nvGrpSpPr>
          <p:cNvPr id="23" name="Gruppo 599">
            <a:extLst>
              <a:ext uri="{FF2B5EF4-FFF2-40B4-BE49-F238E27FC236}">
                <a16:creationId xmlns:a16="http://schemas.microsoft.com/office/drawing/2014/main" id="{5C1963D6-49FB-D200-0090-36C7DB337BA7}"/>
              </a:ext>
            </a:extLst>
          </p:cNvPr>
          <p:cNvGrpSpPr/>
          <p:nvPr/>
        </p:nvGrpSpPr>
        <p:grpSpPr>
          <a:xfrm>
            <a:off x="6866206" y="5009106"/>
            <a:ext cx="1980957" cy="583123"/>
            <a:chOff x="9883803" y="4306849"/>
            <a:chExt cx="1186578" cy="350441"/>
          </a:xfrm>
        </p:grpSpPr>
        <p:sp>
          <p:nvSpPr>
            <p:cNvPr id="34" name="Text Box 169">
              <a:extLst>
                <a:ext uri="{FF2B5EF4-FFF2-40B4-BE49-F238E27FC236}">
                  <a16:creationId xmlns:a16="http://schemas.microsoft.com/office/drawing/2014/main" id="{CCBD02EA-6DCE-EAD7-A39F-AA6EF6755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3803" y="4396465"/>
              <a:ext cx="907197" cy="149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server_2_1</a:t>
              </a:r>
            </a:p>
          </p:txBody>
        </p:sp>
        <p:sp>
          <p:nvSpPr>
            <p:cNvPr id="35" name="AutoShape 171">
              <a:extLst>
                <a:ext uri="{FF2B5EF4-FFF2-40B4-BE49-F238E27FC236}">
                  <a16:creationId xmlns:a16="http://schemas.microsoft.com/office/drawing/2014/main" id="{0DD9E313-E9F0-0F55-8FCE-1F7CF39BF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6" name="mainfrm">
              <a:extLst>
                <a:ext uri="{FF2B5EF4-FFF2-40B4-BE49-F238E27FC236}">
                  <a16:creationId xmlns:a16="http://schemas.microsoft.com/office/drawing/2014/main" id="{4DC973D3-1B09-01AB-B8CD-633003E9E56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8" name="Gruppo 599">
            <a:extLst>
              <a:ext uri="{FF2B5EF4-FFF2-40B4-BE49-F238E27FC236}">
                <a16:creationId xmlns:a16="http://schemas.microsoft.com/office/drawing/2014/main" id="{DAD41B54-247A-698C-C3B0-25598562D5E5}"/>
              </a:ext>
            </a:extLst>
          </p:cNvPr>
          <p:cNvGrpSpPr/>
          <p:nvPr/>
        </p:nvGrpSpPr>
        <p:grpSpPr>
          <a:xfrm>
            <a:off x="9110172" y="5016037"/>
            <a:ext cx="1900858" cy="583123"/>
            <a:chOff x="10691757" y="4306849"/>
            <a:chExt cx="1138599" cy="350441"/>
          </a:xfrm>
        </p:grpSpPr>
        <p:sp>
          <p:nvSpPr>
            <p:cNvPr id="49" name="Text Box 169">
              <a:extLst>
                <a:ext uri="{FF2B5EF4-FFF2-40B4-BE49-F238E27FC236}">
                  <a16:creationId xmlns:a16="http://schemas.microsoft.com/office/drawing/2014/main" id="{CF497B54-219A-1825-B7E1-B625CC75B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3159" y="4397970"/>
              <a:ext cx="907197" cy="149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server_2_2</a:t>
              </a:r>
            </a:p>
          </p:txBody>
        </p:sp>
        <p:sp>
          <p:nvSpPr>
            <p:cNvPr id="50" name="AutoShape 171">
              <a:extLst>
                <a:ext uri="{FF2B5EF4-FFF2-40B4-BE49-F238E27FC236}">
                  <a16:creationId xmlns:a16="http://schemas.microsoft.com/office/drawing/2014/main" id="{AE17EB09-7916-3193-3D44-74BD0A2AE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51" name="mainfrm">
              <a:extLst>
                <a:ext uri="{FF2B5EF4-FFF2-40B4-BE49-F238E27FC236}">
                  <a16:creationId xmlns:a16="http://schemas.microsoft.com/office/drawing/2014/main" id="{4E90F6E5-056E-E56A-97FC-D4DA3C9AEC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D31CDD1B-09F7-5508-5B52-8D6B7D296D1E}"/>
              </a:ext>
            </a:extLst>
          </p:cNvPr>
          <p:cNvGrpSpPr/>
          <p:nvPr/>
        </p:nvGrpSpPr>
        <p:grpSpPr>
          <a:xfrm>
            <a:off x="7657250" y="3959499"/>
            <a:ext cx="747328" cy="426131"/>
            <a:chOff x="967835" y="2541918"/>
            <a:chExt cx="1426054" cy="463051"/>
          </a:xfrm>
        </p:grpSpPr>
        <p:grpSp>
          <p:nvGrpSpPr>
            <p:cNvPr id="495" name="Group 93">
              <a:extLst>
                <a:ext uri="{FF2B5EF4-FFF2-40B4-BE49-F238E27FC236}">
                  <a16:creationId xmlns:a16="http://schemas.microsoft.com/office/drawing/2014/main" id="{79FDB105-C4C4-BE7A-9C71-CEA22A43F7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97" name="Group 94">
                <a:extLst>
                  <a:ext uri="{FF2B5EF4-FFF2-40B4-BE49-F238E27FC236}">
                    <a16:creationId xmlns:a16="http://schemas.microsoft.com/office/drawing/2014/main" id="{A39DF919-7E7E-D69D-2AD2-D4D32AFF3BB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99" name="AutoShape 95">
                  <a:extLst>
                    <a:ext uri="{FF2B5EF4-FFF2-40B4-BE49-F238E27FC236}">
                      <a16:creationId xmlns:a16="http://schemas.microsoft.com/office/drawing/2014/main" id="{8EC0EB5D-7BEF-A5B2-115C-101078C9A5E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00" name="Group 96">
                  <a:extLst>
                    <a:ext uri="{FF2B5EF4-FFF2-40B4-BE49-F238E27FC236}">
                      <a16:creationId xmlns:a16="http://schemas.microsoft.com/office/drawing/2014/main" id="{09B950E9-AD20-6B48-0609-3FDEB7C1545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01" name="Group 97">
                    <a:extLst>
                      <a:ext uri="{FF2B5EF4-FFF2-40B4-BE49-F238E27FC236}">
                        <a16:creationId xmlns:a16="http://schemas.microsoft.com/office/drawing/2014/main" id="{3F04D00D-6D39-C1E1-9DFE-3E8BE9D7656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11" name="Freeform 98">
                      <a:extLst>
                        <a:ext uri="{FF2B5EF4-FFF2-40B4-BE49-F238E27FC236}">
                          <a16:creationId xmlns:a16="http://schemas.microsoft.com/office/drawing/2014/main" id="{73E698F1-0A5C-4E03-1087-2546547441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2" name="Freeform 99">
                      <a:extLst>
                        <a:ext uri="{FF2B5EF4-FFF2-40B4-BE49-F238E27FC236}">
                          <a16:creationId xmlns:a16="http://schemas.microsoft.com/office/drawing/2014/main" id="{AC7FD196-CBE4-3E4E-540D-F3CAAC0438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3" name="Freeform 100">
                      <a:extLst>
                        <a:ext uri="{FF2B5EF4-FFF2-40B4-BE49-F238E27FC236}">
                          <a16:creationId xmlns:a16="http://schemas.microsoft.com/office/drawing/2014/main" id="{977FAE46-0EB4-9AD7-1493-E701B1BD6C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4" name="Freeform 101">
                      <a:extLst>
                        <a:ext uri="{FF2B5EF4-FFF2-40B4-BE49-F238E27FC236}">
                          <a16:creationId xmlns:a16="http://schemas.microsoft.com/office/drawing/2014/main" id="{120782E5-D0F8-57FC-62E9-9701B6AE92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5" name="Freeform 102">
                      <a:extLst>
                        <a:ext uri="{FF2B5EF4-FFF2-40B4-BE49-F238E27FC236}">
                          <a16:creationId xmlns:a16="http://schemas.microsoft.com/office/drawing/2014/main" id="{BA63E090-FC3B-EC4A-CA65-8B56372620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6" name="Freeform 103">
                      <a:extLst>
                        <a:ext uri="{FF2B5EF4-FFF2-40B4-BE49-F238E27FC236}">
                          <a16:creationId xmlns:a16="http://schemas.microsoft.com/office/drawing/2014/main" id="{9F7D5C76-EC50-282B-0929-99639322BD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7" name="Freeform 104">
                      <a:extLst>
                        <a:ext uri="{FF2B5EF4-FFF2-40B4-BE49-F238E27FC236}">
                          <a16:creationId xmlns:a16="http://schemas.microsoft.com/office/drawing/2014/main" id="{A5E05711-246B-AEA6-FF90-F3605EC876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8" name="Freeform 105">
                      <a:extLst>
                        <a:ext uri="{FF2B5EF4-FFF2-40B4-BE49-F238E27FC236}">
                          <a16:creationId xmlns:a16="http://schemas.microsoft.com/office/drawing/2014/main" id="{6DB96F70-34E5-46FA-C5FD-5E89A3A1F6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02" name="Group 106">
                    <a:extLst>
                      <a:ext uri="{FF2B5EF4-FFF2-40B4-BE49-F238E27FC236}">
                        <a16:creationId xmlns:a16="http://schemas.microsoft.com/office/drawing/2014/main" id="{1E079975-F824-8372-7929-1A62F6DB950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03" name="Freeform 107">
                      <a:extLst>
                        <a:ext uri="{FF2B5EF4-FFF2-40B4-BE49-F238E27FC236}">
                          <a16:creationId xmlns:a16="http://schemas.microsoft.com/office/drawing/2014/main" id="{4F616378-5DA2-A8B1-B6CA-E480E6F213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4" name="Freeform 108">
                      <a:extLst>
                        <a:ext uri="{FF2B5EF4-FFF2-40B4-BE49-F238E27FC236}">
                          <a16:creationId xmlns:a16="http://schemas.microsoft.com/office/drawing/2014/main" id="{53023D32-7E08-2942-99DC-E0666324CA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5" name="Freeform 109">
                      <a:extLst>
                        <a:ext uri="{FF2B5EF4-FFF2-40B4-BE49-F238E27FC236}">
                          <a16:creationId xmlns:a16="http://schemas.microsoft.com/office/drawing/2014/main" id="{0C991F04-22D1-23CE-5B5D-41D3DABCC7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6" name="Freeform 110">
                      <a:extLst>
                        <a:ext uri="{FF2B5EF4-FFF2-40B4-BE49-F238E27FC236}">
                          <a16:creationId xmlns:a16="http://schemas.microsoft.com/office/drawing/2014/main" id="{30F1058A-09A8-2674-D3C0-E6450ABC5C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7" name="Freeform 111">
                      <a:extLst>
                        <a:ext uri="{FF2B5EF4-FFF2-40B4-BE49-F238E27FC236}">
                          <a16:creationId xmlns:a16="http://schemas.microsoft.com/office/drawing/2014/main" id="{87F88DAC-FBAC-47EC-14F9-EDB35F1628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8" name="Freeform 112">
                      <a:extLst>
                        <a:ext uri="{FF2B5EF4-FFF2-40B4-BE49-F238E27FC236}">
                          <a16:creationId xmlns:a16="http://schemas.microsoft.com/office/drawing/2014/main" id="{443B4351-0BCB-F978-FC2B-15033D90DE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09" name="Freeform 113">
                      <a:extLst>
                        <a:ext uri="{FF2B5EF4-FFF2-40B4-BE49-F238E27FC236}">
                          <a16:creationId xmlns:a16="http://schemas.microsoft.com/office/drawing/2014/main" id="{40119190-D75F-2515-CA59-016A6BA011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0" name="Freeform 114">
                      <a:extLst>
                        <a:ext uri="{FF2B5EF4-FFF2-40B4-BE49-F238E27FC236}">
                          <a16:creationId xmlns:a16="http://schemas.microsoft.com/office/drawing/2014/main" id="{7254279F-3CBD-27FC-5B46-AAE429CDAE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98" name="WordArt 115">
                <a:extLst>
                  <a:ext uri="{FF2B5EF4-FFF2-40B4-BE49-F238E27FC236}">
                    <a16:creationId xmlns:a16="http://schemas.microsoft.com/office/drawing/2014/main" id="{A759CDDE-C653-CF1D-DF33-A0D9E4F4B52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96" name="WordArt 68">
              <a:extLst>
                <a:ext uri="{FF2B5EF4-FFF2-40B4-BE49-F238E27FC236}">
                  <a16:creationId xmlns:a16="http://schemas.microsoft.com/office/drawing/2014/main" id="{139565FE-4796-EF9E-A85A-3794D8DC0E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leaf_2_1</a:t>
              </a:r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9D8F0303-F39B-7F1B-35B5-9F16BCF623CB}"/>
              </a:ext>
            </a:extLst>
          </p:cNvPr>
          <p:cNvGrpSpPr/>
          <p:nvPr/>
        </p:nvGrpSpPr>
        <p:grpSpPr>
          <a:xfrm>
            <a:off x="9283270" y="3951429"/>
            <a:ext cx="747328" cy="426131"/>
            <a:chOff x="967835" y="2541918"/>
            <a:chExt cx="1426054" cy="463051"/>
          </a:xfrm>
        </p:grpSpPr>
        <p:grpSp>
          <p:nvGrpSpPr>
            <p:cNvPr id="520" name="Group 93">
              <a:extLst>
                <a:ext uri="{FF2B5EF4-FFF2-40B4-BE49-F238E27FC236}">
                  <a16:creationId xmlns:a16="http://schemas.microsoft.com/office/drawing/2014/main" id="{AA9B44FD-6D1F-A9C7-7968-69D351FBEF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2" name="Group 94">
                <a:extLst>
                  <a:ext uri="{FF2B5EF4-FFF2-40B4-BE49-F238E27FC236}">
                    <a16:creationId xmlns:a16="http://schemas.microsoft.com/office/drawing/2014/main" id="{C019E621-E03A-B918-A967-8851700CECB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4" name="AutoShape 95">
                  <a:extLst>
                    <a:ext uri="{FF2B5EF4-FFF2-40B4-BE49-F238E27FC236}">
                      <a16:creationId xmlns:a16="http://schemas.microsoft.com/office/drawing/2014/main" id="{AB9C9A97-5EB5-4DB2-7011-5480F3FE08A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5" name="Group 96">
                  <a:extLst>
                    <a:ext uri="{FF2B5EF4-FFF2-40B4-BE49-F238E27FC236}">
                      <a16:creationId xmlns:a16="http://schemas.microsoft.com/office/drawing/2014/main" id="{07569406-8E6A-A5C3-DBBB-D50DCEA925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6" name="Group 97">
                    <a:extLst>
                      <a:ext uri="{FF2B5EF4-FFF2-40B4-BE49-F238E27FC236}">
                        <a16:creationId xmlns:a16="http://schemas.microsoft.com/office/drawing/2014/main" id="{6806F552-142D-78F3-C5D9-83E0A0AC0B1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6" name="Freeform 98">
                      <a:extLst>
                        <a:ext uri="{FF2B5EF4-FFF2-40B4-BE49-F238E27FC236}">
                          <a16:creationId xmlns:a16="http://schemas.microsoft.com/office/drawing/2014/main" id="{1423C409-311F-5CD5-825E-8E28E2DE10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7" name="Freeform 99">
                      <a:extLst>
                        <a:ext uri="{FF2B5EF4-FFF2-40B4-BE49-F238E27FC236}">
                          <a16:creationId xmlns:a16="http://schemas.microsoft.com/office/drawing/2014/main" id="{A4CEDC5A-98C0-6D87-766F-9C7CDBF8A6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8" name="Freeform 100">
                      <a:extLst>
                        <a:ext uri="{FF2B5EF4-FFF2-40B4-BE49-F238E27FC236}">
                          <a16:creationId xmlns:a16="http://schemas.microsoft.com/office/drawing/2014/main" id="{CF0D38F6-996C-8366-645E-E4D28539E9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9" name="Freeform 101">
                      <a:extLst>
                        <a:ext uri="{FF2B5EF4-FFF2-40B4-BE49-F238E27FC236}">
                          <a16:creationId xmlns:a16="http://schemas.microsoft.com/office/drawing/2014/main" id="{13DE76AF-92A1-CD56-2F97-E98DE8E44B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0" name="Freeform 102">
                      <a:extLst>
                        <a:ext uri="{FF2B5EF4-FFF2-40B4-BE49-F238E27FC236}">
                          <a16:creationId xmlns:a16="http://schemas.microsoft.com/office/drawing/2014/main" id="{A9F43246-9EF2-662F-FD69-06C12E558B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1" name="Freeform 103">
                      <a:extLst>
                        <a:ext uri="{FF2B5EF4-FFF2-40B4-BE49-F238E27FC236}">
                          <a16:creationId xmlns:a16="http://schemas.microsoft.com/office/drawing/2014/main" id="{15FEAB27-6E5C-DA08-EE52-C4D1A16025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2" name="Freeform 104">
                      <a:extLst>
                        <a:ext uri="{FF2B5EF4-FFF2-40B4-BE49-F238E27FC236}">
                          <a16:creationId xmlns:a16="http://schemas.microsoft.com/office/drawing/2014/main" id="{471932F0-64DB-3D1F-F4FC-0A7FB99DA1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3" name="Freeform 105">
                      <a:extLst>
                        <a:ext uri="{FF2B5EF4-FFF2-40B4-BE49-F238E27FC236}">
                          <a16:creationId xmlns:a16="http://schemas.microsoft.com/office/drawing/2014/main" id="{04DD9695-BBF9-A379-3B79-F62BFB4001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27" name="Group 106">
                    <a:extLst>
                      <a:ext uri="{FF2B5EF4-FFF2-40B4-BE49-F238E27FC236}">
                        <a16:creationId xmlns:a16="http://schemas.microsoft.com/office/drawing/2014/main" id="{ECB717B0-28BC-7D8B-3B94-EA51F5F4949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8" name="Freeform 107">
                      <a:extLst>
                        <a:ext uri="{FF2B5EF4-FFF2-40B4-BE49-F238E27FC236}">
                          <a16:creationId xmlns:a16="http://schemas.microsoft.com/office/drawing/2014/main" id="{5CD3A6B5-0FD3-60FC-9904-141875C2AB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29" name="Freeform 108">
                      <a:extLst>
                        <a:ext uri="{FF2B5EF4-FFF2-40B4-BE49-F238E27FC236}">
                          <a16:creationId xmlns:a16="http://schemas.microsoft.com/office/drawing/2014/main" id="{943B018A-A443-0F94-5F0B-53B4D86FE3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0" name="Freeform 109">
                      <a:extLst>
                        <a:ext uri="{FF2B5EF4-FFF2-40B4-BE49-F238E27FC236}">
                          <a16:creationId xmlns:a16="http://schemas.microsoft.com/office/drawing/2014/main" id="{E30CB03B-465A-20B1-7D5E-9941FF8DED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1" name="Freeform 110">
                      <a:extLst>
                        <a:ext uri="{FF2B5EF4-FFF2-40B4-BE49-F238E27FC236}">
                          <a16:creationId xmlns:a16="http://schemas.microsoft.com/office/drawing/2014/main" id="{99FD26D7-7602-A2DE-06E4-9E937FFC67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2" name="Freeform 111">
                      <a:extLst>
                        <a:ext uri="{FF2B5EF4-FFF2-40B4-BE49-F238E27FC236}">
                          <a16:creationId xmlns:a16="http://schemas.microsoft.com/office/drawing/2014/main" id="{3AD7A50F-B752-A530-DFC0-4165304874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3" name="Freeform 112">
                      <a:extLst>
                        <a:ext uri="{FF2B5EF4-FFF2-40B4-BE49-F238E27FC236}">
                          <a16:creationId xmlns:a16="http://schemas.microsoft.com/office/drawing/2014/main" id="{68A4060C-261A-2EA6-C959-2A751EB431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4" name="Freeform 113">
                      <a:extLst>
                        <a:ext uri="{FF2B5EF4-FFF2-40B4-BE49-F238E27FC236}">
                          <a16:creationId xmlns:a16="http://schemas.microsoft.com/office/drawing/2014/main" id="{82851750-D210-D39F-510B-85BEA74257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5" name="Freeform 114">
                      <a:extLst>
                        <a:ext uri="{FF2B5EF4-FFF2-40B4-BE49-F238E27FC236}">
                          <a16:creationId xmlns:a16="http://schemas.microsoft.com/office/drawing/2014/main" id="{58708195-6D4E-FDF3-681B-942A753E2F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23" name="WordArt 115">
                <a:extLst>
                  <a:ext uri="{FF2B5EF4-FFF2-40B4-BE49-F238E27FC236}">
                    <a16:creationId xmlns:a16="http://schemas.microsoft.com/office/drawing/2014/main" id="{063855E1-4EE6-7F3D-6812-0BAE8FD2F2CC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1" name="WordArt 68">
              <a:extLst>
                <a:ext uri="{FF2B5EF4-FFF2-40B4-BE49-F238E27FC236}">
                  <a16:creationId xmlns:a16="http://schemas.microsoft.com/office/drawing/2014/main" id="{74704B4B-23BD-5DD9-B585-9740B28DBC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leaf_2_2</a:t>
              </a:r>
            </a:p>
          </p:txBody>
        </p:sp>
      </p:grpSp>
      <p:sp>
        <p:nvSpPr>
          <p:cNvPr id="11" name="Oval 152">
            <a:extLst>
              <a:ext uri="{FF2B5EF4-FFF2-40B4-BE49-F238E27FC236}">
                <a16:creationId xmlns:a16="http://schemas.microsoft.com/office/drawing/2014/main" id="{D85C8417-353D-0980-8E34-4E0F4E138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7838" y="3576269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2" name="Oval 152">
            <a:extLst>
              <a:ext uri="{FF2B5EF4-FFF2-40B4-BE49-F238E27FC236}">
                <a16:creationId xmlns:a16="http://schemas.microsoft.com/office/drawing/2014/main" id="{334C9D9A-7B56-9EC4-0D26-B043387CE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508" y="463712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56" name="Oval 152">
            <a:extLst>
              <a:ext uri="{FF2B5EF4-FFF2-40B4-BE49-F238E27FC236}">
                <a16:creationId xmlns:a16="http://schemas.microsoft.com/office/drawing/2014/main" id="{6A2EBA1F-97E4-281C-16F6-1E92CF3CE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423" y="4641201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Z</a:t>
            </a:r>
          </a:p>
        </p:txBody>
      </p:sp>
      <p:sp>
        <p:nvSpPr>
          <p:cNvPr id="57" name="Oval 152">
            <a:extLst>
              <a:ext uri="{FF2B5EF4-FFF2-40B4-BE49-F238E27FC236}">
                <a16:creationId xmlns:a16="http://schemas.microsoft.com/office/drawing/2014/main" id="{4127E764-406B-B0DE-9659-5E1B215A4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3168" y="461605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 err="1">
                <a:latin typeface="Tahoma" panose="020B0604030504040204" pitchFamily="34" charset="0"/>
              </a:rPr>
              <a:t>W</a:t>
            </a:r>
            <a:endParaRPr lang="it-IT" altLang="it-IT" sz="1200">
              <a:latin typeface="Tahoma" panose="020B0604030504040204" pitchFamily="34" charset="0"/>
            </a:endParaRPr>
          </a:p>
        </p:txBody>
      </p:sp>
      <p:sp>
        <p:nvSpPr>
          <p:cNvPr id="58" name="Oval 152">
            <a:extLst>
              <a:ext uri="{FF2B5EF4-FFF2-40B4-BE49-F238E27FC236}">
                <a16:creationId xmlns:a16="http://schemas.microsoft.com/office/drawing/2014/main" id="{41CE42FF-5461-2E20-2EF9-FF0A0A8A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4506" y="4610860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61" name="Oval 152">
            <a:extLst>
              <a:ext uri="{FF2B5EF4-FFF2-40B4-BE49-F238E27FC236}">
                <a16:creationId xmlns:a16="http://schemas.microsoft.com/office/drawing/2014/main" id="{52C3A522-F33C-8A87-2EF0-A55100C79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404" y="356727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62" name="Oval 152">
            <a:extLst>
              <a:ext uri="{FF2B5EF4-FFF2-40B4-BE49-F238E27FC236}">
                <a16:creationId xmlns:a16="http://schemas.microsoft.com/office/drawing/2014/main" id="{4A52967A-6021-16C3-84C5-71C915CE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690" y="342973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63" name="Oval 152">
            <a:extLst>
              <a:ext uri="{FF2B5EF4-FFF2-40B4-BE49-F238E27FC236}">
                <a16:creationId xmlns:a16="http://schemas.microsoft.com/office/drawing/2014/main" id="{35A10275-FD67-3A0F-B08A-6ED94AD0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105" y="3426779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64" name="Oval 152">
            <a:extLst>
              <a:ext uri="{FF2B5EF4-FFF2-40B4-BE49-F238E27FC236}">
                <a16:creationId xmlns:a16="http://schemas.microsoft.com/office/drawing/2014/main" id="{DE08AE4A-280D-31DC-29C3-7D91C9934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704" y="3551337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K</a:t>
            </a:r>
          </a:p>
        </p:txBody>
      </p:sp>
      <p:sp>
        <p:nvSpPr>
          <p:cNvPr id="65" name="Oval 152">
            <a:extLst>
              <a:ext uri="{FF2B5EF4-FFF2-40B4-BE49-F238E27FC236}">
                <a16:creationId xmlns:a16="http://schemas.microsoft.com/office/drawing/2014/main" id="{1B2FA840-A6E8-C2A8-95F6-9600E8E2D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832" y="3574550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66" name="Oval 152">
            <a:extLst>
              <a:ext uri="{FF2B5EF4-FFF2-40B4-BE49-F238E27FC236}">
                <a16:creationId xmlns:a16="http://schemas.microsoft.com/office/drawing/2014/main" id="{E0B997B8-F0A1-626D-19FD-EA2962BC6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736" y="345073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67" name="Oval 152">
            <a:extLst>
              <a:ext uri="{FF2B5EF4-FFF2-40B4-BE49-F238E27FC236}">
                <a16:creationId xmlns:a16="http://schemas.microsoft.com/office/drawing/2014/main" id="{0A9A1428-2A77-83BF-E008-C11B69180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2865" y="343580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71" name="Oval 152">
            <a:extLst>
              <a:ext uri="{FF2B5EF4-FFF2-40B4-BE49-F238E27FC236}">
                <a16:creationId xmlns:a16="http://schemas.microsoft.com/office/drawing/2014/main" id="{282285AD-44D8-AEE9-1D51-39817FA63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54" y="248527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Q</a:t>
            </a:r>
          </a:p>
        </p:txBody>
      </p:sp>
      <p:sp>
        <p:nvSpPr>
          <p:cNvPr id="72" name="Oval 152">
            <a:extLst>
              <a:ext uri="{FF2B5EF4-FFF2-40B4-BE49-F238E27FC236}">
                <a16:creationId xmlns:a16="http://schemas.microsoft.com/office/drawing/2014/main" id="{5C0F77F1-ECFD-90BC-CC1F-CBFF0154B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715" y="248527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R</a:t>
            </a:r>
          </a:p>
        </p:txBody>
      </p:sp>
      <p:sp>
        <p:nvSpPr>
          <p:cNvPr id="73" name="Oval 152">
            <a:extLst>
              <a:ext uri="{FF2B5EF4-FFF2-40B4-BE49-F238E27FC236}">
                <a16:creationId xmlns:a16="http://schemas.microsoft.com/office/drawing/2014/main" id="{EB4A14A2-EBAF-D4B9-7880-3129C498F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708" y="2500939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S</a:t>
            </a:r>
          </a:p>
        </p:txBody>
      </p:sp>
      <p:sp>
        <p:nvSpPr>
          <p:cNvPr id="74" name="Oval 152">
            <a:extLst>
              <a:ext uri="{FF2B5EF4-FFF2-40B4-BE49-F238E27FC236}">
                <a16:creationId xmlns:a16="http://schemas.microsoft.com/office/drawing/2014/main" id="{0FFFC3FA-9F54-B7FA-98D3-828ADFB47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655" y="2386408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68" name="Oval 152">
            <a:extLst>
              <a:ext uri="{FF2B5EF4-FFF2-40B4-BE49-F238E27FC236}">
                <a16:creationId xmlns:a16="http://schemas.microsoft.com/office/drawing/2014/main" id="{79831068-06FD-FB62-0816-04891A844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598" y="2513225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3" name="Oval 152">
            <a:extLst>
              <a:ext uri="{FF2B5EF4-FFF2-40B4-BE49-F238E27FC236}">
                <a16:creationId xmlns:a16="http://schemas.microsoft.com/office/drawing/2014/main" id="{222BD448-4D5F-DD57-00FC-C137B9F3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8390" y="247357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69" name="Oval 152">
            <a:extLst>
              <a:ext uri="{FF2B5EF4-FFF2-40B4-BE49-F238E27FC236}">
                <a16:creationId xmlns:a16="http://schemas.microsoft.com/office/drawing/2014/main" id="{0868B29C-4F1D-21E7-19F5-B89D5DB4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068" y="2461747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70" name="Oval 152">
            <a:extLst>
              <a:ext uri="{FF2B5EF4-FFF2-40B4-BE49-F238E27FC236}">
                <a16:creationId xmlns:a16="http://schemas.microsoft.com/office/drawing/2014/main" id="{51B6BF53-8A63-4C96-8447-38745543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055" y="2538842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11" name="Text Box 137">
            <a:extLst>
              <a:ext uri="{FF2B5EF4-FFF2-40B4-BE49-F238E27FC236}">
                <a16:creationId xmlns:a16="http://schemas.microsoft.com/office/drawing/2014/main" id="{9EF53771-33E1-A3FB-FBCA-ACFDDC3BB77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2930452" y="4037782"/>
            <a:ext cx="798306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AS64512</a:t>
            </a:r>
          </a:p>
        </p:txBody>
      </p:sp>
      <p:sp>
        <p:nvSpPr>
          <p:cNvPr id="115" name="Text Box 137">
            <a:extLst>
              <a:ext uri="{FF2B5EF4-FFF2-40B4-BE49-F238E27FC236}">
                <a16:creationId xmlns:a16="http://schemas.microsoft.com/office/drawing/2014/main" id="{0EDB70BF-2BA9-7037-07A5-FD3ABD5447A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87870" y="2802689"/>
            <a:ext cx="906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AS64514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sp>
        <p:nvSpPr>
          <p:cNvPr id="118" name="Text Box 137">
            <a:extLst>
              <a:ext uri="{FF2B5EF4-FFF2-40B4-BE49-F238E27FC236}">
                <a16:creationId xmlns:a16="http://schemas.microsoft.com/office/drawing/2014/main" id="{741EDE70-3268-3857-B736-668390B24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3467529" y="4047429"/>
            <a:ext cx="78065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AS64513</a:t>
            </a:r>
          </a:p>
        </p:txBody>
      </p:sp>
      <p:sp>
        <p:nvSpPr>
          <p:cNvPr id="119" name="Text Box 137">
            <a:extLst>
              <a:ext uri="{FF2B5EF4-FFF2-40B4-BE49-F238E27FC236}">
                <a16:creationId xmlns:a16="http://schemas.microsoft.com/office/drawing/2014/main" id="{210C85C8-9E25-7EDF-2B2F-D026C39FD02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8102009" y="3974056"/>
            <a:ext cx="90533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AS64515</a:t>
            </a:r>
          </a:p>
        </p:txBody>
      </p:sp>
      <p:sp>
        <p:nvSpPr>
          <p:cNvPr id="594" name="Text Box 137">
            <a:extLst>
              <a:ext uri="{FF2B5EF4-FFF2-40B4-BE49-F238E27FC236}">
                <a16:creationId xmlns:a16="http://schemas.microsoft.com/office/drawing/2014/main" id="{F22B3400-1059-13F3-51E4-7BE2CAB7E6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8677368" y="3997578"/>
            <a:ext cx="85982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AS64516</a:t>
            </a:r>
          </a:p>
        </p:txBody>
      </p:sp>
      <p:sp>
        <p:nvSpPr>
          <p:cNvPr id="595" name="Text Box 137">
            <a:extLst>
              <a:ext uri="{FF2B5EF4-FFF2-40B4-BE49-F238E27FC236}">
                <a16:creationId xmlns:a16="http://schemas.microsoft.com/office/drawing/2014/main" id="{091CEAFB-57CB-4B7C-B27A-7D52678AF2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439412" y="2837708"/>
            <a:ext cx="809893" cy="25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AS64517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sp>
        <p:nvSpPr>
          <p:cNvPr id="596" name="Text Box 137">
            <a:extLst>
              <a:ext uri="{FF2B5EF4-FFF2-40B4-BE49-F238E27FC236}">
                <a16:creationId xmlns:a16="http://schemas.microsoft.com/office/drawing/2014/main" id="{9CD9E2F4-CEFF-045C-EAD5-95BB9514A4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7416" y="1330492"/>
            <a:ext cx="809893" cy="25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AS64518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grpSp>
        <p:nvGrpSpPr>
          <p:cNvPr id="606" name="Gruppo 605">
            <a:extLst>
              <a:ext uri="{FF2B5EF4-FFF2-40B4-BE49-F238E27FC236}">
                <a16:creationId xmlns:a16="http://schemas.microsoft.com/office/drawing/2014/main" id="{72FB10C8-C73C-B71A-23BD-2418BF81F631}"/>
              </a:ext>
            </a:extLst>
          </p:cNvPr>
          <p:cNvGrpSpPr/>
          <p:nvPr/>
        </p:nvGrpSpPr>
        <p:grpSpPr>
          <a:xfrm>
            <a:off x="3904599" y="5584972"/>
            <a:ext cx="1330385" cy="473336"/>
            <a:chOff x="3805598" y="5587215"/>
            <a:chExt cx="1330385" cy="473336"/>
          </a:xfrm>
        </p:grpSpPr>
        <p:sp>
          <p:nvSpPr>
            <p:cNvPr id="597" name="Line 264">
              <a:extLst>
                <a:ext uri="{FF2B5EF4-FFF2-40B4-BE49-F238E27FC236}">
                  <a16:creationId xmlns:a16="http://schemas.microsoft.com/office/drawing/2014/main" id="{9124ACAF-F203-C54D-7257-FD14BEC2B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05598" y="5949618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grpSp>
          <p:nvGrpSpPr>
            <p:cNvPr id="599" name="Gruppo 598">
              <a:extLst>
                <a:ext uri="{FF2B5EF4-FFF2-40B4-BE49-F238E27FC236}">
                  <a16:creationId xmlns:a16="http://schemas.microsoft.com/office/drawing/2014/main" id="{1765AEF2-920C-7EA1-7446-F69A310A21BC}"/>
                </a:ext>
              </a:extLst>
            </p:cNvPr>
            <p:cNvGrpSpPr/>
            <p:nvPr/>
          </p:nvGrpSpPr>
          <p:grpSpPr>
            <a:xfrm>
              <a:off x="3929886" y="5587215"/>
              <a:ext cx="1206097" cy="473336"/>
              <a:chOff x="3929886" y="5587215"/>
              <a:chExt cx="1206097" cy="473336"/>
            </a:xfrm>
          </p:grpSpPr>
          <p:sp>
            <p:nvSpPr>
              <p:cNvPr id="187" name="Line 72">
                <a:extLst>
                  <a:ext uri="{FF2B5EF4-FFF2-40B4-BE49-F238E27FC236}">
                    <a16:creationId xmlns:a16="http://schemas.microsoft.com/office/drawing/2014/main" id="{57E3BBB3-7324-1813-6CCD-C5E62168DC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264919" y="5459778"/>
                <a:ext cx="347873" cy="60274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8" name="Line 72">
                <a:extLst>
                  <a:ext uri="{FF2B5EF4-FFF2-40B4-BE49-F238E27FC236}">
                    <a16:creationId xmlns:a16="http://schemas.microsoft.com/office/drawing/2014/main" id="{122C5F80-C042-033F-992A-9540D8FEB1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3861303" y="5670319"/>
                <a:ext cx="347882" cy="21071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598" name="Line 264">
                <a:extLst>
                  <a:ext uri="{FF2B5EF4-FFF2-40B4-BE49-F238E27FC236}">
                    <a16:creationId xmlns:a16="http://schemas.microsoft.com/office/drawing/2014/main" id="{F9DF56C1-7D81-CED4-6BA0-5599BB542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81820" y="5949618"/>
                <a:ext cx="46571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it-IT"/>
              </a:p>
            </p:txBody>
          </p:sp>
          <p:sp>
            <p:nvSpPr>
              <p:cNvPr id="185" name="Oval 152">
                <a:extLst>
                  <a:ext uri="{FF2B5EF4-FFF2-40B4-BE49-F238E27FC236}">
                    <a16:creationId xmlns:a16="http://schemas.microsoft.com/office/drawing/2014/main" id="{975D4A39-A06F-BB2F-78E9-73E608032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510" y="5847569"/>
                <a:ext cx="203765" cy="203094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it-IT" altLang="it-IT" sz="1000">
                    <a:latin typeface="Tahoma" panose="020B0604030504040204" pitchFamily="34" charset="0"/>
                  </a:rPr>
                  <a:t>AC</a:t>
                </a:r>
              </a:p>
            </p:txBody>
          </p:sp>
          <p:sp>
            <p:nvSpPr>
              <p:cNvPr id="186" name="Oval 152">
                <a:extLst>
                  <a:ext uri="{FF2B5EF4-FFF2-40B4-BE49-F238E27FC236}">
                    <a16:creationId xmlns:a16="http://schemas.microsoft.com/office/drawing/2014/main" id="{DB00FCCB-FD95-2265-E555-A2792E291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2218" y="5857457"/>
                <a:ext cx="203765" cy="203094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it-IT" altLang="it-IT" sz="1000">
                    <a:latin typeface="Tahoma" panose="020B0604030504040204" pitchFamily="34" charset="0"/>
                  </a:rPr>
                  <a:t>AD</a:t>
                </a:r>
              </a:p>
            </p:txBody>
          </p:sp>
        </p:grpSp>
      </p:grpSp>
      <p:sp>
        <p:nvSpPr>
          <p:cNvPr id="639" name="Cubo 638">
            <a:extLst>
              <a:ext uri="{FF2B5EF4-FFF2-40B4-BE49-F238E27FC236}">
                <a16:creationId xmlns:a16="http://schemas.microsoft.com/office/drawing/2014/main" id="{EE848160-8298-24AF-76D7-E325D5A42042}"/>
              </a:ext>
            </a:extLst>
          </p:cNvPr>
          <p:cNvSpPr/>
          <p:nvPr/>
        </p:nvSpPr>
        <p:spPr>
          <a:xfrm>
            <a:off x="1892387" y="6191846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1_1_1</a:t>
            </a:r>
          </a:p>
        </p:txBody>
      </p:sp>
      <p:sp>
        <p:nvSpPr>
          <p:cNvPr id="648" name="Cubo 647">
            <a:extLst>
              <a:ext uri="{FF2B5EF4-FFF2-40B4-BE49-F238E27FC236}">
                <a16:creationId xmlns:a16="http://schemas.microsoft.com/office/drawing/2014/main" id="{DEA9A078-867C-2F79-7A3C-E3007A4FC881}"/>
              </a:ext>
            </a:extLst>
          </p:cNvPr>
          <p:cNvSpPr/>
          <p:nvPr/>
        </p:nvSpPr>
        <p:spPr>
          <a:xfrm>
            <a:off x="2454424" y="6199587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1_1_2</a:t>
            </a:r>
          </a:p>
        </p:txBody>
      </p:sp>
      <p:sp>
        <p:nvSpPr>
          <p:cNvPr id="649" name="Cubo 648">
            <a:extLst>
              <a:ext uri="{FF2B5EF4-FFF2-40B4-BE49-F238E27FC236}">
                <a16:creationId xmlns:a16="http://schemas.microsoft.com/office/drawing/2014/main" id="{42732599-C4E5-0863-F217-8BEDA319017A}"/>
              </a:ext>
            </a:extLst>
          </p:cNvPr>
          <p:cNvSpPr/>
          <p:nvPr/>
        </p:nvSpPr>
        <p:spPr>
          <a:xfrm>
            <a:off x="3123631" y="6191846"/>
            <a:ext cx="510540" cy="408678"/>
          </a:xfrm>
          <a:prstGeom prst="cube">
            <a:avLst/>
          </a:prstGeom>
          <a:solidFill>
            <a:srgbClr val="0066FF"/>
          </a:solidFill>
          <a:ln>
            <a:solidFill>
              <a:schemeClr val="tx1"/>
            </a:solidFill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1_1_3</a:t>
            </a:r>
          </a:p>
        </p:txBody>
      </p:sp>
      <p:sp>
        <p:nvSpPr>
          <p:cNvPr id="650" name="Cubo 649">
            <a:extLst>
              <a:ext uri="{FF2B5EF4-FFF2-40B4-BE49-F238E27FC236}">
                <a16:creationId xmlns:a16="http://schemas.microsoft.com/office/drawing/2014/main" id="{3F075079-4995-45EB-6585-30494AAEB9CC}"/>
              </a:ext>
            </a:extLst>
          </p:cNvPr>
          <p:cNvSpPr/>
          <p:nvPr/>
        </p:nvSpPr>
        <p:spPr>
          <a:xfrm>
            <a:off x="4754395" y="6199587"/>
            <a:ext cx="510540" cy="408678"/>
          </a:xfrm>
          <a:prstGeom prst="cube">
            <a:avLst/>
          </a:prstGeom>
          <a:solidFill>
            <a:srgbClr val="0066FF"/>
          </a:solidFill>
          <a:ln>
            <a:solidFill>
              <a:schemeClr val="tx1"/>
            </a:solidFill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1_2_2</a:t>
            </a:r>
          </a:p>
        </p:txBody>
      </p:sp>
      <p:sp>
        <p:nvSpPr>
          <p:cNvPr id="651" name="Cubo 650">
            <a:extLst>
              <a:ext uri="{FF2B5EF4-FFF2-40B4-BE49-F238E27FC236}">
                <a16:creationId xmlns:a16="http://schemas.microsoft.com/office/drawing/2014/main" id="{01376580-A31C-5F3A-BE20-9F033A5E1C6F}"/>
              </a:ext>
            </a:extLst>
          </p:cNvPr>
          <p:cNvSpPr/>
          <p:nvPr/>
        </p:nvSpPr>
        <p:spPr>
          <a:xfrm>
            <a:off x="3921052" y="6199587"/>
            <a:ext cx="510540" cy="40867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1_2_1</a:t>
            </a:r>
          </a:p>
        </p:txBody>
      </p:sp>
      <p:sp>
        <p:nvSpPr>
          <p:cNvPr id="652" name="Cubo 651">
            <a:extLst>
              <a:ext uri="{FF2B5EF4-FFF2-40B4-BE49-F238E27FC236}">
                <a16:creationId xmlns:a16="http://schemas.microsoft.com/office/drawing/2014/main" id="{CCF07DEA-7ACA-300D-95ED-C4D5B35B8960}"/>
              </a:ext>
            </a:extLst>
          </p:cNvPr>
          <p:cNvSpPr/>
          <p:nvPr/>
        </p:nvSpPr>
        <p:spPr>
          <a:xfrm>
            <a:off x="7916220" y="6199587"/>
            <a:ext cx="510540" cy="40867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2_1_1</a:t>
            </a:r>
          </a:p>
        </p:txBody>
      </p:sp>
      <p:sp>
        <p:nvSpPr>
          <p:cNvPr id="653" name="Line 264">
            <a:extLst>
              <a:ext uri="{FF2B5EF4-FFF2-40B4-BE49-F238E27FC236}">
                <a16:creationId xmlns:a16="http://schemas.microsoft.com/office/drawing/2014/main" id="{861871E3-0C4B-7CC8-7ED0-894BF90566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55660" y="5940820"/>
            <a:ext cx="4657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654" name="Line 72">
            <a:extLst>
              <a:ext uri="{FF2B5EF4-FFF2-40B4-BE49-F238E27FC236}">
                <a16:creationId xmlns:a16="http://schemas.microsoft.com/office/drawing/2014/main" id="{FC320230-0757-40BC-1194-BF61D8E94E6A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8111365" y="5661521"/>
            <a:ext cx="347882" cy="21071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655" name="Oval 152">
            <a:extLst>
              <a:ext uri="{FF2B5EF4-FFF2-40B4-BE49-F238E27FC236}">
                <a16:creationId xmlns:a16="http://schemas.microsoft.com/office/drawing/2014/main" id="{3FEBE379-23DB-EF67-ED99-AA6BE5272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987" y="5845204"/>
            <a:ext cx="203765" cy="203094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000">
                <a:latin typeface="Tahoma" panose="020B0604030504040204" pitchFamily="34" charset="0"/>
              </a:rPr>
              <a:t>AE</a:t>
            </a:r>
          </a:p>
        </p:txBody>
      </p:sp>
      <p:sp>
        <p:nvSpPr>
          <p:cNvPr id="659" name="Cubo 658">
            <a:extLst>
              <a:ext uri="{FF2B5EF4-FFF2-40B4-BE49-F238E27FC236}">
                <a16:creationId xmlns:a16="http://schemas.microsoft.com/office/drawing/2014/main" id="{ACD4C9B9-C5C4-931D-9D21-7399A6AC6EA3}"/>
              </a:ext>
            </a:extLst>
          </p:cNvPr>
          <p:cNvSpPr/>
          <p:nvPr/>
        </p:nvSpPr>
        <p:spPr>
          <a:xfrm>
            <a:off x="9453168" y="6199587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600"/>
              <a:t>2_2_1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CF0C595-4924-510C-1AD2-DA33A6203D9A}"/>
              </a:ext>
            </a:extLst>
          </p:cNvPr>
          <p:cNvSpPr txBox="1"/>
          <p:nvPr/>
        </p:nvSpPr>
        <p:spPr>
          <a:xfrm>
            <a:off x="1897604" y="660052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E7206B6-9EDD-DF93-68C3-8A28C57A3BCC}"/>
              </a:ext>
            </a:extLst>
          </p:cNvPr>
          <p:cNvSpPr txBox="1"/>
          <p:nvPr/>
        </p:nvSpPr>
        <p:spPr>
          <a:xfrm>
            <a:off x="2437653" y="660826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343DB82-A753-78C9-72FB-A0AA3CE2EB5D}"/>
              </a:ext>
            </a:extLst>
          </p:cNvPr>
          <p:cNvSpPr txBox="1"/>
          <p:nvPr/>
        </p:nvSpPr>
        <p:spPr>
          <a:xfrm>
            <a:off x="3110017" y="661177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03666BD-5B1C-59CE-CFDC-3CB516865D06}"/>
              </a:ext>
            </a:extLst>
          </p:cNvPr>
          <p:cNvSpPr txBox="1"/>
          <p:nvPr/>
        </p:nvSpPr>
        <p:spPr>
          <a:xfrm>
            <a:off x="3925624" y="661177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9A23D4D-24D6-194F-1ED4-FA4155D35B2E}"/>
              </a:ext>
            </a:extLst>
          </p:cNvPr>
          <p:cNvSpPr txBox="1"/>
          <p:nvPr/>
        </p:nvSpPr>
        <p:spPr>
          <a:xfrm>
            <a:off x="4758144" y="661177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DB6EA1D-716B-E8CC-3F6D-FD7C13625776}"/>
              </a:ext>
            </a:extLst>
          </p:cNvPr>
          <p:cNvSpPr txBox="1"/>
          <p:nvPr/>
        </p:nvSpPr>
        <p:spPr>
          <a:xfrm>
            <a:off x="7908726" y="660826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6E06D77-420C-3571-729A-178A50492D8F}"/>
              </a:ext>
            </a:extLst>
          </p:cNvPr>
          <p:cNvSpPr txBox="1"/>
          <p:nvPr/>
        </p:nvSpPr>
        <p:spPr>
          <a:xfrm>
            <a:off x="9452574" y="661425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.0.3</a:t>
            </a:r>
          </a:p>
        </p:txBody>
      </p: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69BE424D-09D0-0950-F1A3-FD998F940712}"/>
              </a:ext>
            </a:extLst>
          </p:cNvPr>
          <p:cNvGrpSpPr/>
          <p:nvPr/>
        </p:nvGrpSpPr>
        <p:grpSpPr>
          <a:xfrm>
            <a:off x="4012472" y="3967051"/>
            <a:ext cx="747328" cy="426131"/>
            <a:chOff x="967835" y="2541918"/>
            <a:chExt cx="1426054" cy="463051"/>
          </a:xfrm>
        </p:grpSpPr>
        <p:grpSp>
          <p:nvGrpSpPr>
            <p:cNvPr id="420" name="Group 93">
              <a:extLst>
                <a:ext uri="{FF2B5EF4-FFF2-40B4-BE49-F238E27FC236}">
                  <a16:creationId xmlns:a16="http://schemas.microsoft.com/office/drawing/2014/main" id="{C1E1D7CD-6D69-4382-711C-19FA8BCA66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22" name="Group 94">
                <a:extLst>
                  <a:ext uri="{FF2B5EF4-FFF2-40B4-BE49-F238E27FC236}">
                    <a16:creationId xmlns:a16="http://schemas.microsoft.com/office/drawing/2014/main" id="{AF090FE1-4619-0F28-715D-B44DAAD3404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24" name="AutoShape 95">
                  <a:extLst>
                    <a:ext uri="{FF2B5EF4-FFF2-40B4-BE49-F238E27FC236}">
                      <a16:creationId xmlns:a16="http://schemas.microsoft.com/office/drawing/2014/main" id="{23FF023E-E5EF-1750-1BA9-10BABF1B3C1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25" name="Group 96">
                  <a:extLst>
                    <a:ext uri="{FF2B5EF4-FFF2-40B4-BE49-F238E27FC236}">
                      <a16:creationId xmlns:a16="http://schemas.microsoft.com/office/drawing/2014/main" id="{1B34AFCA-8D19-A084-834C-F726EA4F63A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26" name="Group 97">
                    <a:extLst>
                      <a:ext uri="{FF2B5EF4-FFF2-40B4-BE49-F238E27FC236}">
                        <a16:creationId xmlns:a16="http://schemas.microsoft.com/office/drawing/2014/main" id="{5FB7D05C-1337-A991-02AD-7091416B265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36" name="Freeform 98">
                      <a:extLst>
                        <a:ext uri="{FF2B5EF4-FFF2-40B4-BE49-F238E27FC236}">
                          <a16:creationId xmlns:a16="http://schemas.microsoft.com/office/drawing/2014/main" id="{DB12833D-09C9-CF31-A93E-46EE54C9B9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7" name="Freeform 99">
                      <a:extLst>
                        <a:ext uri="{FF2B5EF4-FFF2-40B4-BE49-F238E27FC236}">
                          <a16:creationId xmlns:a16="http://schemas.microsoft.com/office/drawing/2014/main" id="{B9A7CD12-29CC-E82B-44CA-A116C1EEF8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8" name="Freeform 100">
                      <a:extLst>
                        <a:ext uri="{FF2B5EF4-FFF2-40B4-BE49-F238E27FC236}">
                          <a16:creationId xmlns:a16="http://schemas.microsoft.com/office/drawing/2014/main" id="{A4A0FD1C-F283-6324-04AE-524BAB427A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9" name="Freeform 101">
                      <a:extLst>
                        <a:ext uri="{FF2B5EF4-FFF2-40B4-BE49-F238E27FC236}">
                          <a16:creationId xmlns:a16="http://schemas.microsoft.com/office/drawing/2014/main" id="{8AE4B28D-A07C-CEF3-F5F2-6C618EC8C2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0" name="Freeform 102">
                      <a:extLst>
                        <a:ext uri="{FF2B5EF4-FFF2-40B4-BE49-F238E27FC236}">
                          <a16:creationId xmlns:a16="http://schemas.microsoft.com/office/drawing/2014/main" id="{116D30EB-CFC5-50CB-4EC6-930F23D63C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1" name="Freeform 103">
                      <a:extLst>
                        <a:ext uri="{FF2B5EF4-FFF2-40B4-BE49-F238E27FC236}">
                          <a16:creationId xmlns:a16="http://schemas.microsoft.com/office/drawing/2014/main" id="{3BDE353C-49FD-8E51-749C-18C0259EED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2" name="Freeform 104">
                      <a:extLst>
                        <a:ext uri="{FF2B5EF4-FFF2-40B4-BE49-F238E27FC236}">
                          <a16:creationId xmlns:a16="http://schemas.microsoft.com/office/drawing/2014/main" id="{DD9F7E1C-BCA2-E560-D0FB-FFF0F7BE18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3" name="Freeform 105">
                      <a:extLst>
                        <a:ext uri="{FF2B5EF4-FFF2-40B4-BE49-F238E27FC236}">
                          <a16:creationId xmlns:a16="http://schemas.microsoft.com/office/drawing/2014/main" id="{2ED670AC-8523-3477-BEF4-851EC3A318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27" name="Group 106">
                    <a:extLst>
                      <a:ext uri="{FF2B5EF4-FFF2-40B4-BE49-F238E27FC236}">
                        <a16:creationId xmlns:a16="http://schemas.microsoft.com/office/drawing/2014/main" id="{65B59ED0-6F4A-5C24-32FA-1B3F9E9ED3C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28" name="Freeform 107">
                      <a:extLst>
                        <a:ext uri="{FF2B5EF4-FFF2-40B4-BE49-F238E27FC236}">
                          <a16:creationId xmlns:a16="http://schemas.microsoft.com/office/drawing/2014/main" id="{744D1199-A4D4-7751-450C-B301626C33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29" name="Freeform 108">
                      <a:extLst>
                        <a:ext uri="{FF2B5EF4-FFF2-40B4-BE49-F238E27FC236}">
                          <a16:creationId xmlns:a16="http://schemas.microsoft.com/office/drawing/2014/main" id="{F6291444-39B0-D796-F405-32B63FBBBF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0" name="Freeform 109">
                      <a:extLst>
                        <a:ext uri="{FF2B5EF4-FFF2-40B4-BE49-F238E27FC236}">
                          <a16:creationId xmlns:a16="http://schemas.microsoft.com/office/drawing/2014/main" id="{E3DEFDB4-1331-BDF7-B95E-D1395E7A8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1" name="Freeform 110">
                      <a:extLst>
                        <a:ext uri="{FF2B5EF4-FFF2-40B4-BE49-F238E27FC236}">
                          <a16:creationId xmlns:a16="http://schemas.microsoft.com/office/drawing/2014/main" id="{7C931D68-DA65-4A1B-85F1-6E35A83E32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2" name="Freeform 111">
                      <a:extLst>
                        <a:ext uri="{FF2B5EF4-FFF2-40B4-BE49-F238E27FC236}">
                          <a16:creationId xmlns:a16="http://schemas.microsoft.com/office/drawing/2014/main" id="{8D7925F4-7911-671D-22AE-F0853AB65BE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3" name="Freeform 112">
                      <a:extLst>
                        <a:ext uri="{FF2B5EF4-FFF2-40B4-BE49-F238E27FC236}">
                          <a16:creationId xmlns:a16="http://schemas.microsoft.com/office/drawing/2014/main" id="{290D12E5-4720-F8AE-01EB-1E485F6A7F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4" name="Freeform 113">
                      <a:extLst>
                        <a:ext uri="{FF2B5EF4-FFF2-40B4-BE49-F238E27FC236}">
                          <a16:creationId xmlns:a16="http://schemas.microsoft.com/office/drawing/2014/main" id="{7E9A1D42-05F5-DB9C-26E6-5399DDE1C4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5" name="Freeform 114">
                      <a:extLst>
                        <a:ext uri="{FF2B5EF4-FFF2-40B4-BE49-F238E27FC236}">
                          <a16:creationId xmlns:a16="http://schemas.microsoft.com/office/drawing/2014/main" id="{9EE7DB76-9354-D1EF-8088-401ED909A2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23" name="WordArt 115">
                <a:extLst>
                  <a:ext uri="{FF2B5EF4-FFF2-40B4-BE49-F238E27FC236}">
                    <a16:creationId xmlns:a16="http://schemas.microsoft.com/office/drawing/2014/main" id="{B749304B-A438-7CC5-3A8A-AEA2D018FC1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1" name="WordArt 68">
              <a:extLst>
                <a:ext uri="{FF2B5EF4-FFF2-40B4-BE49-F238E27FC236}">
                  <a16:creationId xmlns:a16="http://schemas.microsoft.com/office/drawing/2014/main" id="{7D01C95F-CD44-6BC1-DE5D-D4DFD53A97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leaf_1_2</a:t>
              </a: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1E266CF0-1748-7BD8-A82F-3AABEEEC7B2C}"/>
              </a:ext>
            </a:extLst>
          </p:cNvPr>
          <p:cNvGrpSpPr/>
          <p:nvPr/>
        </p:nvGrpSpPr>
        <p:grpSpPr>
          <a:xfrm>
            <a:off x="2433193" y="3973898"/>
            <a:ext cx="747328" cy="426131"/>
            <a:chOff x="967835" y="2541918"/>
            <a:chExt cx="1426054" cy="463051"/>
          </a:xfrm>
        </p:grpSpPr>
        <p:grpSp>
          <p:nvGrpSpPr>
            <p:cNvPr id="395" name="Group 93">
              <a:extLst>
                <a:ext uri="{FF2B5EF4-FFF2-40B4-BE49-F238E27FC236}">
                  <a16:creationId xmlns:a16="http://schemas.microsoft.com/office/drawing/2014/main" id="{EF350316-0F66-726F-DC33-08CEC2FC77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97" name="Group 94">
                <a:extLst>
                  <a:ext uri="{FF2B5EF4-FFF2-40B4-BE49-F238E27FC236}">
                    <a16:creationId xmlns:a16="http://schemas.microsoft.com/office/drawing/2014/main" id="{4F0A269C-3452-EAFD-F776-136EF589A02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99" name="AutoShape 95">
                  <a:extLst>
                    <a:ext uri="{FF2B5EF4-FFF2-40B4-BE49-F238E27FC236}">
                      <a16:creationId xmlns:a16="http://schemas.microsoft.com/office/drawing/2014/main" id="{AC30BA97-5570-BEFD-88D1-092CF15AFEA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00" name="Group 96">
                  <a:extLst>
                    <a:ext uri="{FF2B5EF4-FFF2-40B4-BE49-F238E27FC236}">
                      <a16:creationId xmlns:a16="http://schemas.microsoft.com/office/drawing/2014/main" id="{B2460673-59BF-8BA3-F353-FDF6C934761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01" name="Group 97">
                    <a:extLst>
                      <a:ext uri="{FF2B5EF4-FFF2-40B4-BE49-F238E27FC236}">
                        <a16:creationId xmlns:a16="http://schemas.microsoft.com/office/drawing/2014/main" id="{1132DA3B-A2F5-024A-F36C-542CEF6E039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11" name="Freeform 98">
                      <a:extLst>
                        <a:ext uri="{FF2B5EF4-FFF2-40B4-BE49-F238E27FC236}">
                          <a16:creationId xmlns:a16="http://schemas.microsoft.com/office/drawing/2014/main" id="{8B046A9C-052D-3013-0287-F7896544C4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2" name="Freeform 99">
                      <a:extLst>
                        <a:ext uri="{FF2B5EF4-FFF2-40B4-BE49-F238E27FC236}">
                          <a16:creationId xmlns:a16="http://schemas.microsoft.com/office/drawing/2014/main" id="{540D5029-C529-F1E3-1961-C79E59FCBE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3" name="Freeform 100">
                      <a:extLst>
                        <a:ext uri="{FF2B5EF4-FFF2-40B4-BE49-F238E27FC236}">
                          <a16:creationId xmlns:a16="http://schemas.microsoft.com/office/drawing/2014/main" id="{A1E22B09-F546-5253-3E2F-53B1FE78F4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4" name="Freeform 101">
                      <a:extLst>
                        <a:ext uri="{FF2B5EF4-FFF2-40B4-BE49-F238E27FC236}">
                          <a16:creationId xmlns:a16="http://schemas.microsoft.com/office/drawing/2014/main" id="{4D32371D-4B1E-7ADB-2C8F-F389B447D8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5" name="Freeform 102">
                      <a:extLst>
                        <a:ext uri="{FF2B5EF4-FFF2-40B4-BE49-F238E27FC236}">
                          <a16:creationId xmlns:a16="http://schemas.microsoft.com/office/drawing/2014/main" id="{D72DC04A-58E4-9617-9E90-7F3C44BF70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6" name="Freeform 103">
                      <a:extLst>
                        <a:ext uri="{FF2B5EF4-FFF2-40B4-BE49-F238E27FC236}">
                          <a16:creationId xmlns:a16="http://schemas.microsoft.com/office/drawing/2014/main" id="{5DD11E41-2F91-FC61-562B-2DE331BA3E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7" name="Freeform 104">
                      <a:extLst>
                        <a:ext uri="{FF2B5EF4-FFF2-40B4-BE49-F238E27FC236}">
                          <a16:creationId xmlns:a16="http://schemas.microsoft.com/office/drawing/2014/main" id="{C7AAC359-A3B0-EF39-A6DF-C8AC3E8FC6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8" name="Freeform 105">
                      <a:extLst>
                        <a:ext uri="{FF2B5EF4-FFF2-40B4-BE49-F238E27FC236}">
                          <a16:creationId xmlns:a16="http://schemas.microsoft.com/office/drawing/2014/main" id="{E7147C95-D032-3C70-75F7-AC8A51AC08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02" name="Group 106">
                    <a:extLst>
                      <a:ext uri="{FF2B5EF4-FFF2-40B4-BE49-F238E27FC236}">
                        <a16:creationId xmlns:a16="http://schemas.microsoft.com/office/drawing/2014/main" id="{842C27CF-0009-4999-DB44-143852F825B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03" name="Freeform 107">
                      <a:extLst>
                        <a:ext uri="{FF2B5EF4-FFF2-40B4-BE49-F238E27FC236}">
                          <a16:creationId xmlns:a16="http://schemas.microsoft.com/office/drawing/2014/main" id="{45BE7F54-1286-D89D-D8A6-9AC1086CEB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4" name="Freeform 108">
                      <a:extLst>
                        <a:ext uri="{FF2B5EF4-FFF2-40B4-BE49-F238E27FC236}">
                          <a16:creationId xmlns:a16="http://schemas.microsoft.com/office/drawing/2014/main" id="{769E1C92-0A04-B7A1-BFDE-A5BB45A77F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5" name="Freeform 109">
                      <a:extLst>
                        <a:ext uri="{FF2B5EF4-FFF2-40B4-BE49-F238E27FC236}">
                          <a16:creationId xmlns:a16="http://schemas.microsoft.com/office/drawing/2014/main" id="{3D7F8A0A-B209-E79C-042E-1B8C20B10F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6" name="Freeform 110">
                      <a:extLst>
                        <a:ext uri="{FF2B5EF4-FFF2-40B4-BE49-F238E27FC236}">
                          <a16:creationId xmlns:a16="http://schemas.microsoft.com/office/drawing/2014/main" id="{53333C69-42BC-22C4-D238-4F695D881E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7" name="Freeform 111">
                      <a:extLst>
                        <a:ext uri="{FF2B5EF4-FFF2-40B4-BE49-F238E27FC236}">
                          <a16:creationId xmlns:a16="http://schemas.microsoft.com/office/drawing/2014/main" id="{99260CD4-FE97-478D-E83D-11B8D5711B8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8" name="Freeform 112">
                      <a:extLst>
                        <a:ext uri="{FF2B5EF4-FFF2-40B4-BE49-F238E27FC236}">
                          <a16:creationId xmlns:a16="http://schemas.microsoft.com/office/drawing/2014/main" id="{BF4E5A3B-2B92-7CAC-9A97-EC79C5A899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9" name="Freeform 113">
                      <a:extLst>
                        <a:ext uri="{FF2B5EF4-FFF2-40B4-BE49-F238E27FC236}">
                          <a16:creationId xmlns:a16="http://schemas.microsoft.com/office/drawing/2014/main" id="{3ACE44C6-D38A-E61D-D6C9-1AD3CEC90B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0" name="Freeform 114">
                      <a:extLst>
                        <a:ext uri="{FF2B5EF4-FFF2-40B4-BE49-F238E27FC236}">
                          <a16:creationId xmlns:a16="http://schemas.microsoft.com/office/drawing/2014/main" id="{3930F331-685F-2A06-1B34-6BB86B38F26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398" name="WordArt 115">
                <a:extLst>
                  <a:ext uri="{FF2B5EF4-FFF2-40B4-BE49-F238E27FC236}">
                    <a16:creationId xmlns:a16="http://schemas.microsoft.com/office/drawing/2014/main" id="{374790AD-CAC8-A806-1A8D-44F7A572BF3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96" name="WordArt 68">
              <a:extLst>
                <a:ext uri="{FF2B5EF4-FFF2-40B4-BE49-F238E27FC236}">
                  <a16:creationId xmlns:a16="http://schemas.microsoft.com/office/drawing/2014/main" id="{CF945A8A-F372-B160-B618-70C03B7B10A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leaf_1_1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111FAA6-B430-963B-4EB6-0A832F38C812}"/>
              </a:ext>
            </a:extLst>
          </p:cNvPr>
          <p:cNvSpPr txBox="1"/>
          <p:nvPr/>
        </p:nvSpPr>
        <p:spPr>
          <a:xfrm>
            <a:off x="11242699" y="3790332"/>
            <a:ext cx="85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VXLAN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03FC3-AC98-B70B-D2E5-52CB3B252FFD}"/>
              </a:ext>
            </a:extLst>
          </p:cNvPr>
          <p:cNvSpPr txBox="1"/>
          <p:nvPr/>
        </p:nvSpPr>
        <p:spPr>
          <a:xfrm>
            <a:off x="11242699" y="4159664"/>
            <a:ext cx="94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VLAN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FBA55C-36DF-A168-0026-635EFB9AF608}"/>
              </a:ext>
            </a:extLst>
          </p:cNvPr>
          <p:cNvSpPr txBox="1"/>
          <p:nvPr/>
        </p:nvSpPr>
        <p:spPr>
          <a:xfrm>
            <a:off x="10050382" y="5814897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encapsulation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85F4FBD-288D-0CEA-5E0E-376D1C0E3AA8}"/>
              </a:ext>
            </a:extLst>
          </p:cNvPr>
          <p:cNvCxnSpPr/>
          <p:nvPr/>
        </p:nvCxnSpPr>
        <p:spPr>
          <a:xfrm>
            <a:off x="0" y="5803229"/>
            <a:ext cx="12192000" cy="10073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EAD98D0-1EB5-35BA-52FC-EB0405AA239C}"/>
              </a:ext>
            </a:extLst>
          </p:cNvPr>
          <p:cNvCxnSpPr/>
          <p:nvPr/>
        </p:nvCxnSpPr>
        <p:spPr>
          <a:xfrm>
            <a:off x="0" y="4149591"/>
            <a:ext cx="12192000" cy="10073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bo 638">
            <a:extLst>
              <a:ext uri="{FF2B5EF4-FFF2-40B4-BE49-F238E27FC236}">
                <a16:creationId xmlns:a16="http://schemas.microsoft.com/office/drawing/2014/main" id="{D53180E9-D814-19EA-339B-70A4FAA75A2E}"/>
              </a:ext>
            </a:extLst>
          </p:cNvPr>
          <p:cNvSpPr/>
          <p:nvPr/>
        </p:nvSpPr>
        <p:spPr>
          <a:xfrm>
            <a:off x="10110234" y="1073129"/>
            <a:ext cx="510540" cy="408678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857CC7-354A-81B2-8DEB-84E78562FCB4}"/>
              </a:ext>
            </a:extLst>
          </p:cNvPr>
          <p:cNvSpPr txBox="1"/>
          <p:nvPr/>
        </p:nvSpPr>
        <p:spPr>
          <a:xfrm>
            <a:off x="10572167" y="1045571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VNI: 5010, VLAN ID 10</a:t>
            </a:r>
          </a:p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Prefix: 10.10.0.0/16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Cubo 648">
            <a:extLst>
              <a:ext uri="{FF2B5EF4-FFF2-40B4-BE49-F238E27FC236}">
                <a16:creationId xmlns:a16="http://schemas.microsoft.com/office/drawing/2014/main" id="{33CA3ADA-8F7F-B082-5F80-D38776ED6366}"/>
              </a:ext>
            </a:extLst>
          </p:cNvPr>
          <p:cNvSpPr/>
          <p:nvPr/>
        </p:nvSpPr>
        <p:spPr>
          <a:xfrm>
            <a:off x="10110234" y="1610413"/>
            <a:ext cx="510540" cy="408678"/>
          </a:xfrm>
          <a:prstGeom prst="cube">
            <a:avLst/>
          </a:prstGeom>
          <a:solidFill>
            <a:srgbClr val="0066FF"/>
          </a:solidFill>
          <a:ln>
            <a:solidFill>
              <a:schemeClr val="tx1"/>
            </a:solidFill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2" name="Cubo 650">
            <a:extLst>
              <a:ext uri="{FF2B5EF4-FFF2-40B4-BE49-F238E27FC236}">
                <a16:creationId xmlns:a16="http://schemas.microsoft.com/office/drawing/2014/main" id="{3D815E88-BC50-BAD3-290B-1728DB0646B9}"/>
              </a:ext>
            </a:extLst>
          </p:cNvPr>
          <p:cNvSpPr/>
          <p:nvPr/>
        </p:nvSpPr>
        <p:spPr>
          <a:xfrm>
            <a:off x="10095311" y="2146650"/>
            <a:ext cx="510540" cy="40867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  <a:effectLst>
            <a:outerShdw blurRad="40000" dist="20000" dir="5400000" rotWithShape="0">
              <a:schemeClr val="accent3"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71E87E-AC2C-CF00-4743-9328A95E436C}"/>
              </a:ext>
            </a:extLst>
          </p:cNvPr>
          <p:cNvSpPr txBox="1"/>
          <p:nvPr/>
        </p:nvSpPr>
        <p:spPr>
          <a:xfrm>
            <a:off x="10567996" y="1602340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VNI: 5020, VLAN ID 20</a:t>
            </a:r>
          </a:p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Prefix: 10.20.0.0/16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57B61C-1E04-9421-8689-385B56E2E4D5}"/>
              </a:ext>
            </a:extLst>
          </p:cNvPr>
          <p:cNvSpPr txBox="1"/>
          <p:nvPr/>
        </p:nvSpPr>
        <p:spPr>
          <a:xfrm>
            <a:off x="10567996" y="2147256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VNI: 5030, VLAN ID 30</a:t>
            </a:r>
          </a:p>
          <a:p>
            <a:r>
              <a:rPr lang="en-GB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Prefix: 10.30.0.0/16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174D9F-EA36-0179-C38B-C2C8A0DE15B5}"/>
              </a:ext>
            </a:extLst>
          </p:cNvPr>
          <p:cNvSpPr txBox="1"/>
          <p:nvPr/>
        </p:nvSpPr>
        <p:spPr>
          <a:xfrm>
            <a:off x="167960" y="2608255"/>
            <a:ext cx="1739755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VLAN ID   VNI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600" dirty="0">
                <a:solidFill>
                  <a:srgbClr val="928C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10     5010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20     5020</a:t>
            </a:r>
          </a:p>
          <a:p>
            <a:r>
              <a:rPr lang="en-GB" sz="1600" dirty="0">
                <a:solidFill>
                  <a:srgbClr val="996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…       …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E6F6F6E-40DD-6638-1DBA-80E6DC39468F}"/>
              </a:ext>
            </a:extLst>
          </p:cNvPr>
          <p:cNvCxnSpPr>
            <a:cxnSpLocks/>
            <a:stCxn id="85" idx="2"/>
            <a:endCxn id="399" idx="2"/>
          </p:cNvCxnSpPr>
          <p:nvPr/>
        </p:nvCxnSpPr>
        <p:spPr>
          <a:xfrm>
            <a:off x="1037838" y="3685473"/>
            <a:ext cx="1395355" cy="5014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CA93FF8-7EB6-B12F-F16D-515B7215D0A4}"/>
              </a:ext>
            </a:extLst>
          </p:cNvPr>
          <p:cNvSpPr txBox="1"/>
          <p:nvPr/>
        </p:nvSpPr>
        <p:spPr>
          <a:xfrm>
            <a:off x="119291" y="4248600"/>
            <a:ext cx="1841850" cy="10926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Consolas" panose="020B0609020204030204" pitchFamily="49" charset="0"/>
                <a:cs typeface="Consolas" panose="020B0609020204030204" pitchFamily="49" charset="0"/>
              </a:rPr>
              <a:t>VLAN ID  Container</a:t>
            </a:r>
          </a:p>
          <a:p>
            <a:r>
              <a:rPr lang="en-GB" sz="13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300" dirty="0">
                <a:solidFill>
                  <a:srgbClr val="928C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      1_1_1</a:t>
            </a:r>
          </a:p>
          <a:p>
            <a:r>
              <a:rPr lang="en-GB" sz="1300" dirty="0">
                <a:solidFill>
                  <a:srgbClr val="928C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10       1_1_2</a:t>
            </a:r>
          </a:p>
          <a:p>
            <a:r>
              <a:rPr lang="en-GB" sz="13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20       1_1_3</a:t>
            </a:r>
          </a:p>
          <a:p>
            <a:r>
              <a:rPr lang="en-GB" sz="1300" dirty="0">
                <a:solidFill>
                  <a:srgbClr val="996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300" dirty="0">
                <a:latin typeface="Consolas" panose="020B0609020204030204" pitchFamily="49" charset="0"/>
                <a:cs typeface="Consolas" panose="020B0609020204030204" pitchFamily="49" charset="0"/>
              </a:rPr>
              <a:t>…       …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3C08F57-7CDC-6768-E6D5-9B5E1BB13707}"/>
              </a:ext>
            </a:extLst>
          </p:cNvPr>
          <p:cNvCxnSpPr>
            <a:cxnSpLocks/>
            <a:stCxn id="89" idx="3"/>
            <a:endCxn id="610" idx="0"/>
          </p:cNvCxnSpPr>
          <p:nvPr/>
        </p:nvCxnSpPr>
        <p:spPr>
          <a:xfrm>
            <a:off x="1961141" y="4794904"/>
            <a:ext cx="949143" cy="2966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44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2" grpId="0"/>
      <p:bldP spid="85" grpId="0" animBg="1"/>
      <p:bldP spid="8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3C2B75-0BE9-709E-2756-7818E4A8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configuring</a:t>
            </a:r>
            <a:r>
              <a:rPr lang="it-IT" dirty="0"/>
              <a:t> Leaves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F249D5-A1F5-D682-783E-F9D37CA3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configure</a:t>
            </a:r>
            <a:r>
              <a:rPr lang="it-IT" dirty="0"/>
              <a:t> the </a:t>
            </a:r>
            <a:r>
              <a:rPr lang="it-IT" dirty="0" err="1"/>
              <a:t>Leaf</a:t>
            </a:r>
            <a:r>
              <a:rPr lang="it-IT" dirty="0"/>
              <a:t> in </a:t>
            </a:r>
            <a:r>
              <a:rPr lang="it-IT" dirty="0" err="1"/>
              <a:t>order</a:t>
            </a:r>
            <a:r>
              <a:rPr lang="it-IT" dirty="0"/>
              <a:t> to:</a:t>
            </a:r>
          </a:p>
          <a:p>
            <a:pPr lvl="1"/>
            <a:r>
              <a:rPr lang="it-IT" dirty="0"/>
              <a:t>act </a:t>
            </a:r>
            <a:r>
              <a:rPr lang="it-IT" dirty="0" err="1"/>
              <a:t>as</a:t>
            </a:r>
            <a:r>
              <a:rPr lang="it-IT" dirty="0"/>
              <a:t> a bridge on Layer-2 ports (</a:t>
            </a:r>
            <a:r>
              <a:rPr lang="it-IT" dirty="0" err="1"/>
              <a:t>toward</a:t>
            </a:r>
            <a:r>
              <a:rPr lang="it-IT" dirty="0"/>
              <a:t> servers)</a:t>
            </a:r>
          </a:p>
          <a:p>
            <a:pPr lvl="2"/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perform</a:t>
            </a:r>
            <a:r>
              <a:rPr lang="it-IT" dirty="0"/>
              <a:t> Layer-2 learning</a:t>
            </a:r>
          </a:p>
          <a:p>
            <a:pPr lvl="1"/>
            <a:r>
              <a:rPr lang="it-IT" dirty="0"/>
              <a:t>act </a:t>
            </a:r>
            <a:r>
              <a:rPr lang="it-IT" dirty="0" err="1"/>
              <a:t>as</a:t>
            </a:r>
            <a:r>
              <a:rPr lang="it-IT" dirty="0"/>
              <a:t> a router on the ports of the data center (</a:t>
            </a:r>
            <a:r>
              <a:rPr lang="it-IT" dirty="0" err="1"/>
              <a:t>towards</a:t>
            </a:r>
            <a:r>
              <a:rPr lang="it-IT" dirty="0"/>
              <a:t> </a:t>
            </a:r>
            <a:r>
              <a:rPr lang="it-IT" dirty="0" err="1"/>
              <a:t>spines</a:t>
            </a:r>
            <a:r>
              <a:rPr lang="it-IT" dirty="0"/>
              <a:t>)</a:t>
            </a:r>
          </a:p>
          <a:p>
            <a:pPr lvl="2"/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establish</a:t>
            </a:r>
            <a:r>
              <a:rPr lang="it-IT" dirty="0"/>
              <a:t> BGP </a:t>
            </a:r>
            <a:r>
              <a:rPr lang="it-IT" dirty="0" err="1"/>
              <a:t>peerings</a:t>
            </a:r>
            <a:endParaRPr lang="it-IT" dirty="0"/>
          </a:p>
          <a:p>
            <a:pPr lvl="2"/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encapsulate</a:t>
            </a:r>
            <a:r>
              <a:rPr lang="it-IT" dirty="0"/>
              <a:t>/</a:t>
            </a:r>
            <a:r>
              <a:rPr lang="it-IT" dirty="0" err="1"/>
              <a:t>decapsulate</a:t>
            </a:r>
            <a:r>
              <a:rPr lang="it-IT" dirty="0"/>
              <a:t> VXLAN </a:t>
            </a:r>
            <a:r>
              <a:rPr lang="it-IT" dirty="0" err="1"/>
              <a:t>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7D83-6B31-B500-0BEC-53FC58B3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 err="1"/>
              <a:t>configuring</a:t>
            </a:r>
            <a:r>
              <a:rPr lang="it-IT" sz="4000" dirty="0"/>
              <a:t> Leaves - </a:t>
            </a:r>
            <a:r>
              <a:rPr lang="en-GB" sz="4000" dirty="0"/>
              <a:t>VTEP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FACD-29B6-C140-DEC9-DA22880BD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bridge facilities (aka </a:t>
            </a:r>
            <a:r>
              <a:rPr lang="en-GB" u="sng" dirty="0"/>
              <a:t>companion bridges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attach the tenant’s collision domains to the companion bridge</a:t>
            </a:r>
          </a:p>
          <a:p>
            <a:r>
              <a:rPr lang="en-GB" dirty="0"/>
              <a:t>configure the base BGP </a:t>
            </a:r>
            <a:r>
              <a:rPr lang="en-GB" dirty="0" err="1"/>
              <a:t>peerings</a:t>
            </a:r>
            <a:endParaRPr lang="en-GB" dirty="0"/>
          </a:p>
          <a:p>
            <a:pPr lvl="1"/>
            <a:r>
              <a:rPr lang="en-GB" dirty="0"/>
              <a:t>enable the AFI/SAFI of EVPN</a:t>
            </a:r>
          </a:p>
          <a:p>
            <a:r>
              <a:rPr lang="en-GB" dirty="0"/>
              <a:t>configure VXLAN</a:t>
            </a:r>
          </a:p>
        </p:txBody>
      </p:sp>
    </p:spTree>
    <p:extLst>
      <p:ext uri="{BB962C8B-B14F-4D97-AF65-F5344CB8AC3E}">
        <p14:creationId xmlns:p14="http://schemas.microsoft.com/office/powerpoint/2010/main" val="1782125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6E6D-1E9A-A9EC-B757-C659E5AB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 err="1"/>
              <a:t>configuring</a:t>
            </a:r>
            <a:r>
              <a:rPr lang="it-IT" sz="4000" dirty="0"/>
              <a:t> Leaves - </a:t>
            </a:r>
            <a:r>
              <a:rPr lang="it-IT" sz="4000" dirty="0" err="1"/>
              <a:t>companion</a:t>
            </a:r>
            <a:r>
              <a:rPr lang="it-IT" sz="4000" dirty="0"/>
              <a:t>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D2633-68FF-44A5-F8D4-548D6438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bridge connected to VTEP interfaces</a:t>
            </a:r>
          </a:p>
          <a:p>
            <a:pPr lvl="1"/>
            <a:r>
              <a:rPr lang="en-GB" dirty="0"/>
              <a:t>used by the VTEP to perform source address learning of local interfaces (the tenants’ ones)</a:t>
            </a:r>
          </a:p>
          <a:p>
            <a:r>
              <a:rPr lang="en-GB" dirty="0"/>
              <a:t>when in combination with EVPN-BGP</a:t>
            </a:r>
          </a:p>
          <a:p>
            <a:pPr lvl="1"/>
            <a:r>
              <a:rPr lang="en-GB" dirty="0"/>
              <a:t>its forwarding table is also populated via updates from BGP</a:t>
            </a:r>
          </a:p>
          <a:p>
            <a:pPr lvl="1"/>
            <a:r>
              <a:rPr lang="en-GB" dirty="0"/>
              <a:t>the FRR control plane watches updates of the bridge forwarding table to send updates via BGP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9454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leaf configuration example – part 1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53A831A4-727C-9551-90DE-8F7593F78A23}"/>
              </a:ext>
            </a:extLst>
          </p:cNvPr>
          <p:cNvGrpSpPr>
            <a:grpSpLocks/>
          </p:cNvGrpSpPr>
          <p:nvPr/>
        </p:nvGrpSpPr>
        <p:grpSpPr bwMode="auto">
          <a:xfrm>
            <a:off x="720522" y="1389736"/>
            <a:ext cx="10058403" cy="4791077"/>
            <a:chOff x="126" y="2432"/>
            <a:chExt cx="13307" cy="3018"/>
          </a:xfrm>
          <a:effectLst/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F5BCCBAA-FCE9-D483-5173-3F0F82C9C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3307" cy="2836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Configure loopback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address add 192.168.0.1/32 dev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 add 192.168.0.1/32 dev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Setting up VXLAN interfaces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vxlan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id 5010 dev lo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dstport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4789 local 192.168.0.1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nolearning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vtep5020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vxlan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id 5020 dev lo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dstport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4789 local 192.168.0.1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nolearning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vtep5030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vxlan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id 5030 dev lo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dstport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4789 local 192.168.0.1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nolearning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# Creating the companion bridge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it-IT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ip</a:t>
              </a: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 link add br100 type bridge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it-IT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ip</a:t>
              </a: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 link set br100 </a:t>
              </a:r>
              <a:r>
                <a:rPr kumimoji="0" lang="en-US" altLang="it-IT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addrgenmode</a:t>
              </a: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 none</a:t>
              </a:r>
              <a:endParaRPr lang="en-US" altLang="it-IT" sz="11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5C97C4BB-0975-D591-0F01-DE2DFBDDE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C435703-E8C0-F680-7165-AC4F2D3ECA43}"/>
              </a:ext>
            </a:extLst>
          </p:cNvPr>
          <p:cNvSpPr txBox="1"/>
          <p:nvPr/>
        </p:nvSpPr>
        <p:spPr>
          <a:xfrm>
            <a:off x="5873484" y="1860307"/>
            <a:ext cx="257923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an IP address on the loopback interface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5D20F2-569A-8AD1-C0E7-FD3784C8785F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4911365" y="2111604"/>
            <a:ext cx="962119" cy="2103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C8A953-6720-FD25-BDE6-AC1B651AA195}"/>
              </a:ext>
            </a:extLst>
          </p:cNvPr>
          <p:cNvSpPr txBox="1"/>
          <p:nvPr/>
        </p:nvSpPr>
        <p:spPr>
          <a:xfrm>
            <a:off x="3155906" y="5389780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interface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1209B5-DD37-E5F7-63FC-CC6C5779EA2C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876993" y="3168443"/>
            <a:ext cx="2383813" cy="2221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50ACCD-2F63-C673-F40A-26C1E24E96E5}"/>
              </a:ext>
            </a:extLst>
          </p:cNvPr>
          <p:cNvSpPr txBox="1"/>
          <p:nvPr/>
        </p:nvSpPr>
        <p:spPr>
          <a:xfrm>
            <a:off x="3972497" y="4558783"/>
            <a:ext cx="23622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interface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70DBD-1A61-125C-95DA-D3BBC5DE37A1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802200" y="3168443"/>
            <a:ext cx="2351397" cy="13903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1DB0A9-A4A6-E2D9-9380-73E7661B9065}"/>
              </a:ext>
            </a:extLst>
          </p:cNvPr>
          <p:cNvSpPr txBox="1"/>
          <p:nvPr/>
        </p:nvSpPr>
        <p:spPr>
          <a:xfrm>
            <a:off x="5350251" y="3844715"/>
            <a:ext cx="60959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VNI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0B96FF-D1DE-1546-BAA4-64EB112D4AC8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4929249" y="3168443"/>
            <a:ext cx="725801" cy="6762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8941C5-BF13-D37F-9340-7A7DA5D459FA}"/>
              </a:ext>
            </a:extLst>
          </p:cNvPr>
          <p:cNvCxnSpPr>
            <a:cxnSpLocks/>
          </p:cNvCxnSpPr>
          <p:nvPr/>
        </p:nvCxnSpPr>
        <p:spPr>
          <a:xfrm flipH="1" flipV="1">
            <a:off x="5791761" y="3167186"/>
            <a:ext cx="2025152" cy="1760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D81094-8382-56A4-D606-2D978ADDD509}"/>
              </a:ext>
            </a:extLst>
          </p:cNvPr>
          <p:cNvSpPr txBox="1"/>
          <p:nvPr/>
        </p:nvSpPr>
        <p:spPr>
          <a:xfrm>
            <a:off x="7262462" y="3977530"/>
            <a:ext cx="176908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VXLAN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54931B-1331-FF7B-7D62-EC8BC310CDE0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7071962" y="3207140"/>
            <a:ext cx="1075044" cy="7703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E5F576-3FDB-1F04-0F80-7863288D07F5}"/>
              </a:ext>
            </a:extLst>
          </p:cNvPr>
          <p:cNvSpPr txBox="1"/>
          <p:nvPr/>
        </p:nvSpPr>
        <p:spPr>
          <a:xfrm>
            <a:off x="9031548" y="4438517"/>
            <a:ext cx="1638303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VXLAN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IP, set to the loopback IP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0A91D5-E6B7-4F4A-C4D5-82DF90399F54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8936303" y="3207140"/>
            <a:ext cx="914397" cy="12313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7910DF-CCAF-CEA7-1D76-C4224955E3DA}"/>
              </a:ext>
            </a:extLst>
          </p:cNvPr>
          <p:cNvSpPr txBox="1"/>
          <p:nvPr/>
        </p:nvSpPr>
        <p:spPr>
          <a:xfrm>
            <a:off x="10141814" y="3729078"/>
            <a:ext cx="179070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disable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mcast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learning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28AC86-BA7B-2B21-717D-3209B9F96AAE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10064327" y="3207140"/>
            <a:ext cx="972841" cy="5219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2BE262-DEB7-4159-40C8-712B0525D708}"/>
              </a:ext>
            </a:extLst>
          </p:cNvPr>
          <p:cNvSpPr txBox="1"/>
          <p:nvPr/>
        </p:nvSpPr>
        <p:spPr>
          <a:xfrm>
            <a:off x="6451561" y="4765891"/>
            <a:ext cx="239773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 VXLAN packets via loopback interface</a:t>
            </a:r>
          </a:p>
        </p:txBody>
      </p:sp>
    </p:spTree>
    <p:extLst>
      <p:ext uri="{BB962C8B-B14F-4D97-AF65-F5344CB8AC3E}">
        <p14:creationId xmlns:p14="http://schemas.microsoft.com/office/powerpoint/2010/main" val="263529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2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E335-03EC-BC8E-5581-42BBA4B56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E4A5-70FE-81FA-EDE2-3B1BE009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leaf configuration example – part 1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B9A60C76-62CC-D2ED-C5E3-969411513200}"/>
              </a:ext>
            </a:extLst>
          </p:cNvPr>
          <p:cNvGrpSpPr>
            <a:grpSpLocks/>
          </p:cNvGrpSpPr>
          <p:nvPr/>
        </p:nvGrpSpPr>
        <p:grpSpPr bwMode="auto">
          <a:xfrm>
            <a:off x="720522" y="1389736"/>
            <a:ext cx="10058403" cy="4791077"/>
            <a:chOff x="126" y="2432"/>
            <a:chExt cx="13307" cy="3018"/>
          </a:xfrm>
          <a:effectLst/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8F8EEA47-541F-E24B-B693-557334E7D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3307" cy="2836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Configure loopback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address add 192.168.0.1/32 dev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 add 192.168.0.1/32 dev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Setting up VXLAN interfaces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vxlan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id 5010 dev lo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dstport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4789 local 192.168.0.1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nolearning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vtep5020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vxlan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id 5020 dev lo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dstport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4789 local 192.168.0.1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nolearning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vtep5030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vxlan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id 5030 dev lo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dstport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4789 local 192.168.0.1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nolearning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# Creating the companion bridge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it-IT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ip</a:t>
              </a: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 link add br100 type bridge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it-IT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ip</a:t>
              </a: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 link set br100 </a:t>
              </a:r>
              <a:r>
                <a:rPr kumimoji="0" lang="en-US" altLang="it-IT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addrgenmode</a:t>
              </a:r>
              <a:r>
                <a:rPr kumimoji="0" lang="en-US" altLang="it-IT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 none</a:t>
              </a:r>
              <a:endParaRPr lang="en-US" altLang="it-IT" sz="11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425267CD-80BB-BB6E-7F18-C6943121B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7E6794E-4DC7-6A2A-0CFA-37ED9382D9EA}"/>
              </a:ext>
            </a:extLst>
          </p:cNvPr>
          <p:cNvSpPr txBox="1"/>
          <p:nvPr/>
        </p:nvSpPr>
        <p:spPr>
          <a:xfrm>
            <a:off x="7051406" y="3850990"/>
            <a:ext cx="239773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the companion bridge and name it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1EDA2B-6B64-08F2-9A63-227BBCD0131C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160807" y="4174156"/>
            <a:ext cx="2890599" cy="1329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3ED3E3-063C-1BFE-9A20-BC9D998FE5B3}"/>
              </a:ext>
            </a:extLst>
          </p:cNvPr>
          <p:cNvSpPr txBox="1"/>
          <p:nvPr/>
        </p:nvSpPr>
        <p:spPr>
          <a:xfrm>
            <a:off x="7051406" y="4630293"/>
            <a:ext cx="239773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disable IPv6 link-local generation on the bridge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14DF81-5216-3858-B928-B2B4D3296492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631635" y="4497321"/>
            <a:ext cx="2419771" cy="5946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31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4" grpId="0" animBg="1"/>
      <p:bldP spid="24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leaf configuration example – part 2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9EFB2DEE-BA92-157A-69C6-18D6C45F4664}"/>
              </a:ext>
            </a:extLst>
          </p:cNvPr>
          <p:cNvGrpSpPr>
            <a:grpSpLocks/>
          </p:cNvGrpSpPr>
          <p:nvPr/>
        </p:nvGrpSpPr>
        <p:grpSpPr bwMode="auto">
          <a:xfrm>
            <a:off x="729797" y="1417638"/>
            <a:ext cx="7923817" cy="4913315"/>
            <a:chOff x="126" y="2432"/>
            <a:chExt cx="10483" cy="3095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90DFECA3-1140-AC32-E14B-CEE2A7356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0483" cy="2913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Attach interfaces to the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vtep5010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vtep5020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vtep5030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eth2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Enable bridge VLANs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br100 type 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vlan_filtering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vtep5010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vtep5020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vtep5030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AF3B536F-6609-22D2-DADE-537F76F35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 – part 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0B1799A-5EE5-5DC3-82CA-1D5563EA5921}"/>
              </a:ext>
            </a:extLst>
          </p:cNvPr>
          <p:cNvSpPr txBox="1"/>
          <p:nvPr/>
        </p:nvSpPr>
        <p:spPr>
          <a:xfrm>
            <a:off x="5333668" y="1131670"/>
            <a:ext cx="239773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attach the VTEP to the companion bridge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7972EE-0C34-A968-EAAE-D299E14D989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641873" y="1454836"/>
            <a:ext cx="691795" cy="5190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4A6631-6ABF-182C-9524-9891C502D44B}"/>
              </a:ext>
            </a:extLst>
          </p:cNvPr>
          <p:cNvSpPr txBox="1"/>
          <p:nvPr/>
        </p:nvSpPr>
        <p:spPr>
          <a:xfrm>
            <a:off x="8888466" y="1511359"/>
            <a:ext cx="239773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generate IPv6 link-local addresses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3B0E4B-42B2-AD25-D153-BFF1F90FE502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858334" y="1834525"/>
            <a:ext cx="2030132" cy="2324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07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6E3A-5186-59E7-01A3-871B275D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E16C-0B60-C5AF-623E-C620D66C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leaf configuration example – part 2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F187E9A2-F9AE-177E-E9CD-289E486E56A7}"/>
              </a:ext>
            </a:extLst>
          </p:cNvPr>
          <p:cNvGrpSpPr>
            <a:grpSpLocks/>
          </p:cNvGrpSpPr>
          <p:nvPr/>
        </p:nvGrpSpPr>
        <p:grpSpPr bwMode="auto">
          <a:xfrm>
            <a:off x="729797" y="1417638"/>
            <a:ext cx="7923817" cy="4913315"/>
            <a:chOff x="126" y="2432"/>
            <a:chExt cx="10483" cy="3095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6A4E845C-BDBB-37D9-F356-B4AEC727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0483" cy="2913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Attach interfaces to the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vtep5010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vtep5020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vtep5030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eth2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Enable bridge VLANs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br100 type 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vlan_filtering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vtep5010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vtep5020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vtep5030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F9564131-415F-3104-004E-9273C1D58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 – part 2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D6E085-2B03-99E2-7C5D-ED599C453980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364911" y="2478567"/>
            <a:ext cx="1677784" cy="20790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58B768-A21F-E7F6-A7F9-5A8528C77B1F}"/>
              </a:ext>
            </a:extLst>
          </p:cNvPr>
          <p:cNvSpPr txBox="1"/>
          <p:nvPr/>
        </p:nvSpPr>
        <p:spPr>
          <a:xfrm>
            <a:off x="6042695" y="4095942"/>
            <a:ext cx="1822839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the type of vtep5010 to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bridge_slave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89118A-F6DD-6660-0FA9-CF6FD7206A65}"/>
              </a:ext>
            </a:extLst>
          </p:cNvPr>
          <p:cNvCxnSpPr>
            <a:cxnSpLocks/>
          </p:cNvCxnSpPr>
          <p:nvPr/>
        </p:nvCxnSpPr>
        <p:spPr>
          <a:xfrm flipH="1" flipV="1">
            <a:off x="6339886" y="2496161"/>
            <a:ext cx="1651213" cy="8072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A39817-1598-38E0-83BF-599D7DD8FF20}"/>
              </a:ext>
            </a:extLst>
          </p:cNvPr>
          <p:cNvSpPr txBox="1"/>
          <p:nvPr/>
        </p:nvSpPr>
        <p:spPr>
          <a:xfrm>
            <a:off x="6574738" y="3303455"/>
            <a:ext cx="283272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suppress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neighbor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discovery (ARP and ND)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CCAB28-EA17-C0FB-0B27-599EF9BFAB20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8507896" y="2390092"/>
            <a:ext cx="380570" cy="2540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8B08D0C-B1D2-96FE-B0C7-47FBA8177F69}"/>
              </a:ext>
            </a:extLst>
          </p:cNvPr>
          <p:cNvSpPr txBox="1"/>
          <p:nvPr/>
        </p:nvSpPr>
        <p:spPr>
          <a:xfrm>
            <a:off x="8888466" y="2321004"/>
            <a:ext cx="235712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learn MAC addresses</a:t>
            </a:r>
          </a:p>
        </p:txBody>
      </p:sp>
    </p:spTree>
    <p:extLst>
      <p:ext uri="{BB962C8B-B14F-4D97-AF65-F5344CB8AC3E}">
        <p14:creationId xmlns:p14="http://schemas.microsoft.com/office/powerpoint/2010/main" val="213783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2E7C-0743-89F2-7982-F9238A6A5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5BD3-95E4-960B-8CD4-9469557B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leaf configuration example – part 2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5B67969-1FC4-09F9-ABD3-C95A825824C9}"/>
              </a:ext>
            </a:extLst>
          </p:cNvPr>
          <p:cNvGrpSpPr>
            <a:grpSpLocks/>
          </p:cNvGrpSpPr>
          <p:nvPr/>
        </p:nvGrpSpPr>
        <p:grpSpPr bwMode="auto">
          <a:xfrm>
            <a:off x="729797" y="1417638"/>
            <a:ext cx="7923817" cy="4913315"/>
            <a:chOff x="126" y="2432"/>
            <a:chExt cx="10483" cy="3095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1419D943-D154-1B72-17E1-8A6C4FCF4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0483" cy="2913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Attach interfaces to the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vtep5010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vtep5020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vtep5030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eth2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Enable bridge VLANs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br100 type 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vlan_filtering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vtep5010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vtep5020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vtep5030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0EED006D-EE26-958C-F35B-DF12BBFEF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 – part 2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E2D09D-90F9-08F1-4AE3-4B3BE052B38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604379" y="3589564"/>
            <a:ext cx="2505320" cy="5713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BD0C8B-A484-90CA-12AE-6D3790211186}"/>
              </a:ext>
            </a:extLst>
          </p:cNvPr>
          <p:cNvSpPr txBox="1"/>
          <p:nvPr/>
        </p:nvSpPr>
        <p:spPr>
          <a:xfrm>
            <a:off x="7109699" y="3837762"/>
            <a:ext cx="482719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attach eth2 (the Layer-2 collision domain towards server_1_1) to the companion bridge</a:t>
            </a:r>
          </a:p>
        </p:txBody>
      </p:sp>
    </p:spTree>
    <p:extLst>
      <p:ext uri="{BB962C8B-B14F-4D97-AF65-F5344CB8AC3E}">
        <p14:creationId xmlns:p14="http://schemas.microsoft.com/office/powerpoint/2010/main" val="2706581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1FAF-076C-A9A6-4F01-94DCE515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8319-E426-F421-5C63-EA4BA83A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leaf configuration example – part 2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69E3670-7CB8-EE30-82B8-EAFAAF7FB18B}"/>
              </a:ext>
            </a:extLst>
          </p:cNvPr>
          <p:cNvGrpSpPr>
            <a:grpSpLocks/>
          </p:cNvGrpSpPr>
          <p:nvPr/>
        </p:nvGrpSpPr>
        <p:grpSpPr bwMode="auto">
          <a:xfrm>
            <a:off x="729797" y="1417638"/>
            <a:ext cx="7923817" cy="4913315"/>
            <a:chOff x="126" y="2432"/>
            <a:chExt cx="10483" cy="3095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F1BB0705-DB83-7CB8-4BF4-478FCA479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10483" cy="2913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Attach interfaces to the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vtep5010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vtep5020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vtep5030 master br100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addrgenmode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none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vtep5010 type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bridge_slave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neigh_suppress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on learning off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eth2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Enable bridge VLANs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br100 type 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vlan_filtering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vtep5010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vtep5020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vtep5030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30 dev eth2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21804027-948C-997A-6908-10EC11850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 – part 2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3352361-73B0-E6B8-5E34-DAE959F2CF2A}"/>
              </a:ext>
            </a:extLst>
          </p:cNvPr>
          <p:cNvSpPr txBox="1"/>
          <p:nvPr/>
        </p:nvSpPr>
        <p:spPr>
          <a:xfrm>
            <a:off x="8882966" y="2841863"/>
            <a:ext cx="25792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VLANs on the bridge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24B630-886F-0BF8-4C84-C7A8864CDCE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400800" y="3165029"/>
            <a:ext cx="2482166" cy="11567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8FF3740-6380-8BA3-C513-CD79D7F8B462}"/>
              </a:ext>
            </a:extLst>
          </p:cNvPr>
          <p:cNvSpPr txBox="1"/>
          <p:nvPr/>
        </p:nvSpPr>
        <p:spPr>
          <a:xfrm>
            <a:off x="8882966" y="3692971"/>
            <a:ext cx="257923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the VTEP ports to receive/send untagged traffic of specific VLANs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E5F108-DDC8-0688-6C3A-BDF0D936C5D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400800" y="4293136"/>
            <a:ext cx="2482166" cy="5145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E3E0475-3FAD-7E79-545E-773D87678C8F}"/>
              </a:ext>
            </a:extLst>
          </p:cNvPr>
          <p:cNvSpPr txBox="1"/>
          <p:nvPr/>
        </p:nvSpPr>
        <p:spPr>
          <a:xfrm>
            <a:off x="8882966" y="5062971"/>
            <a:ext cx="257923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the server ports to receive/send VLAN tagged traffic of specific VLANs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CC2178-82DD-87B4-4CF6-4C9A050D50F6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4374037" y="5401559"/>
            <a:ext cx="4508929" cy="2615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73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3" grpId="0" animBg="1"/>
      <p:bldP spid="13" grpId="1" animBg="1"/>
      <p:bldP spid="16" grpId="0" animBg="1"/>
      <p:bldP spid="16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leaf configuration example – part 3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9EFB2DEE-BA92-157A-69C6-18D6C45F4664}"/>
              </a:ext>
            </a:extLst>
          </p:cNvPr>
          <p:cNvGrpSpPr>
            <a:grpSpLocks/>
          </p:cNvGrpSpPr>
          <p:nvPr/>
        </p:nvGrpSpPr>
        <p:grpSpPr bwMode="auto">
          <a:xfrm>
            <a:off x="729797" y="1417638"/>
            <a:ext cx="6428700" cy="4913315"/>
            <a:chOff x="126" y="2432"/>
            <a:chExt cx="8505" cy="3095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90DFECA3-1140-AC32-E14B-CEE2A7356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8505" cy="2913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Enable interfaces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up dev vtep5010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up dev vtep5020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up dev vtep5030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up dev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systemctl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start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frr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AF3B536F-6609-22D2-DADE-537F76F35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leaf_1_1.startup – part 3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031390-7BC5-3BBC-B22B-7B73993F5FC6}"/>
              </a:ext>
            </a:extLst>
          </p:cNvPr>
          <p:cNvSpPr txBox="1"/>
          <p:nvPr/>
        </p:nvSpPr>
        <p:spPr>
          <a:xfrm>
            <a:off x="7921488" y="1778001"/>
            <a:ext cx="35407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all the VTEPs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06B368-FDE5-2493-8462-3E9C15FEE195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967957" y="1962667"/>
            <a:ext cx="3953531" cy="461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71147D-659A-8E75-973A-4B2F24904F11}"/>
              </a:ext>
            </a:extLst>
          </p:cNvPr>
          <p:cNvSpPr txBox="1"/>
          <p:nvPr/>
        </p:nvSpPr>
        <p:spPr>
          <a:xfrm>
            <a:off x="7921487" y="2467195"/>
            <a:ext cx="35407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the companion bridge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7F73A0-E8D3-DBC1-02BD-3FFE61D3CC45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548270" y="2651861"/>
            <a:ext cx="4373217" cy="184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A61146-9EB1-4916-BF01-FAB155D1F914}"/>
              </a:ext>
            </a:extLst>
          </p:cNvPr>
          <p:cNvSpPr txBox="1"/>
          <p:nvPr/>
        </p:nvSpPr>
        <p:spPr>
          <a:xfrm>
            <a:off x="7921488" y="3099424"/>
            <a:ext cx="23977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FRRouting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D06B39-4E55-6171-FC3A-EFB5730A71EA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031435" y="3284090"/>
            <a:ext cx="4890053" cy="538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10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leaf BGP configuration example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53A831A4-727C-9551-90DE-8F7593F78A23}"/>
              </a:ext>
            </a:extLst>
          </p:cNvPr>
          <p:cNvGrpSpPr>
            <a:grpSpLocks/>
          </p:cNvGrpSpPr>
          <p:nvPr/>
        </p:nvGrpSpPr>
        <p:grpSpPr bwMode="auto">
          <a:xfrm>
            <a:off x="714737" y="1395524"/>
            <a:ext cx="4836111" cy="4587877"/>
            <a:chOff x="126" y="2432"/>
            <a:chExt cx="5552" cy="289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F5BCCBAA-FCE9-D483-5173-3F0F82C9C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5552" cy="2708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64512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timers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3 9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router-id 192.168.0.1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bestpath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as-path multipath-relax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neighbor SPINES peer-group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remote-as external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advertisement-interval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timers connect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eth0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eth1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5C97C4BB-0975-D591-0F01-DE2DFBDDE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 - part 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521C04B-B9E9-3AC0-4749-66ED426DDB5A}"/>
              </a:ext>
            </a:extLst>
          </p:cNvPr>
          <p:cNvGrpSpPr/>
          <p:nvPr/>
        </p:nvGrpSpPr>
        <p:grpSpPr>
          <a:xfrm>
            <a:off x="6204462" y="1395524"/>
            <a:ext cx="5080854" cy="4587878"/>
            <a:chOff x="6094506" y="1239270"/>
            <a:chExt cx="5080854" cy="4587878"/>
          </a:xfrm>
        </p:grpSpPr>
        <p:sp>
          <p:nvSpPr>
            <p:cNvPr id="3" name="AutoShape 5">
              <a:extLst>
                <a:ext uri="{FF2B5EF4-FFF2-40B4-BE49-F238E27FC236}">
                  <a16:creationId xmlns:a16="http://schemas.microsoft.com/office/drawing/2014/main" id="{3F6EC7D3-2D6E-2F18-79B3-1970952A9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4506" y="1528196"/>
              <a:ext cx="5080854" cy="4298952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address-family ipv4 unicast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neighbor SPINES activate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redistribute connected route-map LOOPBACKS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maximum-paths 64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exit-address-family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address-family l2vpn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evpn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neighbor SPINES activate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advertise-all-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vni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exit-address-family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route-map LOOPBACKS permit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match interface lo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" name="AutoShape 9">
              <a:extLst>
                <a:ext uri="{FF2B5EF4-FFF2-40B4-BE49-F238E27FC236}">
                  <a16:creationId xmlns:a16="http://schemas.microsoft.com/office/drawing/2014/main" id="{A7401E85-7E1E-E14F-F675-49C9D72C5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234" y="1239270"/>
              <a:ext cx="3692412" cy="360363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 - part 2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23092C6-9AE2-8B9C-AA0A-A62A68FFCA6A}"/>
              </a:ext>
            </a:extLst>
          </p:cNvPr>
          <p:cNvSpPr txBox="1"/>
          <p:nvPr/>
        </p:nvSpPr>
        <p:spPr>
          <a:xfrm>
            <a:off x="9300836" y="5124791"/>
            <a:ext cx="25792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route-map to announce the loopback IP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B5A40B-B306-0F17-C526-00962DBE8FE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8614279" y="4912511"/>
            <a:ext cx="686557" cy="5354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AAB1FA-F47A-E58D-F492-3E88E3125C7C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843989" y="2705363"/>
            <a:ext cx="746466" cy="2419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7142719-0188-02FC-D294-9234EAC4B313}"/>
              </a:ext>
            </a:extLst>
          </p:cNvPr>
          <p:cNvSpPr txBox="1"/>
          <p:nvPr/>
        </p:nvSpPr>
        <p:spPr>
          <a:xfrm>
            <a:off x="3795510" y="2250212"/>
            <a:ext cx="25792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the l2vpn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evpn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AFI/SAFI A.F.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CBE228-B540-1A1C-5968-67B7C7F82BD3}"/>
              </a:ext>
            </a:extLst>
          </p:cNvPr>
          <p:cNvCxnSpPr>
            <a:cxnSpLocks/>
          </p:cNvCxnSpPr>
          <p:nvPr/>
        </p:nvCxnSpPr>
        <p:spPr>
          <a:xfrm>
            <a:off x="5089109" y="2876773"/>
            <a:ext cx="1153081" cy="5522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12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 configuration example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74EBB03F-1EA9-ABD6-C5A6-0D4ED2618B21}"/>
              </a:ext>
            </a:extLst>
          </p:cNvPr>
          <p:cNvGrpSpPr>
            <a:grpSpLocks/>
          </p:cNvGrpSpPr>
          <p:nvPr/>
        </p:nvGrpSpPr>
        <p:grpSpPr bwMode="auto">
          <a:xfrm>
            <a:off x="722499" y="1401307"/>
            <a:ext cx="5747659" cy="4170363"/>
            <a:chOff x="126" y="2432"/>
            <a:chExt cx="7604" cy="2627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D3300390-91E7-1CBA-1096-8794D71E4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2433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# Creating the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add br100 type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# Attach interfaces to the bridge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eth0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eth1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eth2 master br100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altLang="it-IT" sz="16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# Enable bridge VLANs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dev br100 type 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vlan_filtering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eth0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eth0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10 dev eth1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bridge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vlan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add vid 20 dev eth2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pvid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untagged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link set up dev br100</a:t>
              </a: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5B3DF734-EE20-B18A-071E-FAB2BBE8A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server_1_1.startup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6A91FA2-FB51-6AD6-CFE8-B1F2C05BEC4A}"/>
              </a:ext>
            </a:extLst>
          </p:cNvPr>
          <p:cNvSpPr txBox="1"/>
          <p:nvPr/>
        </p:nvSpPr>
        <p:spPr>
          <a:xfrm>
            <a:off x="9025388" y="3250347"/>
            <a:ext cx="257923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the port towards the Leaf on the bridge to receive tagged VLAN packets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14D2E9-B053-08DB-084D-E74459B9639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432852" y="3850512"/>
            <a:ext cx="4592536" cy="6001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F208B28-98C9-3B85-D80A-E07E5C112812}"/>
              </a:ext>
            </a:extLst>
          </p:cNvPr>
          <p:cNvSpPr txBox="1"/>
          <p:nvPr/>
        </p:nvSpPr>
        <p:spPr>
          <a:xfrm>
            <a:off x="9025388" y="4549549"/>
            <a:ext cx="257923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the container ports to send untagged frames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DDADF2-CFDD-421E-204F-4045D746937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997203" y="4900326"/>
            <a:ext cx="3028185" cy="1108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15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spine BGP configuration example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53A831A4-727C-9551-90DE-8F7593F78A23}"/>
              </a:ext>
            </a:extLst>
          </p:cNvPr>
          <p:cNvGrpSpPr>
            <a:grpSpLocks/>
          </p:cNvGrpSpPr>
          <p:nvPr/>
        </p:nvGrpSpPr>
        <p:grpSpPr bwMode="auto">
          <a:xfrm>
            <a:off x="714735" y="1418667"/>
            <a:ext cx="4836111" cy="4819652"/>
            <a:chOff x="126" y="2432"/>
            <a:chExt cx="5552" cy="3036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F5BCCBAA-FCE9-D483-5173-3F0F82C9C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5552" cy="2854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64514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timers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3 9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router-id 192.168.0.5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bestpath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as-path multipath-relax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neighbor LEAFS peer-group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LEAFS remote-as external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LEAFS advertisement-interval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LEAFS timers connect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eth0 interface peer-group LEAFS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eth1 interface peer-group LEAFS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5C97C4BB-0975-D591-0F01-DE2DFBDDE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 - part 1</a:t>
              </a:r>
            </a:p>
          </p:txBody>
        </p:sp>
      </p:grpSp>
      <p:sp>
        <p:nvSpPr>
          <p:cNvPr id="3" name="AutoShape 5">
            <a:extLst>
              <a:ext uri="{FF2B5EF4-FFF2-40B4-BE49-F238E27FC236}">
                <a16:creationId xmlns:a16="http://schemas.microsoft.com/office/drawing/2014/main" id="{3F6EC7D3-2D6E-2F18-79B3-1970952A9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061" y="1707592"/>
            <a:ext cx="4836111" cy="4530727"/>
          </a:xfrm>
          <a:prstGeom prst="foldedCorner">
            <a:avLst>
              <a:gd name="adj" fmla="val 8278"/>
            </a:avLst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neighbor CORES peer-group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CORES remote-as external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CORES advertisement-interval 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CORES timers connect 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eth2 interface peer-group CORES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eth3 interface peer-group CORES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address-family ipv4 unicast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neighbor CORES activate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neighbor LEAFS activate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maximum-paths 64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exit-address-family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address-family l2vpn </a:t>
            </a:r>
            <a:r>
              <a:rPr lang="en-US" altLang="it-IT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evpn</a:t>
            </a: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neighbor CORES activate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neighbor LEAFS activate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exit-address-family</a:t>
            </a: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A7401E85-7E1E-E14F-F675-49C9D72C5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789" y="1418667"/>
            <a:ext cx="3692412" cy="360363"/>
          </a:xfrm>
          <a:prstGeom prst="foldedCorner">
            <a:avLst>
              <a:gd name="adj" fmla="val 8278"/>
            </a:avLst>
          </a:prstGeom>
          <a:solidFill>
            <a:schemeClr val="accent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err="1">
                <a:latin typeface="Consolas" panose="020B0609020204030204" pitchFamily="49" charset="0"/>
                <a:cs typeface="Consolas" panose="020B0609020204030204" pitchFamily="49" charset="0"/>
              </a:rPr>
              <a:t>bgpd.conf</a:t>
            </a:r>
            <a:r>
              <a:rPr lang="en-US" altLang="it-IT" sz="1600" b="1">
                <a:latin typeface="Consolas" panose="020B0609020204030204" pitchFamily="49" charset="0"/>
                <a:cs typeface="Consolas" panose="020B0609020204030204" pitchFamily="49" charset="0"/>
              </a:rPr>
              <a:t> - part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6156C-7593-13F4-FEB0-D6557E5FC88B}"/>
              </a:ext>
            </a:extLst>
          </p:cNvPr>
          <p:cNvSpPr txBox="1"/>
          <p:nvPr/>
        </p:nvSpPr>
        <p:spPr>
          <a:xfrm>
            <a:off x="9439123" y="4109492"/>
            <a:ext cx="25792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l2vpn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evpn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AFI/SAFI A.F.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B5785F-1B9F-AE80-7FE9-BD0DFBF313A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860221" y="4432658"/>
            <a:ext cx="578902" cy="7636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66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3CC9-F7AB-9DA6-1168-6854B73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BGP configuration example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53A831A4-727C-9551-90DE-8F7593F78A23}"/>
              </a:ext>
            </a:extLst>
          </p:cNvPr>
          <p:cNvGrpSpPr>
            <a:grpSpLocks/>
          </p:cNvGrpSpPr>
          <p:nvPr/>
        </p:nvGrpSpPr>
        <p:grpSpPr bwMode="auto">
          <a:xfrm>
            <a:off x="714735" y="1418670"/>
            <a:ext cx="5093944" cy="2889252"/>
            <a:chOff x="126" y="2432"/>
            <a:chExt cx="5848" cy="182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F5BCCBAA-FCE9-D483-5173-3F0F82C9C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5848" cy="1638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64518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timers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3 9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router-id 192.168.0.13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bestpath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as-path multipath-relax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4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5C97C4BB-0975-D591-0F01-DE2DFBDDE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 - part 1</a:t>
              </a:r>
            </a:p>
          </p:txBody>
        </p:sp>
      </p:grpSp>
      <p:sp>
        <p:nvSpPr>
          <p:cNvPr id="3" name="AutoShape 5">
            <a:extLst>
              <a:ext uri="{FF2B5EF4-FFF2-40B4-BE49-F238E27FC236}">
                <a16:creationId xmlns:a16="http://schemas.microsoft.com/office/drawing/2014/main" id="{3F6EC7D3-2D6E-2F18-79B3-1970952A9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706563"/>
            <a:ext cx="4836111" cy="4224341"/>
          </a:xfrm>
          <a:prstGeom prst="foldedCorner">
            <a:avLst>
              <a:gd name="adj" fmla="val 8278"/>
            </a:avLst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neighbor SPINES peer-group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SPINES remote-as external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SPINES advertisement-interval 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SPINES timers connect 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eth0 interface peer-group SPINES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eth1 interface peer-group SPINES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eth2 interface peer-group SPINES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neighbor eth3 interface peer-group SPINES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address-family ipv4 unicast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neighbor SPINES activate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maximum-paths 64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exit-address-family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address-family l2vpn </a:t>
            </a:r>
            <a:r>
              <a:rPr lang="en-US" altLang="it-IT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evpn</a:t>
            </a:r>
            <a:endParaRPr lang="en-US" altLang="it-IT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neighbor SPINES activate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exit-address-family</a:t>
            </a: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A7401E85-7E1E-E14F-F675-49C9D72C5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728" y="1417638"/>
            <a:ext cx="3692412" cy="344895"/>
          </a:xfrm>
          <a:prstGeom prst="foldedCorner">
            <a:avLst>
              <a:gd name="adj" fmla="val 8278"/>
            </a:avLst>
          </a:prstGeom>
          <a:solidFill>
            <a:schemeClr val="accent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600" b="1" err="1">
                <a:latin typeface="Consolas" panose="020B0609020204030204" pitchFamily="49" charset="0"/>
                <a:cs typeface="Consolas" panose="020B0609020204030204" pitchFamily="49" charset="0"/>
              </a:rPr>
              <a:t>bgpd.conf</a:t>
            </a:r>
            <a:r>
              <a:rPr lang="en-US" altLang="it-IT" sz="1600" b="1">
                <a:latin typeface="Consolas" panose="020B0609020204030204" pitchFamily="49" charset="0"/>
                <a:cs typeface="Consolas" panose="020B0609020204030204" pitchFamily="49" charset="0"/>
              </a:rPr>
              <a:t> - part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562E2-4277-8E79-51DF-9FD9A2F439BA}"/>
              </a:ext>
            </a:extLst>
          </p:cNvPr>
          <p:cNvSpPr txBox="1"/>
          <p:nvPr/>
        </p:nvSpPr>
        <p:spPr>
          <a:xfrm>
            <a:off x="9401286" y="4574257"/>
            <a:ext cx="25792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l2vpn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evpn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AFI/SAFI A.F.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595E5E-325C-3DCA-DABB-CE3CEC9C168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973732" y="4897423"/>
            <a:ext cx="427554" cy="3231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0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80BE-8996-C627-F324-EC6C3F8D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3F7C-7045-BB21-BF2D-30D06C92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container configuration example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0868DD50-C84B-EFAA-5BC2-297ACA2B23B2}"/>
              </a:ext>
            </a:extLst>
          </p:cNvPr>
          <p:cNvGrpSpPr>
            <a:grpSpLocks/>
          </p:cNvGrpSpPr>
          <p:nvPr/>
        </p:nvGrpSpPr>
        <p:grpSpPr bwMode="auto">
          <a:xfrm>
            <a:off x="722499" y="1401307"/>
            <a:ext cx="5747659" cy="1450975"/>
            <a:chOff x="126" y="2432"/>
            <a:chExt cx="7604" cy="914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7BA8A7A2-1557-4C58-94CE-114493D86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720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address add 10.10.0.1/16 dev eth0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</a:rPr>
                <a:t>ip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link set dev eth0 </a:t>
              </a:r>
              <a:r>
                <a:rPr lang="en-US" altLang="it-IT" sz="1600" b="1" dirty="0" err="1">
                  <a:latin typeface="Consolas" panose="020B0609020204030204" pitchFamily="49" charset="0"/>
                </a:rPr>
                <a:t>mtu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1450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</a:rPr>
                <a:t>systemctl</a:t>
              </a:r>
              <a:r>
                <a:rPr lang="en-US" altLang="it-IT" sz="1600" b="1" dirty="0">
                  <a:latin typeface="Consolas" panose="020B0609020204030204" pitchFamily="49" charset="0"/>
                </a:rPr>
                <a:t> start apache2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AD4A53A6-349D-5107-A49F-54A40AB6B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container_1_1_1.startup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03F800B-776D-F945-DA27-BD7F68662C15}"/>
              </a:ext>
            </a:extLst>
          </p:cNvPr>
          <p:cNvSpPr txBox="1"/>
          <p:nvPr/>
        </p:nvSpPr>
        <p:spPr>
          <a:xfrm>
            <a:off x="7351295" y="1438504"/>
            <a:ext cx="328958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 an IP to the container (chosen by the tenant)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8A26C7-23B2-81ED-8C97-B81C552F5386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840706" y="1761670"/>
            <a:ext cx="2510589" cy="1048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468B81-F1B1-C172-3BAD-A4395AEB4B5E}"/>
              </a:ext>
            </a:extLst>
          </p:cNvPr>
          <p:cNvSpPr txBox="1"/>
          <p:nvPr/>
        </p:nvSpPr>
        <p:spPr>
          <a:xfrm>
            <a:off x="7351295" y="2179701"/>
            <a:ext cx="45840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 the interface MTU </a:t>
            </a:r>
            <a:b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(50 bytes are taken by the VXLAN header)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91FE1D-1671-C399-AE8F-61298E21869D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109545" y="2134697"/>
            <a:ext cx="3241750" cy="3681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ADEC4F7-F559-12E4-E4E6-832C2A13C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62801"/>
            <a:ext cx="10972800" cy="709550"/>
          </a:xfrm>
        </p:spPr>
        <p:txBody>
          <a:bodyPr/>
          <a:lstStyle/>
          <a:p>
            <a:r>
              <a:rPr lang="en-GB" dirty="0"/>
              <a:t>another small detail in the </a:t>
            </a:r>
            <a:r>
              <a:rPr lang="en-GB" dirty="0" err="1"/>
              <a:t>lab.conf</a:t>
            </a:r>
            <a:endParaRPr lang="en-GB" dirty="0"/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A9A5F4E1-765C-51D0-D756-F10AD958C739}"/>
              </a:ext>
            </a:extLst>
          </p:cNvPr>
          <p:cNvGrpSpPr>
            <a:grpSpLocks/>
          </p:cNvGrpSpPr>
          <p:nvPr/>
        </p:nvGrpSpPr>
        <p:grpSpPr bwMode="auto">
          <a:xfrm>
            <a:off x="756513" y="3835512"/>
            <a:ext cx="5747659" cy="1450975"/>
            <a:chOff x="126" y="2432"/>
            <a:chExt cx="7604" cy="914"/>
          </a:xfrm>
        </p:grpSpPr>
        <p:sp>
          <p:nvSpPr>
            <p:cNvPr id="20" name="AutoShape 5">
              <a:extLst>
                <a:ext uri="{FF2B5EF4-FFF2-40B4-BE49-F238E27FC236}">
                  <a16:creationId xmlns:a16="http://schemas.microsoft.com/office/drawing/2014/main" id="{1FD2C139-B683-75E2-041D-99F6CC598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26"/>
              <a:ext cx="7604" cy="720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</a:rPr>
                <a:t>...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container_1_1_1[0]="AA/00:00:00:01:01:01"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3F4FCE2B-661E-F9ED-6B2F-6A54F7470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4239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lab.conf</a:t>
              </a: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3006C22-616E-96CA-6F94-F7BDA1B3FF16}"/>
              </a:ext>
            </a:extLst>
          </p:cNvPr>
          <p:cNvSpPr txBox="1"/>
          <p:nvPr/>
        </p:nvSpPr>
        <p:spPr>
          <a:xfrm>
            <a:off x="7351295" y="4398869"/>
            <a:ext cx="45840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defines the MAC address for the interface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4BD461-D0E1-0B72-8787-2971FC3D5272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5419493" y="4560848"/>
            <a:ext cx="1931802" cy="226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9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8" grpId="0" build="p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403A-4EAC-5397-8FC6-BB65E947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lab pre-conditions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83C-FE13-E6B4-D784-AAB7B5F84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Linux and macOS</a:t>
            </a:r>
          </a:p>
          <a:p>
            <a:pPr lvl="1"/>
            <a:r>
              <a:rPr lang="en-GB" dirty="0"/>
              <a:t>no specific requirement</a:t>
            </a:r>
          </a:p>
          <a:p>
            <a:r>
              <a:rPr lang="en-GB" dirty="0"/>
              <a:t>Windows</a:t>
            </a:r>
          </a:p>
          <a:p>
            <a:pPr lvl="1"/>
            <a:r>
              <a:rPr lang="en-GB" dirty="0"/>
              <a:t>currently, the WSL 2 kernel does not have Multi-Path enabled</a:t>
            </a:r>
          </a:p>
          <a:p>
            <a:pPr lvl="1"/>
            <a:r>
              <a:rPr lang="en-GB" dirty="0"/>
              <a:t>need to fallback to Hyper-V Docker backend</a:t>
            </a:r>
          </a:p>
          <a:p>
            <a:pPr lvl="2"/>
            <a:r>
              <a:rPr lang="en-GB" dirty="0"/>
              <a:t>open Docker Desktop and go to Settings (cog in the top-right corner)</a:t>
            </a:r>
          </a:p>
          <a:p>
            <a:pPr lvl="2"/>
            <a:r>
              <a:rPr lang="en-GB" dirty="0"/>
              <a:t>unselect the “Use the WSL 2 based engine” checkbox</a:t>
            </a:r>
          </a:p>
          <a:p>
            <a:pPr lvl="2"/>
            <a:r>
              <a:rPr lang="en-GB" dirty="0"/>
              <a:t>click “Apply &amp; restart” </a:t>
            </a:r>
          </a:p>
          <a:p>
            <a:pPr lvl="1"/>
            <a:r>
              <a:rPr lang="en-GB" dirty="0"/>
              <a:t>Hyper-V is only supported on the Pro version</a:t>
            </a:r>
          </a:p>
          <a:p>
            <a:pPr lvl="2"/>
            <a:r>
              <a:rPr lang="en-GB" dirty="0"/>
              <a:t>if you have the Home version, you can download the VM from Canvas</a:t>
            </a:r>
          </a:p>
        </p:txBody>
      </p:sp>
    </p:spTree>
    <p:extLst>
      <p:ext uri="{BB962C8B-B14F-4D97-AF65-F5344CB8AC3E}">
        <p14:creationId xmlns:p14="http://schemas.microsoft.com/office/powerpoint/2010/main" val="3972305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51DD-9CE0-3ECB-08B4-6A47C45B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98D8-AE88-5F56-9CC5-42205685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topology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CC2B019-7A5F-A7B4-9D6C-287462774672}"/>
              </a:ext>
            </a:extLst>
          </p:cNvPr>
          <p:cNvSpPr txBox="1"/>
          <p:nvPr/>
        </p:nvSpPr>
        <p:spPr>
          <a:xfrm>
            <a:off x="9940" y="1891031"/>
            <a:ext cx="58403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leaf_1_2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“.startup” file and its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FRRouting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needs to be configured with VTEPs, VLANs, and EVPN-BGP</a:t>
            </a:r>
          </a:p>
          <a:p>
            <a:pPr marL="1257300" lvl="2" indent="-342900">
              <a:buClr>
                <a:srgbClr val="66CC00"/>
              </a:buClr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must be able to forward (VTEP=5020, VLAN=20) and (VTEP=5030, VLAN=30) 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most of the configurations are symmetric, you might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“take a look” to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leaf_1_1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adjust them!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 2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the loopback address is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shown in the figure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 3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to assign the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router-id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pick a unique </a:t>
            </a:r>
            <a:r>
              <a:rPr lang="en-US" altLang="it-IT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192.168.0.x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address</a:t>
            </a:r>
          </a:p>
        </p:txBody>
      </p:sp>
      <p:grpSp>
        <p:nvGrpSpPr>
          <p:cNvPr id="1262" name="Group 1261">
            <a:extLst>
              <a:ext uri="{FF2B5EF4-FFF2-40B4-BE49-F238E27FC236}">
                <a16:creationId xmlns:a16="http://schemas.microsoft.com/office/drawing/2014/main" id="{87971233-6B2B-2923-C28F-F03307290F86}"/>
              </a:ext>
            </a:extLst>
          </p:cNvPr>
          <p:cNvGrpSpPr/>
          <p:nvPr/>
        </p:nvGrpSpPr>
        <p:grpSpPr>
          <a:xfrm>
            <a:off x="3034613" y="2277244"/>
            <a:ext cx="9120057" cy="4580756"/>
            <a:chOff x="137408" y="1269324"/>
            <a:chExt cx="11166687" cy="5608723"/>
          </a:xfrm>
        </p:grpSpPr>
        <p:sp>
          <p:nvSpPr>
            <p:cNvPr id="882" name="Line 72">
              <a:extLst>
                <a:ext uri="{FF2B5EF4-FFF2-40B4-BE49-F238E27FC236}">
                  <a16:creationId xmlns:a16="http://schemas.microsoft.com/office/drawing/2014/main" id="{ABAEBCBC-69C6-4236-57D9-844A7FADC9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261527" y="5930935"/>
              <a:ext cx="308907" cy="3127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3" name="Line 72">
              <a:extLst>
                <a:ext uri="{FF2B5EF4-FFF2-40B4-BE49-F238E27FC236}">
                  <a16:creationId xmlns:a16="http://schemas.microsoft.com/office/drawing/2014/main" id="{C300BB52-7E2A-467D-9F6E-9DC9A0E194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048009" y="6021260"/>
              <a:ext cx="284718" cy="156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4" name="Line 72">
              <a:extLst>
                <a:ext uri="{FF2B5EF4-FFF2-40B4-BE49-F238E27FC236}">
                  <a16:creationId xmlns:a16="http://schemas.microsoft.com/office/drawing/2014/main" id="{535CBD87-E0B4-A0C0-F40F-9891317BC4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535835" y="6042017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5" name="Line 72">
              <a:extLst>
                <a:ext uri="{FF2B5EF4-FFF2-40B4-BE49-F238E27FC236}">
                  <a16:creationId xmlns:a16="http://schemas.microsoft.com/office/drawing/2014/main" id="{5491F8E5-EF4F-4CD4-2BE2-C33866408D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554282" y="6052345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6" name="Line 72">
              <a:extLst>
                <a:ext uri="{FF2B5EF4-FFF2-40B4-BE49-F238E27FC236}">
                  <a16:creationId xmlns:a16="http://schemas.microsoft.com/office/drawing/2014/main" id="{D591087A-3168-B3ED-2F04-073DF57FE8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238174" y="6028676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7" name="Line 72">
              <a:extLst>
                <a:ext uri="{FF2B5EF4-FFF2-40B4-BE49-F238E27FC236}">
                  <a16:creationId xmlns:a16="http://schemas.microsoft.com/office/drawing/2014/main" id="{5EEA7F25-4E2E-2C0F-37F8-0734AA7B9A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738246" y="6035233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8" name="Line 72">
              <a:extLst>
                <a:ext uri="{FF2B5EF4-FFF2-40B4-BE49-F238E27FC236}">
                  <a16:creationId xmlns:a16="http://schemas.microsoft.com/office/drawing/2014/main" id="{71CA8449-0308-DA17-599B-80A160A676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61981" y="6035233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9" name="Line 72">
              <a:extLst>
                <a:ext uri="{FF2B5EF4-FFF2-40B4-BE49-F238E27FC236}">
                  <a16:creationId xmlns:a16="http://schemas.microsoft.com/office/drawing/2014/main" id="{9E92F451-00A3-5C55-CC03-914DC8F38B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9400304" y="5630979"/>
              <a:ext cx="347868" cy="26703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0" name="Line 264">
              <a:extLst>
                <a:ext uri="{FF2B5EF4-FFF2-40B4-BE49-F238E27FC236}">
                  <a16:creationId xmlns:a16="http://schemas.microsoft.com/office/drawing/2014/main" id="{DC920045-B30D-26B9-2CD3-72C96D13D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383126" y="5947375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891" name="Oval 152">
              <a:extLst>
                <a:ext uri="{FF2B5EF4-FFF2-40B4-BE49-F238E27FC236}">
                  <a16:creationId xmlns:a16="http://schemas.microsoft.com/office/drawing/2014/main" id="{5922FB43-0079-C38B-EAF8-1CD5A7486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0509" y="5858563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AF</a:t>
              </a:r>
            </a:p>
          </p:txBody>
        </p:sp>
        <p:sp>
          <p:nvSpPr>
            <p:cNvPr id="892" name="Line 72">
              <a:extLst>
                <a:ext uri="{FF2B5EF4-FFF2-40B4-BE49-F238E27FC236}">
                  <a16:creationId xmlns:a16="http://schemas.microsoft.com/office/drawing/2014/main" id="{8B998A25-3101-34CA-DAE9-F28EEB3BBD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707147" y="5474786"/>
              <a:ext cx="361771" cy="57307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3" name="Line 72">
              <a:extLst>
                <a:ext uri="{FF2B5EF4-FFF2-40B4-BE49-F238E27FC236}">
                  <a16:creationId xmlns:a16="http://schemas.microsoft.com/office/drawing/2014/main" id="{055201FD-F163-2046-1A4F-1E614CB828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114759" y="5627630"/>
              <a:ext cx="347868" cy="26703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4" name="Line 264">
              <a:extLst>
                <a:ext uri="{FF2B5EF4-FFF2-40B4-BE49-F238E27FC236}">
                  <a16:creationId xmlns:a16="http://schemas.microsoft.com/office/drawing/2014/main" id="{4DC6EFDF-40D3-A750-C6F2-A5C8A801A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482" y="5940820"/>
              <a:ext cx="482532" cy="110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895" name="Line 264">
              <a:extLst>
                <a:ext uri="{FF2B5EF4-FFF2-40B4-BE49-F238E27FC236}">
                  <a16:creationId xmlns:a16="http://schemas.microsoft.com/office/drawing/2014/main" id="{E274AD75-81F7-366E-3A37-6D2375BCC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97581" y="5944026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896" name="Oval 152">
              <a:extLst>
                <a:ext uri="{FF2B5EF4-FFF2-40B4-BE49-F238E27FC236}">
                  <a16:creationId xmlns:a16="http://schemas.microsoft.com/office/drawing/2014/main" id="{52CD6472-02B8-E328-CD15-F94FB35A4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495" y="584063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AA</a:t>
              </a:r>
              <a:endParaRPr lang="it-IT" altLang="it-IT" sz="1050">
                <a:latin typeface="Tahoma" panose="020B0604030504040204" pitchFamily="34" charset="0"/>
              </a:endParaRPr>
            </a:p>
          </p:txBody>
        </p:sp>
        <p:sp>
          <p:nvSpPr>
            <p:cNvPr id="897" name="Oval 152">
              <a:extLst>
                <a:ext uri="{FF2B5EF4-FFF2-40B4-BE49-F238E27FC236}">
                  <a16:creationId xmlns:a16="http://schemas.microsoft.com/office/drawing/2014/main" id="{736C265E-B8FB-7412-E7F6-7BFA644C9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4964" y="5855214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AB</a:t>
              </a:r>
            </a:p>
          </p:txBody>
        </p:sp>
        <p:sp>
          <p:nvSpPr>
            <p:cNvPr id="898" name="Line 72">
              <a:extLst>
                <a:ext uri="{FF2B5EF4-FFF2-40B4-BE49-F238E27FC236}">
                  <a16:creationId xmlns:a16="http://schemas.microsoft.com/office/drawing/2014/main" id="{64374B7F-6BE1-E20A-AA68-3CD053F780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205827" y="4579951"/>
              <a:ext cx="654718" cy="26467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9" name="Line 71">
              <a:extLst>
                <a:ext uri="{FF2B5EF4-FFF2-40B4-BE49-F238E27FC236}">
                  <a16:creationId xmlns:a16="http://schemas.microsoft.com/office/drawing/2014/main" id="{19EF9984-7324-8D6A-9D26-6E5C38AC8E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98192" y="4587279"/>
              <a:ext cx="622885" cy="24391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900" name="AutoShape 118">
              <a:extLst>
                <a:ext uri="{FF2B5EF4-FFF2-40B4-BE49-F238E27FC236}">
                  <a16:creationId xmlns:a16="http://schemas.microsoft.com/office/drawing/2014/main" id="{667FD717-745F-ED02-DB3A-B4D720573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280" y="1404493"/>
              <a:ext cx="2620505" cy="460670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1" name="AutoShape 8">
              <a:extLst>
                <a:ext uri="{FF2B5EF4-FFF2-40B4-BE49-F238E27FC236}">
                  <a16:creationId xmlns:a16="http://schemas.microsoft.com/office/drawing/2014/main" id="{A797FD40-08C7-EE81-201C-F86DAA432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8350" y="3934159"/>
              <a:ext cx="1256652" cy="46067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2" name="AutoShape 9">
              <a:extLst>
                <a:ext uri="{FF2B5EF4-FFF2-40B4-BE49-F238E27FC236}">
                  <a16:creationId xmlns:a16="http://schemas.microsoft.com/office/drawing/2014/main" id="{308DFD1A-ED6D-7BCE-C0B7-62C8F197D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547" y="3934251"/>
              <a:ext cx="1164573" cy="46067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3" name="AutoShape 10">
              <a:extLst>
                <a:ext uri="{FF2B5EF4-FFF2-40B4-BE49-F238E27FC236}">
                  <a16:creationId xmlns:a16="http://schemas.microsoft.com/office/drawing/2014/main" id="{B7EE69B0-9D32-342A-3D5A-FCC3F9AE4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220" y="3941804"/>
              <a:ext cx="1214922" cy="46067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4" name="AutoShape 11">
              <a:extLst>
                <a:ext uri="{FF2B5EF4-FFF2-40B4-BE49-F238E27FC236}">
                  <a16:creationId xmlns:a16="http://schemas.microsoft.com/office/drawing/2014/main" id="{02D79FBF-170F-4349-656A-9CC38A175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528" y="3941804"/>
              <a:ext cx="1220305" cy="46067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5" name="AutoShape 14">
              <a:extLst>
                <a:ext uri="{FF2B5EF4-FFF2-40B4-BE49-F238E27FC236}">
                  <a16:creationId xmlns:a16="http://schemas.microsoft.com/office/drawing/2014/main" id="{F51ADB31-96F7-7E7D-EA0C-DDD46D867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7307" y="2916529"/>
              <a:ext cx="2664949" cy="460670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6" name="AutoShape 15">
              <a:extLst>
                <a:ext uri="{FF2B5EF4-FFF2-40B4-BE49-F238E27FC236}">
                  <a16:creationId xmlns:a16="http://schemas.microsoft.com/office/drawing/2014/main" id="{0C293D07-2057-2D3B-7AD1-244961CB4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3764" y="2882993"/>
              <a:ext cx="2598038" cy="460670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cxnSp>
          <p:nvCxnSpPr>
            <p:cNvPr id="907" name="AutoShape 30">
              <a:extLst>
                <a:ext uri="{FF2B5EF4-FFF2-40B4-BE49-F238E27FC236}">
                  <a16:creationId xmlns:a16="http://schemas.microsoft.com/office/drawing/2014/main" id="{8A69ACBB-E363-5332-EB0D-28E753345290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>
              <a:off x="5158190" y="1835798"/>
              <a:ext cx="2868071" cy="108548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8" name="AutoShape 32">
              <a:extLst>
                <a:ext uri="{FF2B5EF4-FFF2-40B4-BE49-F238E27FC236}">
                  <a16:creationId xmlns:a16="http://schemas.microsoft.com/office/drawing/2014/main" id="{6B853015-F0C2-E45E-F92C-429736B7EA79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 flipH="1">
              <a:off x="4378241" y="1835798"/>
              <a:ext cx="779949" cy="109939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9" name="AutoShape 33">
              <a:extLst>
                <a:ext uri="{FF2B5EF4-FFF2-40B4-BE49-F238E27FC236}">
                  <a16:creationId xmlns:a16="http://schemas.microsoft.com/office/drawing/2014/main" id="{85B75942-2019-6501-919F-0B711551705E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>
              <a:off x="5158190" y="1835798"/>
              <a:ext cx="4490155" cy="108548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0" name="AutoShape 40">
              <a:extLst>
                <a:ext uri="{FF2B5EF4-FFF2-40B4-BE49-F238E27FC236}">
                  <a16:creationId xmlns:a16="http://schemas.microsoft.com/office/drawing/2014/main" id="{373C049A-C7F6-7928-2887-22EFF3C7EC0C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 flipH="1">
              <a:off x="2805068" y="1835798"/>
              <a:ext cx="2353122" cy="1084638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1" name="AutoShape 51">
              <a:extLst>
                <a:ext uri="{FF2B5EF4-FFF2-40B4-BE49-F238E27FC236}">
                  <a16:creationId xmlns:a16="http://schemas.microsoft.com/office/drawing/2014/main" id="{773EDA7D-B074-6BAD-B04E-C8B5F91F13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805068" y="3346566"/>
              <a:ext cx="1581068" cy="62048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2" name="AutoShape 52">
              <a:extLst>
                <a:ext uri="{FF2B5EF4-FFF2-40B4-BE49-F238E27FC236}">
                  <a16:creationId xmlns:a16="http://schemas.microsoft.com/office/drawing/2014/main" id="{387073C9-A800-00A1-F6C4-0C70A25F1B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378241" y="3361319"/>
              <a:ext cx="7895" cy="60573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3" name="AutoShape 53">
              <a:extLst>
                <a:ext uri="{FF2B5EF4-FFF2-40B4-BE49-F238E27FC236}">
                  <a16:creationId xmlns:a16="http://schemas.microsoft.com/office/drawing/2014/main" id="{9F3FD5B2-9FE7-B27A-13D1-F846856DFB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805068" y="3346566"/>
              <a:ext cx="1789" cy="62733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4" name="AutoShape 54">
              <a:extLst>
                <a:ext uri="{FF2B5EF4-FFF2-40B4-BE49-F238E27FC236}">
                  <a16:creationId xmlns:a16="http://schemas.microsoft.com/office/drawing/2014/main" id="{5910B6A5-E982-8352-44E1-A1012021B4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806857" y="3361319"/>
              <a:ext cx="1571383" cy="61257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5" name="AutoShape 55">
              <a:extLst>
                <a:ext uri="{FF2B5EF4-FFF2-40B4-BE49-F238E27FC236}">
                  <a16:creationId xmlns:a16="http://schemas.microsoft.com/office/drawing/2014/main" id="{1FF8DF2C-2420-EC30-799A-14B585FF90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026261" y="3347409"/>
              <a:ext cx="1630673" cy="60401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6" name="AutoShape 56">
              <a:extLst>
                <a:ext uri="{FF2B5EF4-FFF2-40B4-BE49-F238E27FC236}">
                  <a16:creationId xmlns:a16="http://schemas.microsoft.com/office/drawing/2014/main" id="{3D49AB81-C495-AFCF-B3A8-6175D967AF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648344" y="3347409"/>
              <a:ext cx="8590" cy="60401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7" name="AutoShape 57">
              <a:extLst>
                <a:ext uri="{FF2B5EF4-FFF2-40B4-BE49-F238E27FC236}">
                  <a16:creationId xmlns:a16="http://schemas.microsoft.com/office/drawing/2014/main" id="{134F60CB-4F04-123C-4089-22F33D48D3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026261" y="3347409"/>
              <a:ext cx="4653" cy="61208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8" name="AutoShape 58">
              <a:extLst>
                <a:ext uri="{FF2B5EF4-FFF2-40B4-BE49-F238E27FC236}">
                  <a16:creationId xmlns:a16="http://schemas.microsoft.com/office/drawing/2014/main" id="{AEAFDFCE-85A0-459F-CEE3-93E07EFAAE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030914" y="3347409"/>
              <a:ext cx="1617431" cy="61208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9" name="Line 72">
              <a:extLst>
                <a:ext uri="{FF2B5EF4-FFF2-40B4-BE49-F238E27FC236}">
                  <a16:creationId xmlns:a16="http://schemas.microsoft.com/office/drawing/2014/main" id="{C8CB85DC-C0EF-CD1F-7B77-8F82B2521C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695635" y="4468319"/>
              <a:ext cx="606282" cy="48817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cxnSp>
          <p:nvCxnSpPr>
            <p:cNvPr id="920" name="AutoShape 93">
              <a:extLst>
                <a:ext uri="{FF2B5EF4-FFF2-40B4-BE49-F238E27FC236}">
                  <a16:creationId xmlns:a16="http://schemas.microsoft.com/office/drawing/2014/main" id="{41001E85-DE96-4708-A546-C5A1D93DB4BD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>
              <a:off x="6744945" y="1853522"/>
              <a:ext cx="1281316" cy="106775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1" name="AutoShape 94">
              <a:extLst>
                <a:ext uri="{FF2B5EF4-FFF2-40B4-BE49-F238E27FC236}">
                  <a16:creationId xmlns:a16="http://schemas.microsoft.com/office/drawing/2014/main" id="{884827BD-9531-23A1-1FFB-7A9ACC7A66C0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 flipH="1">
              <a:off x="4378241" y="1853522"/>
              <a:ext cx="2366704" cy="108166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2" name="AutoShape 95">
              <a:extLst>
                <a:ext uri="{FF2B5EF4-FFF2-40B4-BE49-F238E27FC236}">
                  <a16:creationId xmlns:a16="http://schemas.microsoft.com/office/drawing/2014/main" id="{E99FD587-436D-4629-4462-63A13AA330AF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>
              <a:off x="6744945" y="1853522"/>
              <a:ext cx="2903399" cy="106775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3" name="AutoShape 102">
              <a:extLst>
                <a:ext uri="{FF2B5EF4-FFF2-40B4-BE49-F238E27FC236}">
                  <a16:creationId xmlns:a16="http://schemas.microsoft.com/office/drawing/2014/main" id="{67E1D3F7-0472-02F7-D422-0484DD8AE3F5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 flipH="1">
              <a:off x="2805068" y="1853522"/>
              <a:ext cx="3939877" cy="1066914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24" name="Rectangle: Rounded Corners 44">
              <a:extLst>
                <a:ext uri="{FF2B5EF4-FFF2-40B4-BE49-F238E27FC236}">
                  <a16:creationId xmlns:a16="http://schemas.microsoft.com/office/drawing/2014/main" id="{A5BB6A92-0B17-48A6-8614-C78B70466A8E}"/>
                </a:ext>
              </a:extLst>
            </p:cNvPr>
            <p:cNvSpPr/>
            <p:nvPr/>
          </p:nvSpPr>
          <p:spPr>
            <a:xfrm>
              <a:off x="2201999" y="2778230"/>
              <a:ext cx="2796486" cy="179404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925" name="Rectangle: Rounded Corners 45">
              <a:extLst>
                <a:ext uri="{FF2B5EF4-FFF2-40B4-BE49-F238E27FC236}">
                  <a16:creationId xmlns:a16="http://schemas.microsoft.com/office/drawing/2014/main" id="{B2E5DDCB-F665-2D51-0404-C72EB52D00DE}"/>
                </a:ext>
              </a:extLst>
            </p:cNvPr>
            <p:cNvSpPr/>
            <p:nvPr/>
          </p:nvSpPr>
          <p:spPr>
            <a:xfrm>
              <a:off x="7406672" y="2776211"/>
              <a:ext cx="2847086" cy="179404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926" name="Rectangle: Rounded Corners 46">
              <a:extLst>
                <a:ext uri="{FF2B5EF4-FFF2-40B4-BE49-F238E27FC236}">
                  <a16:creationId xmlns:a16="http://schemas.microsoft.com/office/drawing/2014/main" id="{55BE7B53-D8EE-484A-8279-7AA0037C2B7B}"/>
                </a:ext>
              </a:extLst>
            </p:cNvPr>
            <p:cNvSpPr/>
            <p:nvPr/>
          </p:nvSpPr>
          <p:spPr>
            <a:xfrm>
              <a:off x="4569622" y="1269324"/>
              <a:ext cx="2787190" cy="760192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927" name="Group 926">
              <a:extLst>
                <a:ext uri="{FF2B5EF4-FFF2-40B4-BE49-F238E27FC236}">
                  <a16:creationId xmlns:a16="http://schemas.microsoft.com/office/drawing/2014/main" id="{CE0EE05F-DFC3-1E76-C570-572DF39CC4A6}"/>
                </a:ext>
              </a:extLst>
            </p:cNvPr>
            <p:cNvGrpSpPr/>
            <p:nvPr/>
          </p:nvGrpSpPr>
          <p:grpSpPr>
            <a:xfrm>
              <a:off x="4004577" y="2935189"/>
              <a:ext cx="747328" cy="426131"/>
              <a:chOff x="967835" y="2541918"/>
              <a:chExt cx="1426054" cy="463051"/>
            </a:xfrm>
          </p:grpSpPr>
          <p:grpSp>
            <p:nvGrpSpPr>
              <p:cNvPr id="928" name="Group 93">
                <a:extLst>
                  <a:ext uri="{FF2B5EF4-FFF2-40B4-BE49-F238E27FC236}">
                    <a16:creationId xmlns:a16="http://schemas.microsoft.com/office/drawing/2014/main" id="{966654A0-0D6B-F259-4D65-15EA31B400E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30" name="Group 94">
                  <a:extLst>
                    <a:ext uri="{FF2B5EF4-FFF2-40B4-BE49-F238E27FC236}">
                      <a16:creationId xmlns:a16="http://schemas.microsoft.com/office/drawing/2014/main" id="{7FBE84C9-74D6-7B89-AF1F-B7AB6EC59E6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32" name="AutoShape 95">
                    <a:extLst>
                      <a:ext uri="{FF2B5EF4-FFF2-40B4-BE49-F238E27FC236}">
                        <a16:creationId xmlns:a16="http://schemas.microsoft.com/office/drawing/2014/main" id="{334EF93E-7CCF-7369-D990-584577A2DC2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33" name="Group 96">
                    <a:extLst>
                      <a:ext uri="{FF2B5EF4-FFF2-40B4-BE49-F238E27FC236}">
                        <a16:creationId xmlns:a16="http://schemas.microsoft.com/office/drawing/2014/main" id="{C48692F8-304D-3F1B-DEB0-9E7AD179A70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34" name="Group 97">
                      <a:extLst>
                        <a:ext uri="{FF2B5EF4-FFF2-40B4-BE49-F238E27FC236}">
                          <a16:creationId xmlns:a16="http://schemas.microsoft.com/office/drawing/2014/main" id="{807BBF2B-1F28-382A-AF56-53C93D877EC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44" name="Freeform 98">
                        <a:extLst>
                          <a:ext uri="{FF2B5EF4-FFF2-40B4-BE49-F238E27FC236}">
                            <a16:creationId xmlns:a16="http://schemas.microsoft.com/office/drawing/2014/main" id="{06CC7AA9-7938-690B-1B51-E9A2433516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5" name="Freeform 99">
                        <a:extLst>
                          <a:ext uri="{FF2B5EF4-FFF2-40B4-BE49-F238E27FC236}">
                            <a16:creationId xmlns:a16="http://schemas.microsoft.com/office/drawing/2014/main" id="{202E6FDC-F015-4BE0-E5A7-1D49CC9EBC0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6" name="Freeform 100">
                        <a:extLst>
                          <a:ext uri="{FF2B5EF4-FFF2-40B4-BE49-F238E27FC236}">
                            <a16:creationId xmlns:a16="http://schemas.microsoft.com/office/drawing/2014/main" id="{AF1480E0-ED6D-6E1B-08EF-A584FB9260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7" name="Freeform 101">
                        <a:extLst>
                          <a:ext uri="{FF2B5EF4-FFF2-40B4-BE49-F238E27FC236}">
                            <a16:creationId xmlns:a16="http://schemas.microsoft.com/office/drawing/2014/main" id="{11D08966-105E-BC23-A1DD-8F9F6BA3EF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8" name="Freeform 102">
                        <a:extLst>
                          <a:ext uri="{FF2B5EF4-FFF2-40B4-BE49-F238E27FC236}">
                            <a16:creationId xmlns:a16="http://schemas.microsoft.com/office/drawing/2014/main" id="{48FA07BA-4DDA-EE16-DA01-2A30393A93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9" name="Freeform 103">
                        <a:extLst>
                          <a:ext uri="{FF2B5EF4-FFF2-40B4-BE49-F238E27FC236}">
                            <a16:creationId xmlns:a16="http://schemas.microsoft.com/office/drawing/2014/main" id="{AE91E089-BAF5-F125-88F1-12C53DD721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50" name="Freeform 104">
                        <a:extLst>
                          <a:ext uri="{FF2B5EF4-FFF2-40B4-BE49-F238E27FC236}">
                            <a16:creationId xmlns:a16="http://schemas.microsoft.com/office/drawing/2014/main" id="{201E78AC-8D10-5690-23D9-97AAD89E61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51" name="Freeform 105">
                        <a:extLst>
                          <a:ext uri="{FF2B5EF4-FFF2-40B4-BE49-F238E27FC236}">
                            <a16:creationId xmlns:a16="http://schemas.microsoft.com/office/drawing/2014/main" id="{9F9D3F12-C80E-6421-996F-DBED43065B7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935" name="Group 106">
                      <a:extLst>
                        <a:ext uri="{FF2B5EF4-FFF2-40B4-BE49-F238E27FC236}">
                          <a16:creationId xmlns:a16="http://schemas.microsoft.com/office/drawing/2014/main" id="{1EA24A16-357E-B7AC-E839-D2460A2CF78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36" name="Freeform 107">
                        <a:extLst>
                          <a:ext uri="{FF2B5EF4-FFF2-40B4-BE49-F238E27FC236}">
                            <a16:creationId xmlns:a16="http://schemas.microsoft.com/office/drawing/2014/main" id="{286C7636-D42B-C1F1-BC6B-8BCEBA2276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37" name="Freeform 108">
                        <a:extLst>
                          <a:ext uri="{FF2B5EF4-FFF2-40B4-BE49-F238E27FC236}">
                            <a16:creationId xmlns:a16="http://schemas.microsoft.com/office/drawing/2014/main" id="{80D5991D-D3BC-CFD0-CFB7-F81E34948D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38" name="Freeform 109">
                        <a:extLst>
                          <a:ext uri="{FF2B5EF4-FFF2-40B4-BE49-F238E27FC236}">
                            <a16:creationId xmlns:a16="http://schemas.microsoft.com/office/drawing/2014/main" id="{E0347A9D-EAA8-01B4-7F08-D57D132D5A3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39" name="Freeform 110">
                        <a:extLst>
                          <a:ext uri="{FF2B5EF4-FFF2-40B4-BE49-F238E27FC236}">
                            <a16:creationId xmlns:a16="http://schemas.microsoft.com/office/drawing/2014/main" id="{76690F6F-68F1-248C-22EA-19588634FB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0" name="Freeform 111">
                        <a:extLst>
                          <a:ext uri="{FF2B5EF4-FFF2-40B4-BE49-F238E27FC236}">
                            <a16:creationId xmlns:a16="http://schemas.microsoft.com/office/drawing/2014/main" id="{8F64B4F9-54D5-13C0-03B7-F7CA9706B5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1" name="Freeform 112">
                        <a:extLst>
                          <a:ext uri="{FF2B5EF4-FFF2-40B4-BE49-F238E27FC236}">
                            <a16:creationId xmlns:a16="http://schemas.microsoft.com/office/drawing/2014/main" id="{F2EB9285-D934-347E-9786-68563EBC343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2" name="Freeform 113">
                        <a:extLst>
                          <a:ext uri="{FF2B5EF4-FFF2-40B4-BE49-F238E27FC236}">
                            <a16:creationId xmlns:a16="http://schemas.microsoft.com/office/drawing/2014/main" id="{F55C8C72-E73F-CAA6-4DB8-91C07F4250A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3" name="Freeform 114">
                        <a:extLst>
                          <a:ext uri="{FF2B5EF4-FFF2-40B4-BE49-F238E27FC236}">
                            <a16:creationId xmlns:a16="http://schemas.microsoft.com/office/drawing/2014/main" id="{32B05A7F-CAA6-D980-1EFC-39385AC428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931" name="WordArt 115">
                  <a:extLst>
                    <a:ext uri="{FF2B5EF4-FFF2-40B4-BE49-F238E27FC236}">
                      <a16:creationId xmlns:a16="http://schemas.microsoft.com/office/drawing/2014/main" id="{55EA10AF-CBDA-9366-2A09-ACBC4D5E0B3C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29" name="WordArt 68">
                <a:extLst>
                  <a:ext uri="{FF2B5EF4-FFF2-40B4-BE49-F238E27FC236}">
                    <a16:creationId xmlns:a16="http://schemas.microsoft.com/office/drawing/2014/main" id="{D27C38D9-996C-A26D-8225-E155E39779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spine_1_2</a:t>
                </a:r>
              </a:p>
            </p:txBody>
          </p:sp>
        </p:grpSp>
        <p:grpSp>
          <p:nvGrpSpPr>
            <p:cNvPr id="952" name="Group 951">
              <a:extLst>
                <a:ext uri="{FF2B5EF4-FFF2-40B4-BE49-F238E27FC236}">
                  <a16:creationId xmlns:a16="http://schemas.microsoft.com/office/drawing/2014/main" id="{09CC6227-B765-400B-5C35-D80AEAB47AAE}"/>
                </a:ext>
              </a:extLst>
            </p:cNvPr>
            <p:cNvGrpSpPr/>
            <p:nvPr/>
          </p:nvGrpSpPr>
          <p:grpSpPr>
            <a:xfrm>
              <a:off x="2431404" y="2920436"/>
              <a:ext cx="747328" cy="426131"/>
              <a:chOff x="967835" y="2541918"/>
              <a:chExt cx="1426054" cy="463051"/>
            </a:xfrm>
          </p:grpSpPr>
          <p:grpSp>
            <p:nvGrpSpPr>
              <p:cNvPr id="953" name="Group 93">
                <a:extLst>
                  <a:ext uri="{FF2B5EF4-FFF2-40B4-BE49-F238E27FC236}">
                    <a16:creationId xmlns:a16="http://schemas.microsoft.com/office/drawing/2014/main" id="{81B020B5-34A9-7470-F2F9-83FE367FB68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55" name="Group 94">
                  <a:extLst>
                    <a:ext uri="{FF2B5EF4-FFF2-40B4-BE49-F238E27FC236}">
                      <a16:creationId xmlns:a16="http://schemas.microsoft.com/office/drawing/2014/main" id="{8B40BA9C-0A8C-6A0A-D24D-B0925885CF0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57" name="AutoShape 95">
                    <a:extLst>
                      <a:ext uri="{FF2B5EF4-FFF2-40B4-BE49-F238E27FC236}">
                        <a16:creationId xmlns:a16="http://schemas.microsoft.com/office/drawing/2014/main" id="{CF123CBC-2B8E-A1E8-2A33-D8A32BD72D7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58" name="Group 96">
                    <a:extLst>
                      <a:ext uri="{FF2B5EF4-FFF2-40B4-BE49-F238E27FC236}">
                        <a16:creationId xmlns:a16="http://schemas.microsoft.com/office/drawing/2014/main" id="{FA1819CA-F85D-9091-4F32-55145C2743B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59" name="Group 97">
                      <a:extLst>
                        <a:ext uri="{FF2B5EF4-FFF2-40B4-BE49-F238E27FC236}">
                          <a16:creationId xmlns:a16="http://schemas.microsoft.com/office/drawing/2014/main" id="{5D9BCE78-F561-CA2E-69D9-FF3253230EE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69" name="Freeform 98">
                        <a:extLst>
                          <a:ext uri="{FF2B5EF4-FFF2-40B4-BE49-F238E27FC236}">
                            <a16:creationId xmlns:a16="http://schemas.microsoft.com/office/drawing/2014/main" id="{70068492-AD46-353E-D079-F55E3B99D65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0" name="Freeform 99">
                        <a:extLst>
                          <a:ext uri="{FF2B5EF4-FFF2-40B4-BE49-F238E27FC236}">
                            <a16:creationId xmlns:a16="http://schemas.microsoft.com/office/drawing/2014/main" id="{E326E23A-3A30-D610-F2FF-311E5A1DC9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1" name="Freeform 100">
                        <a:extLst>
                          <a:ext uri="{FF2B5EF4-FFF2-40B4-BE49-F238E27FC236}">
                            <a16:creationId xmlns:a16="http://schemas.microsoft.com/office/drawing/2014/main" id="{698A2853-5A17-AEC6-93B8-A16A64503B8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2" name="Freeform 101">
                        <a:extLst>
                          <a:ext uri="{FF2B5EF4-FFF2-40B4-BE49-F238E27FC236}">
                            <a16:creationId xmlns:a16="http://schemas.microsoft.com/office/drawing/2014/main" id="{5579415D-E49D-76C5-D27F-4339BAD8234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3" name="Freeform 102">
                        <a:extLst>
                          <a:ext uri="{FF2B5EF4-FFF2-40B4-BE49-F238E27FC236}">
                            <a16:creationId xmlns:a16="http://schemas.microsoft.com/office/drawing/2014/main" id="{F010D4BD-86AF-5EB5-A831-7FA19909A18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4" name="Freeform 103">
                        <a:extLst>
                          <a:ext uri="{FF2B5EF4-FFF2-40B4-BE49-F238E27FC236}">
                            <a16:creationId xmlns:a16="http://schemas.microsoft.com/office/drawing/2014/main" id="{1CB4A81E-0D02-DD9A-99BD-2FCFE898C3B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5" name="Freeform 104">
                        <a:extLst>
                          <a:ext uri="{FF2B5EF4-FFF2-40B4-BE49-F238E27FC236}">
                            <a16:creationId xmlns:a16="http://schemas.microsoft.com/office/drawing/2014/main" id="{8BF18FB1-F6A0-147B-F3F2-4814915912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6" name="Freeform 105">
                        <a:extLst>
                          <a:ext uri="{FF2B5EF4-FFF2-40B4-BE49-F238E27FC236}">
                            <a16:creationId xmlns:a16="http://schemas.microsoft.com/office/drawing/2014/main" id="{8E2A50E9-6CB3-B0A7-9378-A549933DF6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960" name="Group 106">
                      <a:extLst>
                        <a:ext uri="{FF2B5EF4-FFF2-40B4-BE49-F238E27FC236}">
                          <a16:creationId xmlns:a16="http://schemas.microsoft.com/office/drawing/2014/main" id="{5636C749-CDB6-993C-4E36-C3346584E01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61" name="Freeform 107">
                        <a:extLst>
                          <a:ext uri="{FF2B5EF4-FFF2-40B4-BE49-F238E27FC236}">
                            <a16:creationId xmlns:a16="http://schemas.microsoft.com/office/drawing/2014/main" id="{86120DE2-8B22-95F6-CA4B-32703082E1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2" name="Freeform 108">
                        <a:extLst>
                          <a:ext uri="{FF2B5EF4-FFF2-40B4-BE49-F238E27FC236}">
                            <a16:creationId xmlns:a16="http://schemas.microsoft.com/office/drawing/2014/main" id="{17BDDE3C-65A1-3083-9942-EF953DB687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3" name="Freeform 109">
                        <a:extLst>
                          <a:ext uri="{FF2B5EF4-FFF2-40B4-BE49-F238E27FC236}">
                            <a16:creationId xmlns:a16="http://schemas.microsoft.com/office/drawing/2014/main" id="{135E227F-198E-A473-B774-1F7183049A3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4" name="Freeform 110">
                        <a:extLst>
                          <a:ext uri="{FF2B5EF4-FFF2-40B4-BE49-F238E27FC236}">
                            <a16:creationId xmlns:a16="http://schemas.microsoft.com/office/drawing/2014/main" id="{D5864CBE-AB3E-A503-D391-1E8BCE40B3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5" name="Freeform 111">
                        <a:extLst>
                          <a:ext uri="{FF2B5EF4-FFF2-40B4-BE49-F238E27FC236}">
                            <a16:creationId xmlns:a16="http://schemas.microsoft.com/office/drawing/2014/main" id="{797C1F9D-D58A-C4F5-DCE4-8A30C1CD7DE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6" name="Freeform 112">
                        <a:extLst>
                          <a:ext uri="{FF2B5EF4-FFF2-40B4-BE49-F238E27FC236}">
                            <a16:creationId xmlns:a16="http://schemas.microsoft.com/office/drawing/2014/main" id="{023BE9D2-AE21-A6FB-C2EA-88AFC88FB53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7" name="Freeform 113">
                        <a:extLst>
                          <a:ext uri="{FF2B5EF4-FFF2-40B4-BE49-F238E27FC236}">
                            <a16:creationId xmlns:a16="http://schemas.microsoft.com/office/drawing/2014/main" id="{7750049B-1999-6C42-5771-135623E016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8" name="Freeform 114">
                        <a:extLst>
                          <a:ext uri="{FF2B5EF4-FFF2-40B4-BE49-F238E27FC236}">
                            <a16:creationId xmlns:a16="http://schemas.microsoft.com/office/drawing/2014/main" id="{54B2A5C5-C880-C0AE-774A-B056C0BCD5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956" name="WordArt 115">
                  <a:extLst>
                    <a:ext uri="{FF2B5EF4-FFF2-40B4-BE49-F238E27FC236}">
                      <a16:creationId xmlns:a16="http://schemas.microsoft.com/office/drawing/2014/main" id="{ECA227E5-223C-4BCD-B835-ACF8260AE3B6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54" name="WordArt 68">
                <a:extLst>
                  <a:ext uri="{FF2B5EF4-FFF2-40B4-BE49-F238E27FC236}">
                    <a16:creationId xmlns:a16="http://schemas.microsoft.com/office/drawing/2014/main" id="{CECAF6E8-8706-A9E7-3813-83DEF0ACB8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spine_1_1</a:t>
                </a:r>
              </a:p>
            </p:txBody>
          </p:sp>
        </p:grp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49B7A924-73B8-351E-4196-17D63C571489}"/>
                </a:ext>
              </a:extLst>
            </p:cNvPr>
            <p:cNvGrpSpPr/>
            <p:nvPr/>
          </p:nvGrpSpPr>
          <p:grpSpPr>
            <a:xfrm>
              <a:off x="7652597" y="2921279"/>
              <a:ext cx="747328" cy="426131"/>
              <a:chOff x="967835" y="2541918"/>
              <a:chExt cx="1426054" cy="463051"/>
            </a:xfrm>
          </p:grpSpPr>
          <p:grpSp>
            <p:nvGrpSpPr>
              <p:cNvPr id="978" name="Group 93">
                <a:extLst>
                  <a:ext uri="{FF2B5EF4-FFF2-40B4-BE49-F238E27FC236}">
                    <a16:creationId xmlns:a16="http://schemas.microsoft.com/office/drawing/2014/main" id="{6FDF5840-C8FB-6964-C476-18824262E8C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80" name="Group 94">
                  <a:extLst>
                    <a:ext uri="{FF2B5EF4-FFF2-40B4-BE49-F238E27FC236}">
                      <a16:creationId xmlns:a16="http://schemas.microsoft.com/office/drawing/2014/main" id="{EFEFEE16-7E08-C66B-CAB2-83DFD1E6A33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82" name="AutoShape 95">
                    <a:extLst>
                      <a:ext uri="{FF2B5EF4-FFF2-40B4-BE49-F238E27FC236}">
                        <a16:creationId xmlns:a16="http://schemas.microsoft.com/office/drawing/2014/main" id="{FAEE69EB-0EFB-E44E-90F9-36B0395DB1E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83" name="Group 96">
                    <a:extLst>
                      <a:ext uri="{FF2B5EF4-FFF2-40B4-BE49-F238E27FC236}">
                        <a16:creationId xmlns:a16="http://schemas.microsoft.com/office/drawing/2014/main" id="{5BA28E08-75CD-BA2C-EC20-C9F0F736BFE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84" name="Group 97">
                      <a:extLst>
                        <a:ext uri="{FF2B5EF4-FFF2-40B4-BE49-F238E27FC236}">
                          <a16:creationId xmlns:a16="http://schemas.microsoft.com/office/drawing/2014/main" id="{32808F55-9FB7-8BB3-A087-4A964CB16C1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94" name="Freeform 98">
                        <a:extLst>
                          <a:ext uri="{FF2B5EF4-FFF2-40B4-BE49-F238E27FC236}">
                            <a16:creationId xmlns:a16="http://schemas.microsoft.com/office/drawing/2014/main" id="{FD6B1396-5520-E401-E5DB-6E76C7EA6F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5" name="Freeform 99">
                        <a:extLst>
                          <a:ext uri="{FF2B5EF4-FFF2-40B4-BE49-F238E27FC236}">
                            <a16:creationId xmlns:a16="http://schemas.microsoft.com/office/drawing/2014/main" id="{5B0D95C5-46A8-A589-90BB-3B61CDFAE6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6" name="Freeform 100">
                        <a:extLst>
                          <a:ext uri="{FF2B5EF4-FFF2-40B4-BE49-F238E27FC236}">
                            <a16:creationId xmlns:a16="http://schemas.microsoft.com/office/drawing/2014/main" id="{2ACC121B-2A99-2020-A4F1-2FB4A9B0A5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7" name="Freeform 101">
                        <a:extLst>
                          <a:ext uri="{FF2B5EF4-FFF2-40B4-BE49-F238E27FC236}">
                            <a16:creationId xmlns:a16="http://schemas.microsoft.com/office/drawing/2014/main" id="{20AE0205-702F-5AC5-6226-DC882EC7FE7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8" name="Freeform 102">
                        <a:extLst>
                          <a:ext uri="{FF2B5EF4-FFF2-40B4-BE49-F238E27FC236}">
                            <a16:creationId xmlns:a16="http://schemas.microsoft.com/office/drawing/2014/main" id="{42F573D2-291C-6D02-FF34-5DB97FB39E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9" name="Freeform 103">
                        <a:extLst>
                          <a:ext uri="{FF2B5EF4-FFF2-40B4-BE49-F238E27FC236}">
                            <a16:creationId xmlns:a16="http://schemas.microsoft.com/office/drawing/2014/main" id="{02B2EB74-F010-501A-CCB1-40E77CF9991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00" name="Freeform 104">
                        <a:extLst>
                          <a:ext uri="{FF2B5EF4-FFF2-40B4-BE49-F238E27FC236}">
                            <a16:creationId xmlns:a16="http://schemas.microsoft.com/office/drawing/2014/main" id="{C0267E01-00C8-E267-E723-6A8A846180D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01" name="Freeform 105">
                        <a:extLst>
                          <a:ext uri="{FF2B5EF4-FFF2-40B4-BE49-F238E27FC236}">
                            <a16:creationId xmlns:a16="http://schemas.microsoft.com/office/drawing/2014/main" id="{3CEC83C6-3CF5-B86D-5C09-7BAA00F551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985" name="Group 106">
                      <a:extLst>
                        <a:ext uri="{FF2B5EF4-FFF2-40B4-BE49-F238E27FC236}">
                          <a16:creationId xmlns:a16="http://schemas.microsoft.com/office/drawing/2014/main" id="{2392F0B3-DC57-1DD8-94B8-20F454D7CC6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86" name="Freeform 107">
                        <a:extLst>
                          <a:ext uri="{FF2B5EF4-FFF2-40B4-BE49-F238E27FC236}">
                            <a16:creationId xmlns:a16="http://schemas.microsoft.com/office/drawing/2014/main" id="{B08DD2A0-1D39-A9B0-9D70-D047FDCBBD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87" name="Freeform 108">
                        <a:extLst>
                          <a:ext uri="{FF2B5EF4-FFF2-40B4-BE49-F238E27FC236}">
                            <a16:creationId xmlns:a16="http://schemas.microsoft.com/office/drawing/2014/main" id="{166AE09B-C6A4-86E7-B454-AE2E41D4C82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88" name="Freeform 109">
                        <a:extLst>
                          <a:ext uri="{FF2B5EF4-FFF2-40B4-BE49-F238E27FC236}">
                            <a16:creationId xmlns:a16="http://schemas.microsoft.com/office/drawing/2014/main" id="{D51D552F-4E9A-8BB6-125D-1CF817009D7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89" name="Freeform 110">
                        <a:extLst>
                          <a:ext uri="{FF2B5EF4-FFF2-40B4-BE49-F238E27FC236}">
                            <a16:creationId xmlns:a16="http://schemas.microsoft.com/office/drawing/2014/main" id="{5B7B5DD3-6C1E-4FBD-D1B8-6E652F009BF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0" name="Freeform 111">
                        <a:extLst>
                          <a:ext uri="{FF2B5EF4-FFF2-40B4-BE49-F238E27FC236}">
                            <a16:creationId xmlns:a16="http://schemas.microsoft.com/office/drawing/2014/main" id="{24551226-C700-5FF4-5AA2-B230C6554D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1" name="Freeform 112">
                        <a:extLst>
                          <a:ext uri="{FF2B5EF4-FFF2-40B4-BE49-F238E27FC236}">
                            <a16:creationId xmlns:a16="http://schemas.microsoft.com/office/drawing/2014/main" id="{16647AC7-3132-F383-5C4C-760904104F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2" name="Freeform 113">
                        <a:extLst>
                          <a:ext uri="{FF2B5EF4-FFF2-40B4-BE49-F238E27FC236}">
                            <a16:creationId xmlns:a16="http://schemas.microsoft.com/office/drawing/2014/main" id="{9E4B6333-6BB4-E22F-778D-52F346EE75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3" name="Freeform 114">
                        <a:extLst>
                          <a:ext uri="{FF2B5EF4-FFF2-40B4-BE49-F238E27FC236}">
                            <a16:creationId xmlns:a16="http://schemas.microsoft.com/office/drawing/2014/main" id="{E0F9C913-A02C-45A8-2219-8A30F4533CE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981" name="WordArt 115">
                  <a:extLst>
                    <a:ext uri="{FF2B5EF4-FFF2-40B4-BE49-F238E27FC236}">
                      <a16:creationId xmlns:a16="http://schemas.microsoft.com/office/drawing/2014/main" id="{6393A4AA-4015-9A8E-6F8E-70872AB1DB10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79" name="WordArt 68">
                <a:extLst>
                  <a:ext uri="{FF2B5EF4-FFF2-40B4-BE49-F238E27FC236}">
                    <a16:creationId xmlns:a16="http://schemas.microsoft.com/office/drawing/2014/main" id="{2D02A7A7-52CD-F78C-F60D-27456D89DF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spine_2_1</a:t>
                </a:r>
              </a:p>
            </p:txBody>
          </p:sp>
        </p:grpSp>
        <p:grpSp>
          <p:nvGrpSpPr>
            <p:cNvPr id="1002" name="Group 1001">
              <a:extLst>
                <a:ext uri="{FF2B5EF4-FFF2-40B4-BE49-F238E27FC236}">
                  <a16:creationId xmlns:a16="http://schemas.microsoft.com/office/drawing/2014/main" id="{351BE578-3706-BCC5-0FDF-F13687D30138}"/>
                </a:ext>
              </a:extLst>
            </p:cNvPr>
            <p:cNvGrpSpPr/>
            <p:nvPr/>
          </p:nvGrpSpPr>
          <p:grpSpPr>
            <a:xfrm>
              <a:off x="9274680" y="2921279"/>
              <a:ext cx="747328" cy="426131"/>
              <a:chOff x="967835" y="2541918"/>
              <a:chExt cx="1426054" cy="463051"/>
            </a:xfrm>
          </p:grpSpPr>
          <p:grpSp>
            <p:nvGrpSpPr>
              <p:cNvPr id="1003" name="Group 93">
                <a:extLst>
                  <a:ext uri="{FF2B5EF4-FFF2-40B4-BE49-F238E27FC236}">
                    <a16:creationId xmlns:a16="http://schemas.microsoft.com/office/drawing/2014/main" id="{A8B9C660-DC02-FD82-BA95-AE94A4F6CE8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05" name="Group 94">
                  <a:extLst>
                    <a:ext uri="{FF2B5EF4-FFF2-40B4-BE49-F238E27FC236}">
                      <a16:creationId xmlns:a16="http://schemas.microsoft.com/office/drawing/2014/main" id="{AA7154C1-672D-8263-0BD8-4F02A3A6D06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07" name="AutoShape 95">
                    <a:extLst>
                      <a:ext uri="{FF2B5EF4-FFF2-40B4-BE49-F238E27FC236}">
                        <a16:creationId xmlns:a16="http://schemas.microsoft.com/office/drawing/2014/main" id="{36DC235B-9D8A-82C7-A96F-1E8353498A7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08" name="Group 96">
                    <a:extLst>
                      <a:ext uri="{FF2B5EF4-FFF2-40B4-BE49-F238E27FC236}">
                        <a16:creationId xmlns:a16="http://schemas.microsoft.com/office/drawing/2014/main" id="{EC0D60DC-01EE-CDF3-9DAC-DCAE55FA74C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09" name="Group 97">
                      <a:extLst>
                        <a:ext uri="{FF2B5EF4-FFF2-40B4-BE49-F238E27FC236}">
                          <a16:creationId xmlns:a16="http://schemas.microsoft.com/office/drawing/2014/main" id="{8503B3E5-5C81-32BD-C89B-4F03B2AD64C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19" name="Freeform 98">
                        <a:extLst>
                          <a:ext uri="{FF2B5EF4-FFF2-40B4-BE49-F238E27FC236}">
                            <a16:creationId xmlns:a16="http://schemas.microsoft.com/office/drawing/2014/main" id="{13280966-7914-2B83-B45C-7CBA542F5B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0" name="Freeform 99">
                        <a:extLst>
                          <a:ext uri="{FF2B5EF4-FFF2-40B4-BE49-F238E27FC236}">
                            <a16:creationId xmlns:a16="http://schemas.microsoft.com/office/drawing/2014/main" id="{5336CC11-5D86-FC54-5CF0-754154697A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1" name="Freeform 100">
                        <a:extLst>
                          <a:ext uri="{FF2B5EF4-FFF2-40B4-BE49-F238E27FC236}">
                            <a16:creationId xmlns:a16="http://schemas.microsoft.com/office/drawing/2014/main" id="{7FD0124E-89BB-88D0-0792-338C797B2A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2" name="Freeform 101">
                        <a:extLst>
                          <a:ext uri="{FF2B5EF4-FFF2-40B4-BE49-F238E27FC236}">
                            <a16:creationId xmlns:a16="http://schemas.microsoft.com/office/drawing/2014/main" id="{F7BBF3D8-F916-3EC5-4079-20587D904F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3" name="Freeform 102">
                        <a:extLst>
                          <a:ext uri="{FF2B5EF4-FFF2-40B4-BE49-F238E27FC236}">
                            <a16:creationId xmlns:a16="http://schemas.microsoft.com/office/drawing/2014/main" id="{21A388CB-E563-CA0D-4BE8-33F9FD25FE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4" name="Freeform 103">
                        <a:extLst>
                          <a:ext uri="{FF2B5EF4-FFF2-40B4-BE49-F238E27FC236}">
                            <a16:creationId xmlns:a16="http://schemas.microsoft.com/office/drawing/2014/main" id="{FD57F52C-1916-36E9-903F-A5A53B45726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5" name="Freeform 104">
                        <a:extLst>
                          <a:ext uri="{FF2B5EF4-FFF2-40B4-BE49-F238E27FC236}">
                            <a16:creationId xmlns:a16="http://schemas.microsoft.com/office/drawing/2014/main" id="{054828EA-BB46-7EFD-6BF6-9F8AD09D27C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6" name="Freeform 105">
                        <a:extLst>
                          <a:ext uri="{FF2B5EF4-FFF2-40B4-BE49-F238E27FC236}">
                            <a16:creationId xmlns:a16="http://schemas.microsoft.com/office/drawing/2014/main" id="{61685885-48EA-D626-756E-932ED772DE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010" name="Group 106">
                      <a:extLst>
                        <a:ext uri="{FF2B5EF4-FFF2-40B4-BE49-F238E27FC236}">
                          <a16:creationId xmlns:a16="http://schemas.microsoft.com/office/drawing/2014/main" id="{DD72D38C-DF1D-2855-0E69-803466681A3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11" name="Freeform 107">
                        <a:extLst>
                          <a:ext uri="{FF2B5EF4-FFF2-40B4-BE49-F238E27FC236}">
                            <a16:creationId xmlns:a16="http://schemas.microsoft.com/office/drawing/2014/main" id="{49B2811A-8E42-75DC-E9FC-3935597337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2" name="Freeform 108">
                        <a:extLst>
                          <a:ext uri="{FF2B5EF4-FFF2-40B4-BE49-F238E27FC236}">
                            <a16:creationId xmlns:a16="http://schemas.microsoft.com/office/drawing/2014/main" id="{30379612-C0DA-1527-5125-263AEC4E096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3" name="Freeform 109">
                        <a:extLst>
                          <a:ext uri="{FF2B5EF4-FFF2-40B4-BE49-F238E27FC236}">
                            <a16:creationId xmlns:a16="http://schemas.microsoft.com/office/drawing/2014/main" id="{8FA397EC-1645-8970-02EB-9891A741AD5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4" name="Freeform 110">
                        <a:extLst>
                          <a:ext uri="{FF2B5EF4-FFF2-40B4-BE49-F238E27FC236}">
                            <a16:creationId xmlns:a16="http://schemas.microsoft.com/office/drawing/2014/main" id="{7B5B1ECA-6FB2-C583-3D08-FF6FBF8D70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5" name="Freeform 111">
                        <a:extLst>
                          <a:ext uri="{FF2B5EF4-FFF2-40B4-BE49-F238E27FC236}">
                            <a16:creationId xmlns:a16="http://schemas.microsoft.com/office/drawing/2014/main" id="{AE3F4AD6-AA01-8ED3-522F-69C9A5F3B8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6" name="Freeform 112">
                        <a:extLst>
                          <a:ext uri="{FF2B5EF4-FFF2-40B4-BE49-F238E27FC236}">
                            <a16:creationId xmlns:a16="http://schemas.microsoft.com/office/drawing/2014/main" id="{9371F12D-7193-3EA5-9687-757F45EDDA9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7" name="Freeform 113">
                        <a:extLst>
                          <a:ext uri="{FF2B5EF4-FFF2-40B4-BE49-F238E27FC236}">
                            <a16:creationId xmlns:a16="http://schemas.microsoft.com/office/drawing/2014/main" id="{D0DE8458-4E4A-B669-83EA-9397F98882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8" name="Freeform 114">
                        <a:extLst>
                          <a:ext uri="{FF2B5EF4-FFF2-40B4-BE49-F238E27FC236}">
                            <a16:creationId xmlns:a16="http://schemas.microsoft.com/office/drawing/2014/main" id="{1B178895-946B-7AF9-BCC4-4F06534A944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06" name="WordArt 115">
                  <a:extLst>
                    <a:ext uri="{FF2B5EF4-FFF2-40B4-BE49-F238E27FC236}">
                      <a16:creationId xmlns:a16="http://schemas.microsoft.com/office/drawing/2014/main" id="{FF86C935-3DC0-D594-4FA7-BD957D94F6D5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04" name="WordArt 68">
                <a:extLst>
                  <a:ext uri="{FF2B5EF4-FFF2-40B4-BE49-F238E27FC236}">
                    <a16:creationId xmlns:a16="http://schemas.microsoft.com/office/drawing/2014/main" id="{922ACF70-9482-6FCB-0661-66ED196C82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spine_2_2</a:t>
                </a:r>
              </a:p>
            </p:txBody>
          </p: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295D151D-164A-F5FC-EADF-6E5AED6F8E0D}"/>
                </a:ext>
              </a:extLst>
            </p:cNvPr>
            <p:cNvGrpSpPr/>
            <p:nvPr/>
          </p:nvGrpSpPr>
          <p:grpSpPr>
            <a:xfrm>
              <a:off x="4784526" y="1409667"/>
              <a:ext cx="747328" cy="426131"/>
              <a:chOff x="967835" y="2541918"/>
              <a:chExt cx="1426054" cy="463051"/>
            </a:xfrm>
          </p:grpSpPr>
          <p:grpSp>
            <p:nvGrpSpPr>
              <p:cNvPr id="1028" name="Group 93">
                <a:extLst>
                  <a:ext uri="{FF2B5EF4-FFF2-40B4-BE49-F238E27FC236}">
                    <a16:creationId xmlns:a16="http://schemas.microsoft.com/office/drawing/2014/main" id="{DDC76B36-0CF2-E3A0-965C-C4523CE0C00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30" name="Group 94">
                  <a:extLst>
                    <a:ext uri="{FF2B5EF4-FFF2-40B4-BE49-F238E27FC236}">
                      <a16:creationId xmlns:a16="http://schemas.microsoft.com/office/drawing/2014/main" id="{E3AB9BFF-3C75-44E1-CAD8-98F2AD898D4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32" name="AutoShape 95">
                    <a:extLst>
                      <a:ext uri="{FF2B5EF4-FFF2-40B4-BE49-F238E27FC236}">
                        <a16:creationId xmlns:a16="http://schemas.microsoft.com/office/drawing/2014/main" id="{7058659E-8103-2399-9DD3-D20FCDBFF94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33" name="Group 96">
                    <a:extLst>
                      <a:ext uri="{FF2B5EF4-FFF2-40B4-BE49-F238E27FC236}">
                        <a16:creationId xmlns:a16="http://schemas.microsoft.com/office/drawing/2014/main" id="{4830B11E-00B3-FB1A-66CE-0C0CBF11AEE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34" name="Group 97">
                      <a:extLst>
                        <a:ext uri="{FF2B5EF4-FFF2-40B4-BE49-F238E27FC236}">
                          <a16:creationId xmlns:a16="http://schemas.microsoft.com/office/drawing/2014/main" id="{5FA622F7-3797-ADEF-EB70-228AC98DCB5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44" name="Freeform 98">
                        <a:extLst>
                          <a:ext uri="{FF2B5EF4-FFF2-40B4-BE49-F238E27FC236}">
                            <a16:creationId xmlns:a16="http://schemas.microsoft.com/office/drawing/2014/main" id="{F9967D2E-3B27-715F-535F-96EAA07FFE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5" name="Freeform 99">
                        <a:extLst>
                          <a:ext uri="{FF2B5EF4-FFF2-40B4-BE49-F238E27FC236}">
                            <a16:creationId xmlns:a16="http://schemas.microsoft.com/office/drawing/2014/main" id="{A9A9EE87-3FFA-7B21-A2C4-E39A9B6E9DE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6" name="Freeform 100">
                        <a:extLst>
                          <a:ext uri="{FF2B5EF4-FFF2-40B4-BE49-F238E27FC236}">
                            <a16:creationId xmlns:a16="http://schemas.microsoft.com/office/drawing/2014/main" id="{4244F6F2-4ECB-EAC3-B6EA-719C3B2C18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7" name="Freeform 101">
                        <a:extLst>
                          <a:ext uri="{FF2B5EF4-FFF2-40B4-BE49-F238E27FC236}">
                            <a16:creationId xmlns:a16="http://schemas.microsoft.com/office/drawing/2014/main" id="{ACBD9D78-5E7D-0266-B365-2B58491426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8" name="Freeform 102">
                        <a:extLst>
                          <a:ext uri="{FF2B5EF4-FFF2-40B4-BE49-F238E27FC236}">
                            <a16:creationId xmlns:a16="http://schemas.microsoft.com/office/drawing/2014/main" id="{D27510D4-E844-9201-9CF9-25416FCFA9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9" name="Freeform 103">
                        <a:extLst>
                          <a:ext uri="{FF2B5EF4-FFF2-40B4-BE49-F238E27FC236}">
                            <a16:creationId xmlns:a16="http://schemas.microsoft.com/office/drawing/2014/main" id="{D0DDA410-93DB-75CF-901C-C399C80D435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50" name="Freeform 104">
                        <a:extLst>
                          <a:ext uri="{FF2B5EF4-FFF2-40B4-BE49-F238E27FC236}">
                            <a16:creationId xmlns:a16="http://schemas.microsoft.com/office/drawing/2014/main" id="{74E57664-BEE3-0C90-5209-8663FDA546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51" name="Freeform 105">
                        <a:extLst>
                          <a:ext uri="{FF2B5EF4-FFF2-40B4-BE49-F238E27FC236}">
                            <a16:creationId xmlns:a16="http://schemas.microsoft.com/office/drawing/2014/main" id="{34513530-E49E-F98B-FB57-A21DB7A2DB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035" name="Group 106">
                      <a:extLst>
                        <a:ext uri="{FF2B5EF4-FFF2-40B4-BE49-F238E27FC236}">
                          <a16:creationId xmlns:a16="http://schemas.microsoft.com/office/drawing/2014/main" id="{5E6473AD-E5C6-3857-4EAE-ED42947526E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36" name="Freeform 107">
                        <a:extLst>
                          <a:ext uri="{FF2B5EF4-FFF2-40B4-BE49-F238E27FC236}">
                            <a16:creationId xmlns:a16="http://schemas.microsoft.com/office/drawing/2014/main" id="{B8BA9D29-2D19-867B-9F77-E87462A331D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37" name="Freeform 108">
                        <a:extLst>
                          <a:ext uri="{FF2B5EF4-FFF2-40B4-BE49-F238E27FC236}">
                            <a16:creationId xmlns:a16="http://schemas.microsoft.com/office/drawing/2014/main" id="{1CEF42EA-C571-5A75-3E87-4EDBDC4BC2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38" name="Freeform 109">
                        <a:extLst>
                          <a:ext uri="{FF2B5EF4-FFF2-40B4-BE49-F238E27FC236}">
                            <a16:creationId xmlns:a16="http://schemas.microsoft.com/office/drawing/2014/main" id="{587E6B46-3993-3382-DE41-F53B3596ACC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39" name="Freeform 110">
                        <a:extLst>
                          <a:ext uri="{FF2B5EF4-FFF2-40B4-BE49-F238E27FC236}">
                            <a16:creationId xmlns:a16="http://schemas.microsoft.com/office/drawing/2014/main" id="{E64EE3FD-9228-56B2-D227-9A117D8603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0" name="Freeform 111">
                        <a:extLst>
                          <a:ext uri="{FF2B5EF4-FFF2-40B4-BE49-F238E27FC236}">
                            <a16:creationId xmlns:a16="http://schemas.microsoft.com/office/drawing/2014/main" id="{C96D3750-CD78-02E1-B489-BFFE150DB4C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1" name="Freeform 112">
                        <a:extLst>
                          <a:ext uri="{FF2B5EF4-FFF2-40B4-BE49-F238E27FC236}">
                            <a16:creationId xmlns:a16="http://schemas.microsoft.com/office/drawing/2014/main" id="{BB23753E-589E-BB6B-4E8F-EBEDF3C0FC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2" name="Freeform 113">
                        <a:extLst>
                          <a:ext uri="{FF2B5EF4-FFF2-40B4-BE49-F238E27FC236}">
                            <a16:creationId xmlns:a16="http://schemas.microsoft.com/office/drawing/2014/main" id="{151B7F74-558C-8BF6-B5B0-40BAF15F97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3" name="Freeform 114">
                        <a:extLst>
                          <a:ext uri="{FF2B5EF4-FFF2-40B4-BE49-F238E27FC236}">
                            <a16:creationId xmlns:a16="http://schemas.microsoft.com/office/drawing/2014/main" id="{9FE279E5-A5A7-8215-7AF0-0B5E7A6A78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31" name="WordArt 115">
                  <a:extLst>
                    <a:ext uri="{FF2B5EF4-FFF2-40B4-BE49-F238E27FC236}">
                      <a16:creationId xmlns:a16="http://schemas.microsoft.com/office/drawing/2014/main" id="{0A7BFE6A-3BE7-9327-6FAE-322F43AE6B3B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29" name="WordArt 68">
                <a:extLst>
                  <a:ext uri="{FF2B5EF4-FFF2-40B4-BE49-F238E27FC236}">
                    <a16:creationId xmlns:a16="http://schemas.microsoft.com/office/drawing/2014/main" id="{722DFBDF-EEFC-94C6-A47B-9A5D337667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core_1_1</a:t>
                </a:r>
              </a:p>
            </p:txBody>
          </p:sp>
        </p:grp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C249016F-5392-9DED-601E-4938F68CECCE}"/>
                </a:ext>
              </a:extLst>
            </p:cNvPr>
            <p:cNvGrpSpPr/>
            <p:nvPr/>
          </p:nvGrpSpPr>
          <p:grpSpPr>
            <a:xfrm>
              <a:off x="6371281" y="1427391"/>
              <a:ext cx="747328" cy="426131"/>
              <a:chOff x="967835" y="2541918"/>
              <a:chExt cx="1426054" cy="463051"/>
            </a:xfrm>
          </p:grpSpPr>
          <p:grpSp>
            <p:nvGrpSpPr>
              <p:cNvPr id="1053" name="Group 93">
                <a:extLst>
                  <a:ext uri="{FF2B5EF4-FFF2-40B4-BE49-F238E27FC236}">
                    <a16:creationId xmlns:a16="http://schemas.microsoft.com/office/drawing/2014/main" id="{E22899F7-81AE-3428-BA03-8621386AC69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55" name="Group 94">
                  <a:extLst>
                    <a:ext uri="{FF2B5EF4-FFF2-40B4-BE49-F238E27FC236}">
                      <a16:creationId xmlns:a16="http://schemas.microsoft.com/office/drawing/2014/main" id="{E6688BD6-694E-321B-1860-55B167CA093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57" name="AutoShape 95">
                    <a:extLst>
                      <a:ext uri="{FF2B5EF4-FFF2-40B4-BE49-F238E27FC236}">
                        <a16:creationId xmlns:a16="http://schemas.microsoft.com/office/drawing/2014/main" id="{1E819866-AF8F-BAFD-F9B4-A90CF368701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58" name="Group 96">
                    <a:extLst>
                      <a:ext uri="{FF2B5EF4-FFF2-40B4-BE49-F238E27FC236}">
                        <a16:creationId xmlns:a16="http://schemas.microsoft.com/office/drawing/2014/main" id="{9CA04548-388E-F912-4CAB-EDBDBF77E3D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59" name="Group 97">
                      <a:extLst>
                        <a:ext uri="{FF2B5EF4-FFF2-40B4-BE49-F238E27FC236}">
                          <a16:creationId xmlns:a16="http://schemas.microsoft.com/office/drawing/2014/main" id="{749C5834-D013-7B71-C6A9-E6D2E729178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69" name="Freeform 98">
                        <a:extLst>
                          <a:ext uri="{FF2B5EF4-FFF2-40B4-BE49-F238E27FC236}">
                            <a16:creationId xmlns:a16="http://schemas.microsoft.com/office/drawing/2014/main" id="{201F2FA6-062F-4AA3-8641-3FA8F080F5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0" name="Freeform 99">
                        <a:extLst>
                          <a:ext uri="{FF2B5EF4-FFF2-40B4-BE49-F238E27FC236}">
                            <a16:creationId xmlns:a16="http://schemas.microsoft.com/office/drawing/2014/main" id="{DA4DAE5D-1D8F-E315-0070-88C0D595C8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1" name="Freeform 100">
                        <a:extLst>
                          <a:ext uri="{FF2B5EF4-FFF2-40B4-BE49-F238E27FC236}">
                            <a16:creationId xmlns:a16="http://schemas.microsoft.com/office/drawing/2014/main" id="{496EFD37-F5CB-499D-7CD9-2F1FF6E0F7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2" name="Freeform 101">
                        <a:extLst>
                          <a:ext uri="{FF2B5EF4-FFF2-40B4-BE49-F238E27FC236}">
                            <a16:creationId xmlns:a16="http://schemas.microsoft.com/office/drawing/2014/main" id="{E6AFC7EC-C020-C302-6706-4DBD765598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3" name="Freeform 102">
                        <a:extLst>
                          <a:ext uri="{FF2B5EF4-FFF2-40B4-BE49-F238E27FC236}">
                            <a16:creationId xmlns:a16="http://schemas.microsoft.com/office/drawing/2014/main" id="{EE48818E-40D1-4073-EA67-6079D688B4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4" name="Freeform 103">
                        <a:extLst>
                          <a:ext uri="{FF2B5EF4-FFF2-40B4-BE49-F238E27FC236}">
                            <a16:creationId xmlns:a16="http://schemas.microsoft.com/office/drawing/2014/main" id="{EACBA668-D140-9704-D4EB-0F336BD462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5" name="Freeform 104">
                        <a:extLst>
                          <a:ext uri="{FF2B5EF4-FFF2-40B4-BE49-F238E27FC236}">
                            <a16:creationId xmlns:a16="http://schemas.microsoft.com/office/drawing/2014/main" id="{5961E3F3-04B5-CCDF-F742-436E77F400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6" name="Freeform 105">
                        <a:extLst>
                          <a:ext uri="{FF2B5EF4-FFF2-40B4-BE49-F238E27FC236}">
                            <a16:creationId xmlns:a16="http://schemas.microsoft.com/office/drawing/2014/main" id="{9D330386-AB36-789A-FFD7-67B7503FBB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060" name="Group 106">
                      <a:extLst>
                        <a:ext uri="{FF2B5EF4-FFF2-40B4-BE49-F238E27FC236}">
                          <a16:creationId xmlns:a16="http://schemas.microsoft.com/office/drawing/2014/main" id="{C97F2556-2B0E-34EA-1528-48C768AE70B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61" name="Freeform 107">
                        <a:extLst>
                          <a:ext uri="{FF2B5EF4-FFF2-40B4-BE49-F238E27FC236}">
                            <a16:creationId xmlns:a16="http://schemas.microsoft.com/office/drawing/2014/main" id="{6255C9C5-5D10-2F26-9D7D-A887EA3B03C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2" name="Freeform 108">
                        <a:extLst>
                          <a:ext uri="{FF2B5EF4-FFF2-40B4-BE49-F238E27FC236}">
                            <a16:creationId xmlns:a16="http://schemas.microsoft.com/office/drawing/2014/main" id="{DE86D7DA-8F3B-BF5F-5F24-0C157B452F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3" name="Freeform 109">
                        <a:extLst>
                          <a:ext uri="{FF2B5EF4-FFF2-40B4-BE49-F238E27FC236}">
                            <a16:creationId xmlns:a16="http://schemas.microsoft.com/office/drawing/2014/main" id="{EADE758C-CA9F-4401-7EA6-E509989C7A8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4" name="Freeform 110">
                        <a:extLst>
                          <a:ext uri="{FF2B5EF4-FFF2-40B4-BE49-F238E27FC236}">
                            <a16:creationId xmlns:a16="http://schemas.microsoft.com/office/drawing/2014/main" id="{07A4F60A-FF82-8B0C-4D0E-5A4AC8415D4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5" name="Freeform 111">
                        <a:extLst>
                          <a:ext uri="{FF2B5EF4-FFF2-40B4-BE49-F238E27FC236}">
                            <a16:creationId xmlns:a16="http://schemas.microsoft.com/office/drawing/2014/main" id="{3DE534FB-1BD2-B3BF-31AA-B66B808BA7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6" name="Freeform 112">
                        <a:extLst>
                          <a:ext uri="{FF2B5EF4-FFF2-40B4-BE49-F238E27FC236}">
                            <a16:creationId xmlns:a16="http://schemas.microsoft.com/office/drawing/2014/main" id="{B3A94247-1AE0-22D1-44BB-A0C33E4149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7" name="Freeform 113">
                        <a:extLst>
                          <a:ext uri="{FF2B5EF4-FFF2-40B4-BE49-F238E27FC236}">
                            <a16:creationId xmlns:a16="http://schemas.microsoft.com/office/drawing/2014/main" id="{00F7D9C5-FE46-C3A9-C67F-09F245F5AE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8" name="Freeform 114">
                        <a:extLst>
                          <a:ext uri="{FF2B5EF4-FFF2-40B4-BE49-F238E27FC236}">
                            <a16:creationId xmlns:a16="http://schemas.microsoft.com/office/drawing/2014/main" id="{C87C2A0E-5F01-884E-2376-8B7C1A35E4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56" name="WordArt 115">
                  <a:extLst>
                    <a:ext uri="{FF2B5EF4-FFF2-40B4-BE49-F238E27FC236}">
                      <a16:creationId xmlns:a16="http://schemas.microsoft.com/office/drawing/2014/main" id="{678C6506-811C-4E9B-4582-A548AD414DCC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54" name="WordArt 68">
                <a:extLst>
                  <a:ext uri="{FF2B5EF4-FFF2-40B4-BE49-F238E27FC236}">
                    <a16:creationId xmlns:a16="http://schemas.microsoft.com/office/drawing/2014/main" id="{301E3E90-985D-4F38-7712-4B25ACD738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core_1_2</a:t>
                </a:r>
              </a:p>
            </p:txBody>
          </p:sp>
        </p:grpSp>
        <p:grpSp>
          <p:nvGrpSpPr>
            <p:cNvPr id="1077" name="Gruppo 599">
              <a:extLst>
                <a:ext uri="{FF2B5EF4-FFF2-40B4-BE49-F238E27FC236}">
                  <a16:creationId xmlns:a16="http://schemas.microsoft.com/office/drawing/2014/main" id="{9E969E93-5B9C-8751-D1A6-789AF6B599C0}"/>
                </a:ext>
              </a:extLst>
            </p:cNvPr>
            <p:cNvGrpSpPr/>
            <p:nvPr/>
          </p:nvGrpSpPr>
          <p:grpSpPr>
            <a:xfrm>
              <a:off x="1666205" y="5001846"/>
              <a:ext cx="1876180" cy="583125"/>
              <a:chOff x="9946563" y="4306849"/>
              <a:chExt cx="1123818" cy="350441"/>
            </a:xfrm>
          </p:grpSpPr>
          <p:sp>
            <p:nvSpPr>
              <p:cNvPr id="1078" name="Text Box 169">
                <a:extLst>
                  <a:ext uri="{FF2B5EF4-FFF2-40B4-BE49-F238E27FC236}">
                    <a16:creationId xmlns:a16="http://schemas.microsoft.com/office/drawing/2014/main" id="{962781B3-09D8-E163-92A8-7262E4488C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46563" y="4417943"/>
                <a:ext cx="907197" cy="160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server_1_1</a:t>
                </a:r>
              </a:p>
            </p:txBody>
          </p:sp>
          <p:sp>
            <p:nvSpPr>
              <p:cNvPr id="1079" name="AutoShape 171">
                <a:extLst>
                  <a:ext uri="{FF2B5EF4-FFF2-40B4-BE49-F238E27FC236}">
                    <a16:creationId xmlns:a16="http://schemas.microsoft.com/office/drawing/2014/main" id="{059A3D97-91B0-7C80-A70E-3FB27D9A5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80" name="mainfrm">
                <a:extLst>
                  <a:ext uri="{FF2B5EF4-FFF2-40B4-BE49-F238E27FC236}">
                    <a16:creationId xmlns:a16="http://schemas.microsoft.com/office/drawing/2014/main" id="{BE4B366E-15A3-3DBF-46B1-E30D4718586E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grpSp>
          <p:nvGrpSpPr>
            <p:cNvPr id="1081" name="Gruppo 599">
              <a:extLst>
                <a:ext uri="{FF2B5EF4-FFF2-40B4-BE49-F238E27FC236}">
                  <a16:creationId xmlns:a16="http://schemas.microsoft.com/office/drawing/2014/main" id="{65772644-64C2-802C-85F5-AFE99BD11C01}"/>
                </a:ext>
              </a:extLst>
            </p:cNvPr>
            <p:cNvGrpSpPr/>
            <p:nvPr/>
          </p:nvGrpSpPr>
          <p:grpSpPr>
            <a:xfrm>
              <a:off x="3859673" y="5006330"/>
              <a:ext cx="1850595" cy="583123"/>
              <a:chOff x="10691757" y="4306849"/>
              <a:chExt cx="1108492" cy="350441"/>
            </a:xfrm>
          </p:grpSpPr>
          <p:sp>
            <p:nvSpPr>
              <p:cNvPr id="1082" name="Text Box 169">
                <a:extLst>
                  <a:ext uri="{FF2B5EF4-FFF2-40B4-BE49-F238E27FC236}">
                    <a16:creationId xmlns:a16="http://schemas.microsoft.com/office/drawing/2014/main" id="{86CDB7DD-7B3E-B91D-958E-E09C904923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3052" y="4401124"/>
                <a:ext cx="907197" cy="160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server_1_2</a:t>
                </a:r>
              </a:p>
            </p:txBody>
          </p:sp>
          <p:sp>
            <p:nvSpPr>
              <p:cNvPr id="1083" name="AutoShape 171">
                <a:extLst>
                  <a:ext uri="{FF2B5EF4-FFF2-40B4-BE49-F238E27FC236}">
                    <a16:creationId xmlns:a16="http://schemas.microsoft.com/office/drawing/2014/main" id="{7219B4A9-9C5F-C70A-9922-C3986ABAD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84" name="mainfrm">
                <a:extLst>
                  <a:ext uri="{FF2B5EF4-FFF2-40B4-BE49-F238E27FC236}">
                    <a16:creationId xmlns:a16="http://schemas.microsoft.com/office/drawing/2014/main" id="{AB613700-0A65-3B94-153A-8F77F78C782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sp>
          <p:nvSpPr>
            <p:cNvPr id="1085" name="Line 72">
              <a:extLst>
                <a:ext uri="{FF2B5EF4-FFF2-40B4-BE49-F238E27FC236}">
                  <a16:creationId xmlns:a16="http://schemas.microsoft.com/office/drawing/2014/main" id="{3E6CCAAC-567B-A50B-9D8B-6556247ABB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7968190" y="4427529"/>
              <a:ext cx="668439" cy="58646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grpSp>
          <p:nvGrpSpPr>
            <p:cNvPr id="1086" name="Gruppo 599">
              <a:extLst>
                <a:ext uri="{FF2B5EF4-FFF2-40B4-BE49-F238E27FC236}">
                  <a16:creationId xmlns:a16="http://schemas.microsoft.com/office/drawing/2014/main" id="{2090BD65-EA46-3754-0EF7-42825CF2BF05}"/>
                </a:ext>
              </a:extLst>
            </p:cNvPr>
            <p:cNvGrpSpPr/>
            <p:nvPr/>
          </p:nvGrpSpPr>
          <p:grpSpPr>
            <a:xfrm>
              <a:off x="6866206" y="5009106"/>
              <a:ext cx="1980957" cy="583123"/>
              <a:chOff x="9883803" y="4306849"/>
              <a:chExt cx="1186578" cy="350441"/>
            </a:xfrm>
          </p:grpSpPr>
          <p:sp>
            <p:nvSpPr>
              <p:cNvPr id="1087" name="Text Box 169">
                <a:extLst>
                  <a:ext uri="{FF2B5EF4-FFF2-40B4-BE49-F238E27FC236}">
                    <a16:creationId xmlns:a16="http://schemas.microsoft.com/office/drawing/2014/main" id="{4AA7D1D7-84B1-8DBE-E081-4F281BB85D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83803" y="4396465"/>
                <a:ext cx="907197" cy="160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server_2_1</a:t>
                </a:r>
              </a:p>
            </p:txBody>
          </p:sp>
          <p:sp>
            <p:nvSpPr>
              <p:cNvPr id="1088" name="AutoShape 171">
                <a:extLst>
                  <a:ext uri="{FF2B5EF4-FFF2-40B4-BE49-F238E27FC236}">
                    <a16:creationId xmlns:a16="http://schemas.microsoft.com/office/drawing/2014/main" id="{3297190E-E6A3-163F-177E-DF365B058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89" name="mainfrm">
                <a:extLst>
                  <a:ext uri="{FF2B5EF4-FFF2-40B4-BE49-F238E27FC236}">
                    <a16:creationId xmlns:a16="http://schemas.microsoft.com/office/drawing/2014/main" id="{08553721-4DC3-8161-AA79-99A26E88C2F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grpSp>
          <p:nvGrpSpPr>
            <p:cNvPr id="1090" name="Gruppo 599">
              <a:extLst>
                <a:ext uri="{FF2B5EF4-FFF2-40B4-BE49-F238E27FC236}">
                  <a16:creationId xmlns:a16="http://schemas.microsoft.com/office/drawing/2014/main" id="{B9A1F74C-E6CA-4B35-4739-CC102BF600E3}"/>
                </a:ext>
              </a:extLst>
            </p:cNvPr>
            <p:cNvGrpSpPr/>
            <p:nvPr/>
          </p:nvGrpSpPr>
          <p:grpSpPr>
            <a:xfrm>
              <a:off x="9110172" y="5016037"/>
              <a:ext cx="1900858" cy="583123"/>
              <a:chOff x="10691757" y="4306849"/>
              <a:chExt cx="1138599" cy="350441"/>
            </a:xfrm>
          </p:grpSpPr>
          <p:sp>
            <p:nvSpPr>
              <p:cNvPr id="1091" name="Text Box 169">
                <a:extLst>
                  <a:ext uri="{FF2B5EF4-FFF2-40B4-BE49-F238E27FC236}">
                    <a16:creationId xmlns:a16="http://schemas.microsoft.com/office/drawing/2014/main" id="{3850CD78-DF88-6382-682E-D8CD281F3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23159" y="4397970"/>
                <a:ext cx="907197" cy="160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server_2_2</a:t>
                </a:r>
              </a:p>
            </p:txBody>
          </p:sp>
          <p:sp>
            <p:nvSpPr>
              <p:cNvPr id="1092" name="AutoShape 171">
                <a:extLst>
                  <a:ext uri="{FF2B5EF4-FFF2-40B4-BE49-F238E27FC236}">
                    <a16:creationId xmlns:a16="http://schemas.microsoft.com/office/drawing/2014/main" id="{156946CE-FCB2-5A8B-866F-170C3DCC0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93" name="mainfrm">
                <a:extLst>
                  <a:ext uri="{FF2B5EF4-FFF2-40B4-BE49-F238E27FC236}">
                    <a16:creationId xmlns:a16="http://schemas.microsoft.com/office/drawing/2014/main" id="{CF976965-D616-D086-993A-7F1BE1BC1EE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grpSp>
          <p:nvGrpSpPr>
            <p:cNvPr id="1094" name="Group 1093">
              <a:extLst>
                <a:ext uri="{FF2B5EF4-FFF2-40B4-BE49-F238E27FC236}">
                  <a16:creationId xmlns:a16="http://schemas.microsoft.com/office/drawing/2014/main" id="{B4D3605A-9892-1A11-74D4-952AA73B6160}"/>
                </a:ext>
              </a:extLst>
            </p:cNvPr>
            <p:cNvGrpSpPr/>
            <p:nvPr/>
          </p:nvGrpSpPr>
          <p:grpSpPr>
            <a:xfrm>
              <a:off x="7657250" y="3959499"/>
              <a:ext cx="747328" cy="426131"/>
              <a:chOff x="967835" y="2541918"/>
              <a:chExt cx="1426054" cy="463051"/>
            </a:xfrm>
          </p:grpSpPr>
          <p:grpSp>
            <p:nvGrpSpPr>
              <p:cNvPr id="1095" name="Group 93">
                <a:extLst>
                  <a:ext uri="{FF2B5EF4-FFF2-40B4-BE49-F238E27FC236}">
                    <a16:creationId xmlns:a16="http://schemas.microsoft.com/office/drawing/2014/main" id="{130F5AF4-FE88-53AD-7762-3DC1048567B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97" name="Group 94">
                  <a:extLst>
                    <a:ext uri="{FF2B5EF4-FFF2-40B4-BE49-F238E27FC236}">
                      <a16:creationId xmlns:a16="http://schemas.microsoft.com/office/drawing/2014/main" id="{20331BEB-E5CB-9F94-C354-DB27BF60D93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99" name="AutoShape 95">
                    <a:extLst>
                      <a:ext uri="{FF2B5EF4-FFF2-40B4-BE49-F238E27FC236}">
                        <a16:creationId xmlns:a16="http://schemas.microsoft.com/office/drawing/2014/main" id="{92D75171-6514-27C6-709F-AE7937E6F0A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00" name="Group 96">
                    <a:extLst>
                      <a:ext uri="{FF2B5EF4-FFF2-40B4-BE49-F238E27FC236}">
                        <a16:creationId xmlns:a16="http://schemas.microsoft.com/office/drawing/2014/main" id="{1FEAA787-4DA2-5874-1083-1736892616C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01" name="Group 97">
                      <a:extLst>
                        <a:ext uri="{FF2B5EF4-FFF2-40B4-BE49-F238E27FC236}">
                          <a16:creationId xmlns:a16="http://schemas.microsoft.com/office/drawing/2014/main" id="{EC22FC04-CC17-4179-BCFA-08B49100467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11" name="Freeform 98">
                        <a:extLst>
                          <a:ext uri="{FF2B5EF4-FFF2-40B4-BE49-F238E27FC236}">
                            <a16:creationId xmlns:a16="http://schemas.microsoft.com/office/drawing/2014/main" id="{CA4B4A5F-A4D1-00B8-8AF5-B6375E0F1A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2" name="Freeform 99">
                        <a:extLst>
                          <a:ext uri="{FF2B5EF4-FFF2-40B4-BE49-F238E27FC236}">
                            <a16:creationId xmlns:a16="http://schemas.microsoft.com/office/drawing/2014/main" id="{07AB8AF7-2A01-C29E-BE47-2581AA71247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3" name="Freeform 100">
                        <a:extLst>
                          <a:ext uri="{FF2B5EF4-FFF2-40B4-BE49-F238E27FC236}">
                            <a16:creationId xmlns:a16="http://schemas.microsoft.com/office/drawing/2014/main" id="{44E85396-F7CC-A1C5-DCAA-65F469CB31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4" name="Freeform 101">
                        <a:extLst>
                          <a:ext uri="{FF2B5EF4-FFF2-40B4-BE49-F238E27FC236}">
                            <a16:creationId xmlns:a16="http://schemas.microsoft.com/office/drawing/2014/main" id="{D6220038-9C75-594F-C9E0-375AC6E92A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5" name="Freeform 102">
                        <a:extLst>
                          <a:ext uri="{FF2B5EF4-FFF2-40B4-BE49-F238E27FC236}">
                            <a16:creationId xmlns:a16="http://schemas.microsoft.com/office/drawing/2014/main" id="{C1699AEF-40B5-956C-5989-80F53FBFCC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6" name="Freeform 103">
                        <a:extLst>
                          <a:ext uri="{FF2B5EF4-FFF2-40B4-BE49-F238E27FC236}">
                            <a16:creationId xmlns:a16="http://schemas.microsoft.com/office/drawing/2014/main" id="{A58C7A31-D50F-2AC7-F4FF-67B5FDEB161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7" name="Freeform 104">
                        <a:extLst>
                          <a:ext uri="{FF2B5EF4-FFF2-40B4-BE49-F238E27FC236}">
                            <a16:creationId xmlns:a16="http://schemas.microsoft.com/office/drawing/2014/main" id="{391C70B7-CE03-D39F-9326-2E4D8493828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8" name="Freeform 105">
                        <a:extLst>
                          <a:ext uri="{FF2B5EF4-FFF2-40B4-BE49-F238E27FC236}">
                            <a16:creationId xmlns:a16="http://schemas.microsoft.com/office/drawing/2014/main" id="{75597FAE-4D5D-EDF9-4AB5-0E9960B147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102" name="Group 106">
                      <a:extLst>
                        <a:ext uri="{FF2B5EF4-FFF2-40B4-BE49-F238E27FC236}">
                          <a16:creationId xmlns:a16="http://schemas.microsoft.com/office/drawing/2014/main" id="{3EF0AF85-4FE4-7292-8501-3189B0AAD42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03" name="Freeform 107">
                        <a:extLst>
                          <a:ext uri="{FF2B5EF4-FFF2-40B4-BE49-F238E27FC236}">
                            <a16:creationId xmlns:a16="http://schemas.microsoft.com/office/drawing/2014/main" id="{9D552C47-0ABF-A592-CA43-3A9EFA7247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4" name="Freeform 108">
                        <a:extLst>
                          <a:ext uri="{FF2B5EF4-FFF2-40B4-BE49-F238E27FC236}">
                            <a16:creationId xmlns:a16="http://schemas.microsoft.com/office/drawing/2014/main" id="{CE61B4AF-5F64-3397-DD1F-0F6802DE3D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5" name="Freeform 109">
                        <a:extLst>
                          <a:ext uri="{FF2B5EF4-FFF2-40B4-BE49-F238E27FC236}">
                            <a16:creationId xmlns:a16="http://schemas.microsoft.com/office/drawing/2014/main" id="{C5861410-D95E-9D2F-FBC9-7F3FD7EB19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6" name="Freeform 110">
                        <a:extLst>
                          <a:ext uri="{FF2B5EF4-FFF2-40B4-BE49-F238E27FC236}">
                            <a16:creationId xmlns:a16="http://schemas.microsoft.com/office/drawing/2014/main" id="{5F072A02-0903-82A8-DEEC-3D5E4C2FDF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7" name="Freeform 111">
                        <a:extLst>
                          <a:ext uri="{FF2B5EF4-FFF2-40B4-BE49-F238E27FC236}">
                            <a16:creationId xmlns:a16="http://schemas.microsoft.com/office/drawing/2014/main" id="{A6CD3B08-E134-8BEB-58BF-5C4AFDA494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8" name="Freeform 112">
                        <a:extLst>
                          <a:ext uri="{FF2B5EF4-FFF2-40B4-BE49-F238E27FC236}">
                            <a16:creationId xmlns:a16="http://schemas.microsoft.com/office/drawing/2014/main" id="{7D9A0C0C-E156-BD2F-042E-37436A647A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9" name="Freeform 113">
                        <a:extLst>
                          <a:ext uri="{FF2B5EF4-FFF2-40B4-BE49-F238E27FC236}">
                            <a16:creationId xmlns:a16="http://schemas.microsoft.com/office/drawing/2014/main" id="{1C6504AE-3CE8-477C-B5EB-97AB56C08E7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0" name="Freeform 114">
                        <a:extLst>
                          <a:ext uri="{FF2B5EF4-FFF2-40B4-BE49-F238E27FC236}">
                            <a16:creationId xmlns:a16="http://schemas.microsoft.com/office/drawing/2014/main" id="{0F778B60-ED5C-896F-3D31-2FA6F7D5D5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98" name="WordArt 115">
                  <a:extLst>
                    <a:ext uri="{FF2B5EF4-FFF2-40B4-BE49-F238E27FC236}">
                      <a16:creationId xmlns:a16="http://schemas.microsoft.com/office/drawing/2014/main" id="{9D215AD6-CB18-E4AF-13E7-F76775AC60DA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96" name="WordArt 68">
                <a:extLst>
                  <a:ext uri="{FF2B5EF4-FFF2-40B4-BE49-F238E27FC236}">
                    <a16:creationId xmlns:a16="http://schemas.microsoft.com/office/drawing/2014/main" id="{D2CB54EA-6980-C3E8-B35E-9A1D7E3C16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leaf_2_1</a:t>
                </a:r>
              </a:p>
            </p:txBody>
          </p:sp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96D27E5C-9EBE-D288-8264-BF3EFEC57524}"/>
                </a:ext>
              </a:extLst>
            </p:cNvPr>
            <p:cNvGrpSpPr/>
            <p:nvPr/>
          </p:nvGrpSpPr>
          <p:grpSpPr>
            <a:xfrm>
              <a:off x="9283270" y="3951429"/>
              <a:ext cx="747328" cy="426131"/>
              <a:chOff x="967835" y="2541918"/>
              <a:chExt cx="1426054" cy="463051"/>
            </a:xfrm>
          </p:grpSpPr>
          <p:grpSp>
            <p:nvGrpSpPr>
              <p:cNvPr id="1120" name="Group 93">
                <a:extLst>
                  <a:ext uri="{FF2B5EF4-FFF2-40B4-BE49-F238E27FC236}">
                    <a16:creationId xmlns:a16="http://schemas.microsoft.com/office/drawing/2014/main" id="{DE7B8427-151F-AF48-10D5-B04D363F7F6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122" name="Group 94">
                  <a:extLst>
                    <a:ext uri="{FF2B5EF4-FFF2-40B4-BE49-F238E27FC236}">
                      <a16:creationId xmlns:a16="http://schemas.microsoft.com/office/drawing/2014/main" id="{DD03B4CC-2B5D-D9C4-39D5-8312AD20237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124" name="AutoShape 95">
                    <a:extLst>
                      <a:ext uri="{FF2B5EF4-FFF2-40B4-BE49-F238E27FC236}">
                        <a16:creationId xmlns:a16="http://schemas.microsoft.com/office/drawing/2014/main" id="{9D87C9DE-7AC6-8023-5D26-A417D21793A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25" name="Group 96">
                    <a:extLst>
                      <a:ext uri="{FF2B5EF4-FFF2-40B4-BE49-F238E27FC236}">
                        <a16:creationId xmlns:a16="http://schemas.microsoft.com/office/drawing/2014/main" id="{7526959F-C96A-F21D-FA12-0B8AFEC3673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26" name="Group 97">
                      <a:extLst>
                        <a:ext uri="{FF2B5EF4-FFF2-40B4-BE49-F238E27FC236}">
                          <a16:creationId xmlns:a16="http://schemas.microsoft.com/office/drawing/2014/main" id="{079470CD-9D9D-BE27-EBAA-4E5D718E72F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36" name="Freeform 98">
                        <a:extLst>
                          <a:ext uri="{FF2B5EF4-FFF2-40B4-BE49-F238E27FC236}">
                            <a16:creationId xmlns:a16="http://schemas.microsoft.com/office/drawing/2014/main" id="{E3A4F785-3B56-3E0D-7BD7-45404FA0EB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7" name="Freeform 99">
                        <a:extLst>
                          <a:ext uri="{FF2B5EF4-FFF2-40B4-BE49-F238E27FC236}">
                            <a16:creationId xmlns:a16="http://schemas.microsoft.com/office/drawing/2014/main" id="{8748E704-3D33-07BE-EA03-068CE30B7D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8" name="Freeform 100">
                        <a:extLst>
                          <a:ext uri="{FF2B5EF4-FFF2-40B4-BE49-F238E27FC236}">
                            <a16:creationId xmlns:a16="http://schemas.microsoft.com/office/drawing/2014/main" id="{67C8385A-AB7F-BFF9-9997-B5A669BC725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9" name="Freeform 101">
                        <a:extLst>
                          <a:ext uri="{FF2B5EF4-FFF2-40B4-BE49-F238E27FC236}">
                            <a16:creationId xmlns:a16="http://schemas.microsoft.com/office/drawing/2014/main" id="{AD98B5D5-A7DA-20AC-D916-0F9230C452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0" name="Freeform 102">
                        <a:extLst>
                          <a:ext uri="{FF2B5EF4-FFF2-40B4-BE49-F238E27FC236}">
                            <a16:creationId xmlns:a16="http://schemas.microsoft.com/office/drawing/2014/main" id="{CAEE7E76-A647-150E-8E57-7F86C28183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1" name="Freeform 103">
                        <a:extLst>
                          <a:ext uri="{FF2B5EF4-FFF2-40B4-BE49-F238E27FC236}">
                            <a16:creationId xmlns:a16="http://schemas.microsoft.com/office/drawing/2014/main" id="{BFF80CC6-D5BF-1501-4435-C3086059E0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2" name="Freeform 104">
                        <a:extLst>
                          <a:ext uri="{FF2B5EF4-FFF2-40B4-BE49-F238E27FC236}">
                            <a16:creationId xmlns:a16="http://schemas.microsoft.com/office/drawing/2014/main" id="{D120EE1E-55F3-9084-78BA-5B18C383F2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3" name="Freeform 105">
                        <a:extLst>
                          <a:ext uri="{FF2B5EF4-FFF2-40B4-BE49-F238E27FC236}">
                            <a16:creationId xmlns:a16="http://schemas.microsoft.com/office/drawing/2014/main" id="{A0D756A8-94C2-07C6-E169-CC1BE16F3C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127" name="Group 106">
                      <a:extLst>
                        <a:ext uri="{FF2B5EF4-FFF2-40B4-BE49-F238E27FC236}">
                          <a16:creationId xmlns:a16="http://schemas.microsoft.com/office/drawing/2014/main" id="{564E3B7B-B7EE-96DC-2A57-4F2003FBAAE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28" name="Freeform 107">
                        <a:extLst>
                          <a:ext uri="{FF2B5EF4-FFF2-40B4-BE49-F238E27FC236}">
                            <a16:creationId xmlns:a16="http://schemas.microsoft.com/office/drawing/2014/main" id="{5D91513B-B1F5-C006-0E40-4565AD2D3A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29" name="Freeform 108">
                        <a:extLst>
                          <a:ext uri="{FF2B5EF4-FFF2-40B4-BE49-F238E27FC236}">
                            <a16:creationId xmlns:a16="http://schemas.microsoft.com/office/drawing/2014/main" id="{0863BB01-B40C-70D0-9AF5-1C1A9D19DE4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0" name="Freeform 109">
                        <a:extLst>
                          <a:ext uri="{FF2B5EF4-FFF2-40B4-BE49-F238E27FC236}">
                            <a16:creationId xmlns:a16="http://schemas.microsoft.com/office/drawing/2014/main" id="{7A1907B8-9524-8712-9266-979F5F0F76B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1" name="Freeform 110">
                        <a:extLst>
                          <a:ext uri="{FF2B5EF4-FFF2-40B4-BE49-F238E27FC236}">
                            <a16:creationId xmlns:a16="http://schemas.microsoft.com/office/drawing/2014/main" id="{D494FC14-5FB8-337C-198E-C9A915FEEB5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2" name="Freeform 111">
                        <a:extLst>
                          <a:ext uri="{FF2B5EF4-FFF2-40B4-BE49-F238E27FC236}">
                            <a16:creationId xmlns:a16="http://schemas.microsoft.com/office/drawing/2014/main" id="{F1A2083C-699F-C431-68A6-33ACF84343D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3" name="Freeform 112">
                        <a:extLst>
                          <a:ext uri="{FF2B5EF4-FFF2-40B4-BE49-F238E27FC236}">
                            <a16:creationId xmlns:a16="http://schemas.microsoft.com/office/drawing/2014/main" id="{B1FA4BD5-77BF-F723-4916-8D3FB2BA2C3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4" name="Freeform 113">
                        <a:extLst>
                          <a:ext uri="{FF2B5EF4-FFF2-40B4-BE49-F238E27FC236}">
                            <a16:creationId xmlns:a16="http://schemas.microsoft.com/office/drawing/2014/main" id="{9FC5FEB4-88B4-4E56-5616-32ACEF072A6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5" name="Freeform 114">
                        <a:extLst>
                          <a:ext uri="{FF2B5EF4-FFF2-40B4-BE49-F238E27FC236}">
                            <a16:creationId xmlns:a16="http://schemas.microsoft.com/office/drawing/2014/main" id="{CA735F10-850B-E492-6F6E-D25F428DA9C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123" name="WordArt 115">
                  <a:extLst>
                    <a:ext uri="{FF2B5EF4-FFF2-40B4-BE49-F238E27FC236}">
                      <a16:creationId xmlns:a16="http://schemas.microsoft.com/office/drawing/2014/main" id="{1446D962-33B4-68C6-D168-7FBD148F017B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21" name="WordArt 68">
                <a:extLst>
                  <a:ext uri="{FF2B5EF4-FFF2-40B4-BE49-F238E27FC236}">
                    <a16:creationId xmlns:a16="http://schemas.microsoft.com/office/drawing/2014/main" id="{DF3E6D84-F5D0-86C3-91E7-4E41BBB60C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leaf_2_2</a:t>
                </a:r>
              </a:p>
            </p:txBody>
          </p:sp>
        </p:grpSp>
        <p:sp>
          <p:nvSpPr>
            <p:cNvPr id="1144" name="Oval 152">
              <a:extLst>
                <a:ext uri="{FF2B5EF4-FFF2-40B4-BE49-F238E27FC236}">
                  <a16:creationId xmlns:a16="http://schemas.microsoft.com/office/drawing/2014/main" id="{D9D36A26-5F9B-32AB-C8EC-CA0CDDD5C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838" y="3576269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145" name="Oval 152">
              <a:extLst>
                <a:ext uri="{FF2B5EF4-FFF2-40B4-BE49-F238E27FC236}">
                  <a16:creationId xmlns:a16="http://schemas.microsoft.com/office/drawing/2014/main" id="{053F3DFD-475C-927E-D43F-F6B05BDBA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508" y="463712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146" name="Oval 152">
              <a:extLst>
                <a:ext uri="{FF2B5EF4-FFF2-40B4-BE49-F238E27FC236}">
                  <a16:creationId xmlns:a16="http://schemas.microsoft.com/office/drawing/2014/main" id="{D1904CE7-A2AC-CB50-D7E3-757BCC235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423" y="4641201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1147" name="Oval 152">
              <a:extLst>
                <a:ext uri="{FF2B5EF4-FFF2-40B4-BE49-F238E27FC236}">
                  <a16:creationId xmlns:a16="http://schemas.microsoft.com/office/drawing/2014/main" id="{D9F92C4A-2352-186C-AB1F-843E0870E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3168" y="461605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 err="1">
                  <a:latin typeface="Tahoma" panose="020B0604030504040204" pitchFamily="34" charset="0"/>
                </a:rPr>
                <a:t>W</a:t>
              </a:r>
              <a:endParaRPr lang="it-IT" altLang="it-IT" sz="1050">
                <a:latin typeface="Tahoma" panose="020B0604030504040204" pitchFamily="34" charset="0"/>
              </a:endParaRPr>
            </a:p>
          </p:txBody>
        </p:sp>
        <p:sp>
          <p:nvSpPr>
            <p:cNvPr id="1148" name="Oval 152">
              <a:extLst>
                <a:ext uri="{FF2B5EF4-FFF2-40B4-BE49-F238E27FC236}">
                  <a16:creationId xmlns:a16="http://schemas.microsoft.com/office/drawing/2014/main" id="{BB6A570B-F9E5-6150-CF4D-93FA60169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4506" y="4610860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M</a:t>
              </a:r>
            </a:p>
          </p:txBody>
        </p:sp>
        <p:sp>
          <p:nvSpPr>
            <p:cNvPr id="1149" name="Oval 152">
              <a:extLst>
                <a:ext uri="{FF2B5EF4-FFF2-40B4-BE49-F238E27FC236}">
                  <a16:creationId xmlns:a16="http://schemas.microsoft.com/office/drawing/2014/main" id="{4038DEB4-86BD-CCBC-B04B-0B6A76980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404" y="356727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O</a:t>
              </a:r>
            </a:p>
          </p:txBody>
        </p:sp>
        <p:sp>
          <p:nvSpPr>
            <p:cNvPr id="1150" name="Oval 152">
              <a:extLst>
                <a:ext uri="{FF2B5EF4-FFF2-40B4-BE49-F238E27FC236}">
                  <a16:creationId xmlns:a16="http://schemas.microsoft.com/office/drawing/2014/main" id="{5A473766-5CB6-72EA-139D-AB0D3116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690" y="342973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L</a:t>
              </a:r>
            </a:p>
          </p:txBody>
        </p:sp>
        <p:sp>
          <p:nvSpPr>
            <p:cNvPr id="1151" name="Oval 152">
              <a:extLst>
                <a:ext uri="{FF2B5EF4-FFF2-40B4-BE49-F238E27FC236}">
                  <a16:creationId xmlns:a16="http://schemas.microsoft.com/office/drawing/2014/main" id="{AD3FD4ED-F3C3-1A5E-5FD7-ED1B60FDE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7105" y="3426779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1152" name="Oval 152">
              <a:extLst>
                <a:ext uri="{FF2B5EF4-FFF2-40B4-BE49-F238E27FC236}">
                  <a16:creationId xmlns:a16="http://schemas.microsoft.com/office/drawing/2014/main" id="{841D22E8-98B6-F286-9D5E-52ABB1002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6704" y="3551337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K</a:t>
              </a:r>
            </a:p>
          </p:txBody>
        </p:sp>
        <p:sp>
          <p:nvSpPr>
            <p:cNvPr id="1153" name="Oval 152">
              <a:extLst>
                <a:ext uri="{FF2B5EF4-FFF2-40B4-BE49-F238E27FC236}">
                  <a16:creationId xmlns:a16="http://schemas.microsoft.com/office/drawing/2014/main" id="{C9132E58-82F9-83EA-4F4D-C3A9B424B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832" y="3454590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154" name="Oval 152">
              <a:extLst>
                <a:ext uri="{FF2B5EF4-FFF2-40B4-BE49-F238E27FC236}">
                  <a16:creationId xmlns:a16="http://schemas.microsoft.com/office/drawing/2014/main" id="{ADC37527-373D-CBA1-9850-9770786D4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736" y="345073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155" name="Oval 152">
              <a:extLst>
                <a:ext uri="{FF2B5EF4-FFF2-40B4-BE49-F238E27FC236}">
                  <a16:creationId xmlns:a16="http://schemas.microsoft.com/office/drawing/2014/main" id="{A57137E6-DD7B-BDAD-32DE-CB75D230C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865" y="343580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156" name="Oval 152">
              <a:extLst>
                <a:ext uri="{FF2B5EF4-FFF2-40B4-BE49-F238E27FC236}">
                  <a16:creationId xmlns:a16="http://schemas.microsoft.com/office/drawing/2014/main" id="{2BDDA8E5-78B6-2E31-DFE8-AF7694B66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854" y="248527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Q</a:t>
              </a:r>
            </a:p>
          </p:txBody>
        </p:sp>
        <p:sp>
          <p:nvSpPr>
            <p:cNvPr id="1157" name="Oval 152">
              <a:extLst>
                <a:ext uri="{FF2B5EF4-FFF2-40B4-BE49-F238E27FC236}">
                  <a16:creationId xmlns:a16="http://schemas.microsoft.com/office/drawing/2014/main" id="{585DE72B-2300-AA03-774A-EF4B22F1F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0715" y="248527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1158" name="Oval 152">
              <a:extLst>
                <a:ext uri="{FF2B5EF4-FFF2-40B4-BE49-F238E27FC236}">
                  <a16:creationId xmlns:a16="http://schemas.microsoft.com/office/drawing/2014/main" id="{82F7354D-9FEE-9575-900D-6599310E3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9708" y="2500939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159" name="Oval 152">
              <a:extLst>
                <a:ext uri="{FF2B5EF4-FFF2-40B4-BE49-F238E27FC236}">
                  <a16:creationId xmlns:a16="http://schemas.microsoft.com/office/drawing/2014/main" id="{6ACD6A5D-C71C-E791-B7A3-FA28CAF03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655" y="238640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1162" name="Oval 152">
              <a:extLst>
                <a:ext uri="{FF2B5EF4-FFF2-40B4-BE49-F238E27FC236}">
                  <a16:creationId xmlns:a16="http://schemas.microsoft.com/office/drawing/2014/main" id="{7B2DFE29-0A95-D0BF-F04E-C240ECA49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598" y="251322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1163" name="Oval 152">
              <a:extLst>
                <a:ext uri="{FF2B5EF4-FFF2-40B4-BE49-F238E27FC236}">
                  <a16:creationId xmlns:a16="http://schemas.microsoft.com/office/drawing/2014/main" id="{804CC841-4F34-24E6-37A8-1013C3620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390" y="247357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1164" name="Oval 152">
              <a:extLst>
                <a:ext uri="{FF2B5EF4-FFF2-40B4-BE49-F238E27FC236}">
                  <a16:creationId xmlns:a16="http://schemas.microsoft.com/office/drawing/2014/main" id="{6424CC1A-AB98-46F3-AE84-4177CDB57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068" y="2461747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1165" name="Oval 152">
              <a:extLst>
                <a:ext uri="{FF2B5EF4-FFF2-40B4-BE49-F238E27FC236}">
                  <a16:creationId xmlns:a16="http://schemas.microsoft.com/office/drawing/2014/main" id="{810F5670-EEB3-437D-BC9B-81ED84555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055" y="253884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J</a:t>
              </a:r>
            </a:p>
          </p:txBody>
        </p:sp>
        <p:sp>
          <p:nvSpPr>
            <p:cNvPr id="1166" name="Text Box 137">
              <a:extLst>
                <a:ext uri="{FF2B5EF4-FFF2-40B4-BE49-F238E27FC236}">
                  <a16:creationId xmlns:a16="http://schemas.microsoft.com/office/drawing/2014/main" id="{79B4C245-DC5F-6182-1694-FFD060A3221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2924756" y="4051684"/>
              <a:ext cx="798307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AS64512</a:t>
              </a:r>
            </a:p>
          </p:txBody>
        </p:sp>
        <p:sp>
          <p:nvSpPr>
            <p:cNvPr id="1167" name="Text Box 137">
              <a:extLst>
                <a:ext uri="{FF2B5EF4-FFF2-40B4-BE49-F238E27FC236}">
                  <a16:creationId xmlns:a16="http://schemas.microsoft.com/office/drawing/2014/main" id="{D70A030B-B698-D906-16BD-241D6A63D2B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63532" y="2863538"/>
              <a:ext cx="906754" cy="282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900" b="1" dirty="0">
                  <a:latin typeface="Tahoma" panose="020B0604030504040204" pitchFamily="34" charset="0"/>
                </a:rPr>
                <a:t>AS64514</a:t>
              </a:r>
              <a:endParaRPr lang="it-IT" altLang="it-IT" sz="1000" b="1" dirty="0">
                <a:latin typeface="Tahoma" panose="020B0604030504040204" pitchFamily="34" charset="0"/>
              </a:endParaRPr>
            </a:p>
          </p:txBody>
        </p:sp>
        <p:sp>
          <p:nvSpPr>
            <p:cNvPr id="1168" name="Text Box 137">
              <a:extLst>
                <a:ext uri="{FF2B5EF4-FFF2-40B4-BE49-F238E27FC236}">
                  <a16:creationId xmlns:a16="http://schemas.microsoft.com/office/drawing/2014/main" id="{F39D3477-3282-CD27-992E-1C590AB461E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3467529" y="4061331"/>
              <a:ext cx="780656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AS64513</a:t>
              </a:r>
            </a:p>
          </p:txBody>
        </p:sp>
        <p:sp>
          <p:nvSpPr>
            <p:cNvPr id="1169" name="Text Box 137">
              <a:extLst>
                <a:ext uri="{FF2B5EF4-FFF2-40B4-BE49-F238E27FC236}">
                  <a16:creationId xmlns:a16="http://schemas.microsoft.com/office/drawing/2014/main" id="{17A0B946-A6B5-AC7F-E7FC-D68EF2D6F21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8114180" y="4048807"/>
              <a:ext cx="905338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AS64515</a:t>
              </a:r>
            </a:p>
          </p:txBody>
        </p:sp>
        <p:sp>
          <p:nvSpPr>
            <p:cNvPr id="1170" name="Text Box 137">
              <a:extLst>
                <a:ext uri="{FF2B5EF4-FFF2-40B4-BE49-F238E27FC236}">
                  <a16:creationId xmlns:a16="http://schemas.microsoft.com/office/drawing/2014/main" id="{8F56AAC5-CAF2-ED9B-9A27-A086E27FD8F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8677369" y="4060161"/>
              <a:ext cx="859828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AS64516</a:t>
              </a:r>
            </a:p>
          </p:txBody>
        </p:sp>
        <p:sp>
          <p:nvSpPr>
            <p:cNvPr id="1171" name="Text Box 137">
              <a:extLst>
                <a:ext uri="{FF2B5EF4-FFF2-40B4-BE49-F238E27FC236}">
                  <a16:creationId xmlns:a16="http://schemas.microsoft.com/office/drawing/2014/main" id="{C31D4C37-E253-DF4B-A7EC-C9290318B5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378564" y="2874217"/>
              <a:ext cx="964094" cy="310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 b="1" dirty="0">
                  <a:latin typeface="Tahoma" panose="020B0604030504040204" pitchFamily="34" charset="0"/>
                </a:rPr>
                <a:t>AS64517</a:t>
              </a:r>
              <a:endParaRPr lang="it-IT" altLang="it-IT" sz="1100" b="1" dirty="0">
                <a:latin typeface="Tahoma" panose="020B0604030504040204" pitchFamily="34" charset="0"/>
              </a:endParaRPr>
            </a:p>
          </p:txBody>
        </p:sp>
        <p:sp>
          <p:nvSpPr>
            <p:cNvPr id="1172" name="Text Box 137">
              <a:extLst>
                <a:ext uri="{FF2B5EF4-FFF2-40B4-BE49-F238E27FC236}">
                  <a16:creationId xmlns:a16="http://schemas.microsoft.com/office/drawing/2014/main" id="{4EBD3C70-F306-F3B2-29B8-AF500F0ABD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64398" y="1354832"/>
              <a:ext cx="964094" cy="310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 b="1" dirty="0">
                  <a:latin typeface="Tahoma" panose="020B0604030504040204" pitchFamily="34" charset="0"/>
                </a:rPr>
                <a:t>AS64518</a:t>
              </a:r>
              <a:endParaRPr lang="it-IT" altLang="it-IT" sz="1100" b="1" dirty="0">
                <a:latin typeface="Tahoma" panose="020B0604030504040204" pitchFamily="34" charset="0"/>
              </a:endParaRPr>
            </a:p>
          </p:txBody>
        </p:sp>
        <p:grpSp>
          <p:nvGrpSpPr>
            <p:cNvPr id="1173" name="Gruppo 605">
              <a:extLst>
                <a:ext uri="{FF2B5EF4-FFF2-40B4-BE49-F238E27FC236}">
                  <a16:creationId xmlns:a16="http://schemas.microsoft.com/office/drawing/2014/main" id="{97308C49-6CA3-5B48-ABB2-30FF348681F7}"/>
                </a:ext>
              </a:extLst>
            </p:cNvPr>
            <p:cNvGrpSpPr/>
            <p:nvPr/>
          </p:nvGrpSpPr>
          <p:grpSpPr>
            <a:xfrm>
              <a:off x="3904599" y="5584972"/>
              <a:ext cx="1330385" cy="473336"/>
              <a:chOff x="3805598" y="5587215"/>
              <a:chExt cx="1330385" cy="473336"/>
            </a:xfrm>
          </p:grpSpPr>
          <p:sp>
            <p:nvSpPr>
              <p:cNvPr id="1174" name="Line 264">
                <a:extLst>
                  <a:ext uri="{FF2B5EF4-FFF2-40B4-BE49-F238E27FC236}">
                    <a16:creationId xmlns:a16="http://schemas.microsoft.com/office/drawing/2014/main" id="{A01D7BC9-A7C5-FC68-6498-08CCB5C6D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5598" y="5949618"/>
                <a:ext cx="46571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it-IT" sz="1400"/>
              </a:p>
            </p:txBody>
          </p:sp>
          <p:grpSp>
            <p:nvGrpSpPr>
              <p:cNvPr id="1175" name="Gruppo 598">
                <a:extLst>
                  <a:ext uri="{FF2B5EF4-FFF2-40B4-BE49-F238E27FC236}">
                    <a16:creationId xmlns:a16="http://schemas.microsoft.com/office/drawing/2014/main" id="{E1134F08-58DE-530E-8DD5-5CAD13E612DB}"/>
                  </a:ext>
                </a:extLst>
              </p:cNvPr>
              <p:cNvGrpSpPr/>
              <p:nvPr/>
            </p:nvGrpSpPr>
            <p:grpSpPr>
              <a:xfrm>
                <a:off x="3929886" y="5587215"/>
                <a:ext cx="1206097" cy="473336"/>
                <a:chOff x="3929886" y="5587215"/>
                <a:chExt cx="1206097" cy="473336"/>
              </a:xfrm>
            </p:grpSpPr>
            <p:sp>
              <p:nvSpPr>
                <p:cNvPr id="1176" name="Line 72">
                  <a:extLst>
                    <a:ext uri="{FF2B5EF4-FFF2-40B4-BE49-F238E27FC236}">
                      <a16:creationId xmlns:a16="http://schemas.microsoft.com/office/drawing/2014/main" id="{3245A6D7-E0A2-6CD6-1B74-CB4F4A900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>
                  <a:off x="4264919" y="5459778"/>
                  <a:ext cx="347873" cy="602747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endParaRPr lang="en-GB" sz="1400"/>
                </a:p>
              </p:txBody>
            </p:sp>
            <p:sp>
              <p:nvSpPr>
                <p:cNvPr id="1177" name="Line 72">
                  <a:extLst>
                    <a:ext uri="{FF2B5EF4-FFF2-40B4-BE49-F238E27FC236}">
                      <a16:creationId xmlns:a16="http://schemas.microsoft.com/office/drawing/2014/main" id="{A35D3A34-6721-AB4A-5316-CC1B826B40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3861303" y="5670319"/>
                  <a:ext cx="347882" cy="210715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endParaRPr lang="en-GB" sz="1400"/>
                </a:p>
              </p:txBody>
            </p:sp>
            <p:sp>
              <p:nvSpPr>
                <p:cNvPr id="1178" name="Line 264">
                  <a:extLst>
                    <a:ext uri="{FF2B5EF4-FFF2-40B4-BE49-F238E27FC236}">
                      <a16:creationId xmlns:a16="http://schemas.microsoft.com/office/drawing/2014/main" id="{B415C003-3F54-F0D7-10BE-EC9B100829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581820" y="5949618"/>
                  <a:ext cx="46571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endParaRPr lang="it-IT" sz="1400"/>
                </a:p>
              </p:txBody>
            </p:sp>
            <p:sp>
              <p:nvSpPr>
                <p:cNvPr id="1179" name="Oval 152">
                  <a:extLst>
                    <a:ext uri="{FF2B5EF4-FFF2-40B4-BE49-F238E27FC236}">
                      <a16:creationId xmlns:a16="http://schemas.microsoft.com/office/drawing/2014/main" id="{55C29DFB-AF26-B22A-3A2A-B85CE2924B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10510" y="5847569"/>
                  <a:ext cx="203765" cy="203094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it-IT" altLang="it-IT" sz="800">
                      <a:latin typeface="Tahoma" panose="020B0604030504040204" pitchFamily="34" charset="0"/>
                    </a:rPr>
                    <a:t>AC</a:t>
                  </a:r>
                </a:p>
              </p:txBody>
            </p:sp>
            <p:sp>
              <p:nvSpPr>
                <p:cNvPr id="1180" name="Oval 152">
                  <a:extLst>
                    <a:ext uri="{FF2B5EF4-FFF2-40B4-BE49-F238E27FC236}">
                      <a16:creationId xmlns:a16="http://schemas.microsoft.com/office/drawing/2014/main" id="{F8A204E4-1743-D979-4429-10D38F4E1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2218" y="5857457"/>
                  <a:ext cx="203765" cy="203094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it-IT" altLang="it-IT" sz="800">
                      <a:latin typeface="Tahoma" panose="020B0604030504040204" pitchFamily="34" charset="0"/>
                    </a:rPr>
                    <a:t>AD</a:t>
                  </a:r>
                </a:p>
              </p:txBody>
            </p:sp>
          </p:grpSp>
        </p:grpSp>
        <p:sp>
          <p:nvSpPr>
            <p:cNvPr id="1181" name="Cubo 638">
              <a:extLst>
                <a:ext uri="{FF2B5EF4-FFF2-40B4-BE49-F238E27FC236}">
                  <a16:creationId xmlns:a16="http://schemas.microsoft.com/office/drawing/2014/main" id="{104F24E3-642E-D1F8-37DF-360AA58F31E1}"/>
                </a:ext>
              </a:extLst>
            </p:cNvPr>
            <p:cNvSpPr/>
            <p:nvPr/>
          </p:nvSpPr>
          <p:spPr>
            <a:xfrm>
              <a:off x="1892387" y="6191846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1_1_1</a:t>
              </a:r>
            </a:p>
          </p:txBody>
        </p:sp>
        <p:sp>
          <p:nvSpPr>
            <p:cNvPr id="1182" name="Cubo 647">
              <a:extLst>
                <a:ext uri="{FF2B5EF4-FFF2-40B4-BE49-F238E27FC236}">
                  <a16:creationId xmlns:a16="http://schemas.microsoft.com/office/drawing/2014/main" id="{066D25B7-DC3B-0DFB-1D9F-F4CB15DBB25F}"/>
                </a:ext>
              </a:extLst>
            </p:cNvPr>
            <p:cNvSpPr/>
            <p:nvPr/>
          </p:nvSpPr>
          <p:spPr>
            <a:xfrm>
              <a:off x="2454424" y="6199587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1_1_2</a:t>
              </a:r>
            </a:p>
          </p:txBody>
        </p:sp>
        <p:sp>
          <p:nvSpPr>
            <p:cNvPr id="1183" name="Cubo 648">
              <a:extLst>
                <a:ext uri="{FF2B5EF4-FFF2-40B4-BE49-F238E27FC236}">
                  <a16:creationId xmlns:a16="http://schemas.microsoft.com/office/drawing/2014/main" id="{06F0526B-8859-8F21-B7B2-026D53AE4C2F}"/>
                </a:ext>
              </a:extLst>
            </p:cNvPr>
            <p:cNvSpPr/>
            <p:nvPr/>
          </p:nvSpPr>
          <p:spPr>
            <a:xfrm>
              <a:off x="3123631" y="6191846"/>
              <a:ext cx="510540" cy="408678"/>
            </a:xfrm>
            <a:prstGeom prst="cube">
              <a:avLst/>
            </a:prstGeom>
            <a:solidFill>
              <a:srgbClr val="0066FF"/>
            </a:solidFill>
            <a:ln>
              <a:solidFill>
                <a:schemeClr val="tx1"/>
              </a:solidFill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1_1_3</a:t>
              </a:r>
            </a:p>
          </p:txBody>
        </p:sp>
        <p:sp>
          <p:nvSpPr>
            <p:cNvPr id="1184" name="Cubo 649">
              <a:extLst>
                <a:ext uri="{FF2B5EF4-FFF2-40B4-BE49-F238E27FC236}">
                  <a16:creationId xmlns:a16="http://schemas.microsoft.com/office/drawing/2014/main" id="{AAA499DD-4DDB-791D-29A5-C1D1E4269B5B}"/>
                </a:ext>
              </a:extLst>
            </p:cNvPr>
            <p:cNvSpPr/>
            <p:nvPr/>
          </p:nvSpPr>
          <p:spPr>
            <a:xfrm>
              <a:off x="4754395" y="6199587"/>
              <a:ext cx="510540" cy="408678"/>
            </a:xfrm>
            <a:prstGeom prst="cube">
              <a:avLst/>
            </a:prstGeom>
            <a:solidFill>
              <a:srgbClr val="0066FF"/>
            </a:solidFill>
            <a:ln>
              <a:solidFill>
                <a:schemeClr val="tx1"/>
              </a:solidFill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1_2_2</a:t>
              </a:r>
            </a:p>
          </p:txBody>
        </p:sp>
        <p:sp>
          <p:nvSpPr>
            <p:cNvPr id="1185" name="Cubo 650">
              <a:extLst>
                <a:ext uri="{FF2B5EF4-FFF2-40B4-BE49-F238E27FC236}">
                  <a16:creationId xmlns:a16="http://schemas.microsoft.com/office/drawing/2014/main" id="{6FBF1C26-5E6F-5CCC-CE34-CD33888CE5DE}"/>
                </a:ext>
              </a:extLst>
            </p:cNvPr>
            <p:cNvSpPr/>
            <p:nvPr/>
          </p:nvSpPr>
          <p:spPr>
            <a:xfrm>
              <a:off x="3921052" y="6199587"/>
              <a:ext cx="510540" cy="408678"/>
            </a:xfrm>
            <a:prstGeom prst="cub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lgDashDot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1_2_1</a:t>
              </a:r>
            </a:p>
          </p:txBody>
        </p:sp>
        <p:sp>
          <p:nvSpPr>
            <p:cNvPr id="1186" name="Cubo 651">
              <a:extLst>
                <a:ext uri="{FF2B5EF4-FFF2-40B4-BE49-F238E27FC236}">
                  <a16:creationId xmlns:a16="http://schemas.microsoft.com/office/drawing/2014/main" id="{3469281F-0A01-6203-F1A6-697CBB00CF3F}"/>
                </a:ext>
              </a:extLst>
            </p:cNvPr>
            <p:cNvSpPr/>
            <p:nvPr/>
          </p:nvSpPr>
          <p:spPr>
            <a:xfrm>
              <a:off x="7916220" y="6199587"/>
              <a:ext cx="510540" cy="408678"/>
            </a:xfrm>
            <a:prstGeom prst="cub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lgDashDot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2_1_1</a:t>
              </a:r>
            </a:p>
          </p:txBody>
        </p:sp>
        <p:sp>
          <p:nvSpPr>
            <p:cNvPr id="1187" name="Line 264">
              <a:extLst>
                <a:ext uri="{FF2B5EF4-FFF2-40B4-BE49-F238E27FC236}">
                  <a16:creationId xmlns:a16="http://schemas.microsoft.com/office/drawing/2014/main" id="{7F16D0C0-6A1A-85C7-F35D-103402E1B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55660" y="5940820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188" name="Line 72">
              <a:extLst>
                <a:ext uri="{FF2B5EF4-FFF2-40B4-BE49-F238E27FC236}">
                  <a16:creationId xmlns:a16="http://schemas.microsoft.com/office/drawing/2014/main" id="{3F9A617B-3DA9-F856-3893-4B3EDD3B1B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11365" y="5661521"/>
              <a:ext cx="347882" cy="21071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1189" name="Oval 152">
              <a:extLst>
                <a:ext uri="{FF2B5EF4-FFF2-40B4-BE49-F238E27FC236}">
                  <a16:creationId xmlns:a16="http://schemas.microsoft.com/office/drawing/2014/main" id="{E6074DC2-8812-A86A-27D7-B9C702985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8987" y="5845204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AE</a:t>
              </a:r>
            </a:p>
          </p:txBody>
        </p:sp>
        <p:sp>
          <p:nvSpPr>
            <p:cNvPr id="1190" name="Cubo 658">
              <a:extLst>
                <a:ext uri="{FF2B5EF4-FFF2-40B4-BE49-F238E27FC236}">
                  <a16:creationId xmlns:a16="http://schemas.microsoft.com/office/drawing/2014/main" id="{8C0F6CF3-721F-CB2B-ACE3-20230A7E2D6C}"/>
                </a:ext>
              </a:extLst>
            </p:cNvPr>
            <p:cNvSpPr/>
            <p:nvPr/>
          </p:nvSpPr>
          <p:spPr>
            <a:xfrm>
              <a:off x="9453168" y="6199587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2_2_1</a:t>
              </a:r>
            </a:p>
          </p:txBody>
        </p:sp>
        <p:sp>
          <p:nvSpPr>
            <p:cNvPr id="1191" name="Cubo 638">
              <a:extLst>
                <a:ext uri="{FF2B5EF4-FFF2-40B4-BE49-F238E27FC236}">
                  <a16:creationId xmlns:a16="http://schemas.microsoft.com/office/drawing/2014/main" id="{9FAC4E5C-9BB2-A5B7-9A81-60888EA7EC69}"/>
                </a:ext>
              </a:extLst>
            </p:cNvPr>
            <p:cNvSpPr/>
            <p:nvPr/>
          </p:nvSpPr>
          <p:spPr>
            <a:xfrm>
              <a:off x="152331" y="4248263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400"/>
            </a:p>
          </p:txBody>
        </p: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873CFF38-6BCE-0DDB-B620-524D71C9DA26}"/>
                </a:ext>
              </a:extLst>
            </p:cNvPr>
            <p:cNvSpPr txBox="1"/>
            <p:nvPr/>
          </p:nvSpPr>
          <p:spPr>
            <a:xfrm>
              <a:off x="614264" y="4220705"/>
              <a:ext cx="1527399" cy="414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VNI: 5010, VLAN ID 10</a:t>
              </a:r>
            </a:p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Prefix: 10.10.0.0/16</a:t>
              </a:r>
              <a:endParaRPr lang="en-GB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3" name="Cubo 648">
              <a:extLst>
                <a:ext uri="{FF2B5EF4-FFF2-40B4-BE49-F238E27FC236}">
                  <a16:creationId xmlns:a16="http://schemas.microsoft.com/office/drawing/2014/main" id="{253C73DA-F3CB-8A35-E7A2-1C2F3AC7C479}"/>
                </a:ext>
              </a:extLst>
            </p:cNvPr>
            <p:cNvSpPr/>
            <p:nvPr/>
          </p:nvSpPr>
          <p:spPr>
            <a:xfrm>
              <a:off x="152331" y="4785547"/>
              <a:ext cx="510540" cy="408678"/>
            </a:xfrm>
            <a:prstGeom prst="cube">
              <a:avLst/>
            </a:prstGeom>
            <a:solidFill>
              <a:srgbClr val="0066FF"/>
            </a:solidFill>
            <a:ln>
              <a:solidFill>
                <a:schemeClr val="tx1"/>
              </a:solidFill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400"/>
            </a:p>
          </p:txBody>
        </p:sp>
        <p:sp>
          <p:nvSpPr>
            <p:cNvPr id="1194" name="Cubo 650">
              <a:extLst>
                <a:ext uri="{FF2B5EF4-FFF2-40B4-BE49-F238E27FC236}">
                  <a16:creationId xmlns:a16="http://schemas.microsoft.com/office/drawing/2014/main" id="{8E48D50F-1E03-FD7A-D8F2-53CC3656FF8C}"/>
                </a:ext>
              </a:extLst>
            </p:cNvPr>
            <p:cNvSpPr/>
            <p:nvPr/>
          </p:nvSpPr>
          <p:spPr>
            <a:xfrm>
              <a:off x="137408" y="5321784"/>
              <a:ext cx="510540" cy="408678"/>
            </a:xfrm>
            <a:prstGeom prst="cub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lgDashDot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400"/>
            </a:p>
          </p:txBody>
        </p: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68455FD1-1F59-C6EA-91EB-25E6920DADB4}"/>
                </a:ext>
              </a:extLst>
            </p:cNvPr>
            <p:cNvSpPr txBox="1"/>
            <p:nvPr/>
          </p:nvSpPr>
          <p:spPr>
            <a:xfrm>
              <a:off x="610093" y="4777473"/>
              <a:ext cx="1527398" cy="414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VNI: 5020, VLAN ID 20</a:t>
              </a:r>
            </a:p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Prefix: 10.20.0.0/16</a:t>
              </a:r>
              <a:endParaRPr lang="en-GB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6" name="TextBox 1195">
              <a:extLst>
                <a:ext uri="{FF2B5EF4-FFF2-40B4-BE49-F238E27FC236}">
                  <a16:creationId xmlns:a16="http://schemas.microsoft.com/office/drawing/2014/main" id="{41F993D4-1D69-B0B4-F5BD-4EAEC7828447}"/>
                </a:ext>
              </a:extLst>
            </p:cNvPr>
            <p:cNvSpPr txBox="1"/>
            <p:nvPr/>
          </p:nvSpPr>
          <p:spPr>
            <a:xfrm>
              <a:off x="610093" y="5322390"/>
              <a:ext cx="1527398" cy="414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VNI: 5030, VLAN ID 30</a:t>
              </a:r>
            </a:p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Prefix: 10.30.0.0/16</a:t>
              </a:r>
              <a:endParaRPr lang="en-GB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7" name="TextBox 1196">
              <a:extLst>
                <a:ext uri="{FF2B5EF4-FFF2-40B4-BE49-F238E27FC236}">
                  <a16:creationId xmlns:a16="http://schemas.microsoft.com/office/drawing/2014/main" id="{996C3930-5FC4-1100-18DA-704392902CB7}"/>
                </a:ext>
              </a:extLst>
            </p:cNvPr>
            <p:cNvSpPr txBox="1"/>
            <p:nvPr/>
          </p:nvSpPr>
          <p:spPr>
            <a:xfrm>
              <a:off x="1897603" y="6600524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.0.1</a:t>
              </a:r>
            </a:p>
          </p:txBody>
        </p:sp>
        <p:sp>
          <p:nvSpPr>
            <p:cNvPr id="1198" name="TextBox 1197">
              <a:extLst>
                <a:ext uri="{FF2B5EF4-FFF2-40B4-BE49-F238E27FC236}">
                  <a16:creationId xmlns:a16="http://schemas.microsoft.com/office/drawing/2014/main" id="{288C63A9-66C9-030F-6607-B05810596D77}"/>
                </a:ext>
              </a:extLst>
            </p:cNvPr>
            <p:cNvSpPr txBox="1"/>
            <p:nvPr/>
          </p:nvSpPr>
          <p:spPr>
            <a:xfrm>
              <a:off x="2437653" y="6608265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.0.2</a:t>
              </a:r>
            </a:p>
          </p:txBody>
        </p:sp>
        <p:sp>
          <p:nvSpPr>
            <p:cNvPr id="1199" name="TextBox 1198">
              <a:extLst>
                <a:ext uri="{FF2B5EF4-FFF2-40B4-BE49-F238E27FC236}">
                  <a16:creationId xmlns:a16="http://schemas.microsoft.com/office/drawing/2014/main" id="{5B0AD9A0-250A-C453-1923-63986AF66A72}"/>
                </a:ext>
              </a:extLst>
            </p:cNvPr>
            <p:cNvSpPr txBox="1"/>
            <p:nvPr/>
          </p:nvSpPr>
          <p:spPr>
            <a:xfrm>
              <a:off x="3110016" y="6611779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.0.1</a:t>
              </a:r>
            </a:p>
          </p:txBody>
        </p:sp>
        <p:sp>
          <p:nvSpPr>
            <p:cNvPr id="1200" name="TextBox 1199">
              <a:extLst>
                <a:ext uri="{FF2B5EF4-FFF2-40B4-BE49-F238E27FC236}">
                  <a16:creationId xmlns:a16="http://schemas.microsoft.com/office/drawing/2014/main" id="{0478B91A-DD20-D498-9D43-126A32C3C812}"/>
                </a:ext>
              </a:extLst>
            </p:cNvPr>
            <p:cNvSpPr txBox="1"/>
            <p:nvPr/>
          </p:nvSpPr>
          <p:spPr>
            <a:xfrm>
              <a:off x="3925624" y="6611779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.0.1</a:t>
              </a:r>
            </a:p>
          </p:txBody>
        </p:sp>
        <p:sp>
          <p:nvSpPr>
            <p:cNvPr id="1201" name="TextBox 1200">
              <a:extLst>
                <a:ext uri="{FF2B5EF4-FFF2-40B4-BE49-F238E27FC236}">
                  <a16:creationId xmlns:a16="http://schemas.microsoft.com/office/drawing/2014/main" id="{45B6860E-BE44-18D0-D0F2-D6B659D3577E}"/>
                </a:ext>
              </a:extLst>
            </p:cNvPr>
            <p:cNvSpPr txBox="1"/>
            <p:nvPr/>
          </p:nvSpPr>
          <p:spPr>
            <a:xfrm>
              <a:off x="4758144" y="6611779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.0.2</a:t>
              </a:r>
            </a:p>
          </p:txBody>
        </p:sp>
        <p:sp>
          <p:nvSpPr>
            <p:cNvPr id="1202" name="TextBox 1201">
              <a:extLst>
                <a:ext uri="{FF2B5EF4-FFF2-40B4-BE49-F238E27FC236}">
                  <a16:creationId xmlns:a16="http://schemas.microsoft.com/office/drawing/2014/main" id="{B9E4AB04-97B3-F549-354E-E8AA5C96A6AC}"/>
                </a:ext>
              </a:extLst>
            </p:cNvPr>
            <p:cNvSpPr txBox="1"/>
            <p:nvPr/>
          </p:nvSpPr>
          <p:spPr>
            <a:xfrm>
              <a:off x="7908727" y="6608264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.0.2</a:t>
              </a:r>
            </a:p>
          </p:txBody>
        </p:sp>
        <p:sp>
          <p:nvSpPr>
            <p:cNvPr id="1203" name="TextBox 1202">
              <a:extLst>
                <a:ext uri="{FF2B5EF4-FFF2-40B4-BE49-F238E27FC236}">
                  <a16:creationId xmlns:a16="http://schemas.microsoft.com/office/drawing/2014/main" id="{D94047A7-B126-BB08-43CF-B87A21115D34}"/>
                </a:ext>
              </a:extLst>
            </p:cNvPr>
            <p:cNvSpPr txBox="1"/>
            <p:nvPr/>
          </p:nvSpPr>
          <p:spPr>
            <a:xfrm>
              <a:off x="9452574" y="6614255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.0.3</a:t>
              </a:r>
            </a:p>
          </p:txBody>
        </p:sp>
        <p:sp>
          <p:nvSpPr>
            <p:cNvPr id="1204" name="Text Box 136">
              <a:extLst>
                <a:ext uri="{FF2B5EF4-FFF2-40B4-BE49-F238E27FC236}">
                  <a16:creationId xmlns:a16="http://schemas.microsoft.com/office/drawing/2014/main" id="{40BA1DBC-8715-B4D2-41BC-D7DF522FD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5837" y="4805169"/>
              <a:ext cx="1615553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192.168.0.2/32</a:t>
              </a:r>
            </a:p>
          </p:txBody>
        </p:sp>
        <p:sp>
          <p:nvSpPr>
            <p:cNvPr id="1205" name="Line 66">
              <a:extLst>
                <a:ext uri="{FF2B5EF4-FFF2-40B4-BE49-F238E27FC236}">
                  <a16:creationId xmlns:a16="http://schemas.microsoft.com/office/drawing/2014/main" id="{CBF55AC3-8F91-24AB-78FC-BDCF387EA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498" y="4298102"/>
              <a:ext cx="1135911" cy="521046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grpSp>
          <p:nvGrpSpPr>
            <p:cNvPr id="1206" name="Group 1205">
              <a:extLst>
                <a:ext uri="{FF2B5EF4-FFF2-40B4-BE49-F238E27FC236}">
                  <a16:creationId xmlns:a16="http://schemas.microsoft.com/office/drawing/2014/main" id="{4756D561-6B9F-B92D-B701-0544E4D0C58A}"/>
                </a:ext>
              </a:extLst>
            </p:cNvPr>
            <p:cNvGrpSpPr/>
            <p:nvPr/>
          </p:nvGrpSpPr>
          <p:grpSpPr>
            <a:xfrm>
              <a:off x="4012472" y="3967051"/>
              <a:ext cx="747328" cy="426131"/>
              <a:chOff x="967835" y="2541918"/>
              <a:chExt cx="1426054" cy="463051"/>
            </a:xfrm>
          </p:grpSpPr>
          <p:grpSp>
            <p:nvGrpSpPr>
              <p:cNvPr id="1207" name="Group 93">
                <a:extLst>
                  <a:ext uri="{FF2B5EF4-FFF2-40B4-BE49-F238E27FC236}">
                    <a16:creationId xmlns:a16="http://schemas.microsoft.com/office/drawing/2014/main" id="{AD2DC77A-FBCE-02B3-E76F-2BD58B7A7B9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209" name="Group 94">
                  <a:extLst>
                    <a:ext uri="{FF2B5EF4-FFF2-40B4-BE49-F238E27FC236}">
                      <a16:creationId xmlns:a16="http://schemas.microsoft.com/office/drawing/2014/main" id="{DE0FD636-AB3F-F6A0-159D-D93EDA59CFF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211" name="AutoShape 95">
                    <a:extLst>
                      <a:ext uri="{FF2B5EF4-FFF2-40B4-BE49-F238E27FC236}">
                        <a16:creationId xmlns:a16="http://schemas.microsoft.com/office/drawing/2014/main" id="{86CE5543-7AE7-FB70-00A5-BCE1C71708E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212" name="Group 96">
                    <a:extLst>
                      <a:ext uri="{FF2B5EF4-FFF2-40B4-BE49-F238E27FC236}">
                        <a16:creationId xmlns:a16="http://schemas.microsoft.com/office/drawing/2014/main" id="{49C2DEA1-40B0-B412-A2B7-2FEE8AFCC1B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213" name="Group 97">
                      <a:extLst>
                        <a:ext uri="{FF2B5EF4-FFF2-40B4-BE49-F238E27FC236}">
                          <a16:creationId xmlns:a16="http://schemas.microsoft.com/office/drawing/2014/main" id="{42817F22-8542-3EE1-D2E0-316575EFAC1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23" name="Freeform 98">
                        <a:extLst>
                          <a:ext uri="{FF2B5EF4-FFF2-40B4-BE49-F238E27FC236}">
                            <a16:creationId xmlns:a16="http://schemas.microsoft.com/office/drawing/2014/main" id="{951164AE-7D3A-1434-FB1B-382EBA1C8F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4" name="Freeform 99">
                        <a:extLst>
                          <a:ext uri="{FF2B5EF4-FFF2-40B4-BE49-F238E27FC236}">
                            <a16:creationId xmlns:a16="http://schemas.microsoft.com/office/drawing/2014/main" id="{772185EC-D908-AB6E-7F39-BC022EE4D5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5" name="Freeform 100">
                        <a:extLst>
                          <a:ext uri="{FF2B5EF4-FFF2-40B4-BE49-F238E27FC236}">
                            <a16:creationId xmlns:a16="http://schemas.microsoft.com/office/drawing/2014/main" id="{CEAA0494-65A5-95AC-63F2-0F7F3E6445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6" name="Freeform 101">
                        <a:extLst>
                          <a:ext uri="{FF2B5EF4-FFF2-40B4-BE49-F238E27FC236}">
                            <a16:creationId xmlns:a16="http://schemas.microsoft.com/office/drawing/2014/main" id="{B87C8E3F-7804-003F-37BE-7F876A7AA1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7" name="Freeform 102">
                        <a:extLst>
                          <a:ext uri="{FF2B5EF4-FFF2-40B4-BE49-F238E27FC236}">
                            <a16:creationId xmlns:a16="http://schemas.microsoft.com/office/drawing/2014/main" id="{DF9881C0-BAE6-D92B-6DCA-F0F56F5E43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8" name="Freeform 103">
                        <a:extLst>
                          <a:ext uri="{FF2B5EF4-FFF2-40B4-BE49-F238E27FC236}">
                            <a16:creationId xmlns:a16="http://schemas.microsoft.com/office/drawing/2014/main" id="{8F3F4254-B183-616D-DAEE-1A109BE5E5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9" name="Freeform 104">
                        <a:extLst>
                          <a:ext uri="{FF2B5EF4-FFF2-40B4-BE49-F238E27FC236}">
                            <a16:creationId xmlns:a16="http://schemas.microsoft.com/office/drawing/2014/main" id="{C9A5FE63-D488-7E5F-E0C5-6681858EAA5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30" name="Freeform 105">
                        <a:extLst>
                          <a:ext uri="{FF2B5EF4-FFF2-40B4-BE49-F238E27FC236}">
                            <a16:creationId xmlns:a16="http://schemas.microsoft.com/office/drawing/2014/main" id="{A4967E41-3F2D-F395-BE30-CD480F731EC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214" name="Group 106">
                      <a:extLst>
                        <a:ext uri="{FF2B5EF4-FFF2-40B4-BE49-F238E27FC236}">
                          <a16:creationId xmlns:a16="http://schemas.microsoft.com/office/drawing/2014/main" id="{1FDF79FC-218A-782A-6FAD-F7C12FB169E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215" name="Freeform 107">
                        <a:extLst>
                          <a:ext uri="{FF2B5EF4-FFF2-40B4-BE49-F238E27FC236}">
                            <a16:creationId xmlns:a16="http://schemas.microsoft.com/office/drawing/2014/main" id="{2E41B97E-9D07-A1E6-8253-6A47AC492DD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6" name="Freeform 108">
                        <a:extLst>
                          <a:ext uri="{FF2B5EF4-FFF2-40B4-BE49-F238E27FC236}">
                            <a16:creationId xmlns:a16="http://schemas.microsoft.com/office/drawing/2014/main" id="{32682787-A15D-001A-0450-372313DEF6B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7" name="Freeform 109">
                        <a:extLst>
                          <a:ext uri="{FF2B5EF4-FFF2-40B4-BE49-F238E27FC236}">
                            <a16:creationId xmlns:a16="http://schemas.microsoft.com/office/drawing/2014/main" id="{C9114A41-7D99-A497-D0DA-8B28F928FE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8" name="Freeform 110">
                        <a:extLst>
                          <a:ext uri="{FF2B5EF4-FFF2-40B4-BE49-F238E27FC236}">
                            <a16:creationId xmlns:a16="http://schemas.microsoft.com/office/drawing/2014/main" id="{9737480C-91DD-C2EB-AA36-2C7D51CEF33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9" name="Freeform 111">
                        <a:extLst>
                          <a:ext uri="{FF2B5EF4-FFF2-40B4-BE49-F238E27FC236}">
                            <a16:creationId xmlns:a16="http://schemas.microsoft.com/office/drawing/2014/main" id="{40D20C3A-5D4C-D98B-AC3D-54CDCA82F6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0" name="Freeform 112">
                        <a:extLst>
                          <a:ext uri="{FF2B5EF4-FFF2-40B4-BE49-F238E27FC236}">
                            <a16:creationId xmlns:a16="http://schemas.microsoft.com/office/drawing/2014/main" id="{609C464B-64A4-DFEA-2A75-62D5A64D7D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1" name="Freeform 113">
                        <a:extLst>
                          <a:ext uri="{FF2B5EF4-FFF2-40B4-BE49-F238E27FC236}">
                            <a16:creationId xmlns:a16="http://schemas.microsoft.com/office/drawing/2014/main" id="{F0A4DB3C-238A-C946-BB27-0F25A3ABF7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2" name="Freeform 114">
                        <a:extLst>
                          <a:ext uri="{FF2B5EF4-FFF2-40B4-BE49-F238E27FC236}">
                            <a16:creationId xmlns:a16="http://schemas.microsoft.com/office/drawing/2014/main" id="{31119579-2EC5-4C40-8349-3148DCDBCE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210" name="WordArt 115">
                  <a:extLst>
                    <a:ext uri="{FF2B5EF4-FFF2-40B4-BE49-F238E27FC236}">
                      <a16:creationId xmlns:a16="http://schemas.microsoft.com/office/drawing/2014/main" id="{78D27517-ED76-8DED-DF33-FEF65C9AA4AE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08" name="WordArt 68">
                <a:extLst>
                  <a:ext uri="{FF2B5EF4-FFF2-40B4-BE49-F238E27FC236}">
                    <a16:creationId xmlns:a16="http://schemas.microsoft.com/office/drawing/2014/main" id="{D674E0F8-313B-D3A7-E765-7D0509A462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leaf_1_2</a:t>
                </a:r>
              </a:p>
            </p:txBody>
          </p:sp>
        </p:grp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0797E0A7-B6B7-B806-A3BA-A448C813C495}"/>
                </a:ext>
              </a:extLst>
            </p:cNvPr>
            <p:cNvGrpSpPr/>
            <p:nvPr/>
          </p:nvGrpSpPr>
          <p:grpSpPr>
            <a:xfrm>
              <a:off x="2433193" y="3973898"/>
              <a:ext cx="747328" cy="426131"/>
              <a:chOff x="967835" y="2541918"/>
              <a:chExt cx="1426054" cy="463051"/>
            </a:xfrm>
          </p:grpSpPr>
          <p:grpSp>
            <p:nvGrpSpPr>
              <p:cNvPr id="1232" name="Group 93">
                <a:extLst>
                  <a:ext uri="{FF2B5EF4-FFF2-40B4-BE49-F238E27FC236}">
                    <a16:creationId xmlns:a16="http://schemas.microsoft.com/office/drawing/2014/main" id="{59E1BDB7-E5E4-2ACC-282C-7EA894058F8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234" name="Group 94">
                  <a:extLst>
                    <a:ext uri="{FF2B5EF4-FFF2-40B4-BE49-F238E27FC236}">
                      <a16:creationId xmlns:a16="http://schemas.microsoft.com/office/drawing/2014/main" id="{DE33F575-045C-FA8E-BE5C-D74BF06BC1D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236" name="AutoShape 95">
                    <a:extLst>
                      <a:ext uri="{FF2B5EF4-FFF2-40B4-BE49-F238E27FC236}">
                        <a16:creationId xmlns:a16="http://schemas.microsoft.com/office/drawing/2014/main" id="{08D8981E-3021-1B5B-ED07-C819C1A164D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237" name="Group 96">
                    <a:extLst>
                      <a:ext uri="{FF2B5EF4-FFF2-40B4-BE49-F238E27FC236}">
                        <a16:creationId xmlns:a16="http://schemas.microsoft.com/office/drawing/2014/main" id="{12DA6842-3699-A3DE-0F92-BD209641892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238" name="Group 97">
                      <a:extLst>
                        <a:ext uri="{FF2B5EF4-FFF2-40B4-BE49-F238E27FC236}">
                          <a16:creationId xmlns:a16="http://schemas.microsoft.com/office/drawing/2014/main" id="{88418FBE-2C1D-36D6-FA4E-9AFE934819F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48" name="Freeform 98">
                        <a:extLst>
                          <a:ext uri="{FF2B5EF4-FFF2-40B4-BE49-F238E27FC236}">
                            <a16:creationId xmlns:a16="http://schemas.microsoft.com/office/drawing/2014/main" id="{72476C79-094B-D9DB-C56C-3BBC1A22EE4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9" name="Freeform 99">
                        <a:extLst>
                          <a:ext uri="{FF2B5EF4-FFF2-40B4-BE49-F238E27FC236}">
                            <a16:creationId xmlns:a16="http://schemas.microsoft.com/office/drawing/2014/main" id="{44F2B2A9-A4FA-EEDC-CE3C-4AF3D01E8F0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0" name="Freeform 100">
                        <a:extLst>
                          <a:ext uri="{FF2B5EF4-FFF2-40B4-BE49-F238E27FC236}">
                            <a16:creationId xmlns:a16="http://schemas.microsoft.com/office/drawing/2014/main" id="{3E1557BA-F564-CCFF-2BD0-5A8051F71D5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1" name="Freeform 101">
                        <a:extLst>
                          <a:ext uri="{FF2B5EF4-FFF2-40B4-BE49-F238E27FC236}">
                            <a16:creationId xmlns:a16="http://schemas.microsoft.com/office/drawing/2014/main" id="{C290CA39-526E-8AEC-075C-6B340484A1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2" name="Freeform 102">
                        <a:extLst>
                          <a:ext uri="{FF2B5EF4-FFF2-40B4-BE49-F238E27FC236}">
                            <a16:creationId xmlns:a16="http://schemas.microsoft.com/office/drawing/2014/main" id="{FE782A0C-FC12-210D-71FB-A57B954F17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3" name="Freeform 103">
                        <a:extLst>
                          <a:ext uri="{FF2B5EF4-FFF2-40B4-BE49-F238E27FC236}">
                            <a16:creationId xmlns:a16="http://schemas.microsoft.com/office/drawing/2014/main" id="{0D278CE7-11C6-75E8-969C-3564E56860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4" name="Freeform 104">
                        <a:extLst>
                          <a:ext uri="{FF2B5EF4-FFF2-40B4-BE49-F238E27FC236}">
                            <a16:creationId xmlns:a16="http://schemas.microsoft.com/office/drawing/2014/main" id="{9DDA3A39-C6DD-A35F-7796-3CED991B95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5" name="Freeform 105">
                        <a:extLst>
                          <a:ext uri="{FF2B5EF4-FFF2-40B4-BE49-F238E27FC236}">
                            <a16:creationId xmlns:a16="http://schemas.microsoft.com/office/drawing/2014/main" id="{DD84C566-F520-61FC-D09F-5B93764430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239" name="Group 106">
                      <a:extLst>
                        <a:ext uri="{FF2B5EF4-FFF2-40B4-BE49-F238E27FC236}">
                          <a16:creationId xmlns:a16="http://schemas.microsoft.com/office/drawing/2014/main" id="{8B7F12BE-19B8-15DB-D7BB-76410DB3084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240" name="Freeform 107">
                        <a:extLst>
                          <a:ext uri="{FF2B5EF4-FFF2-40B4-BE49-F238E27FC236}">
                            <a16:creationId xmlns:a16="http://schemas.microsoft.com/office/drawing/2014/main" id="{A5BAF0B4-7F99-42C7-B0D5-BC2AB085AF6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1" name="Freeform 108">
                        <a:extLst>
                          <a:ext uri="{FF2B5EF4-FFF2-40B4-BE49-F238E27FC236}">
                            <a16:creationId xmlns:a16="http://schemas.microsoft.com/office/drawing/2014/main" id="{C640D8C7-65E2-D80E-B2EB-5B9ABE3D03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2" name="Freeform 109">
                        <a:extLst>
                          <a:ext uri="{FF2B5EF4-FFF2-40B4-BE49-F238E27FC236}">
                            <a16:creationId xmlns:a16="http://schemas.microsoft.com/office/drawing/2014/main" id="{5DF560E4-3988-4352-1D5E-6594E41E972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3" name="Freeform 110">
                        <a:extLst>
                          <a:ext uri="{FF2B5EF4-FFF2-40B4-BE49-F238E27FC236}">
                            <a16:creationId xmlns:a16="http://schemas.microsoft.com/office/drawing/2014/main" id="{A35907AD-055B-74D9-47F7-61FED36653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4" name="Freeform 111">
                        <a:extLst>
                          <a:ext uri="{FF2B5EF4-FFF2-40B4-BE49-F238E27FC236}">
                            <a16:creationId xmlns:a16="http://schemas.microsoft.com/office/drawing/2014/main" id="{9872243D-8695-B7C9-FBB4-18149745BB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5" name="Freeform 112">
                        <a:extLst>
                          <a:ext uri="{FF2B5EF4-FFF2-40B4-BE49-F238E27FC236}">
                            <a16:creationId xmlns:a16="http://schemas.microsoft.com/office/drawing/2014/main" id="{A7B228A7-3780-7B38-53FA-82F5226D1CA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6" name="Freeform 113">
                        <a:extLst>
                          <a:ext uri="{FF2B5EF4-FFF2-40B4-BE49-F238E27FC236}">
                            <a16:creationId xmlns:a16="http://schemas.microsoft.com/office/drawing/2014/main" id="{15FF157A-F071-4757-D01D-6F2DBAF335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7" name="Freeform 114">
                        <a:extLst>
                          <a:ext uri="{FF2B5EF4-FFF2-40B4-BE49-F238E27FC236}">
                            <a16:creationId xmlns:a16="http://schemas.microsoft.com/office/drawing/2014/main" id="{9C10AED2-B5E3-BC35-32DE-42E8F530CF8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235" name="WordArt 115">
                  <a:extLst>
                    <a:ext uri="{FF2B5EF4-FFF2-40B4-BE49-F238E27FC236}">
                      <a16:creationId xmlns:a16="http://schemas.microsoft.com/office/drawing/2014/main" id="{E2FBD2A0-B069-1479-1DFA-D2E66BABAE8E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33" name="WordArt 68">
                <a:extLst>
                  <a:ext uri="{FF2B5EF4-FFF2-40B4-BE49-F238E27FC236}">
                    <a16:creationId xmlns:a16="http://schemas.microsoft.com/office/drawing/2014/main" id="{8BBA122A-C825-9D85-87CA-196968C495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leaf_1_1</a:t>
                </a:r>
              </a:p>
            </p:txBody>
          </p:sp>
        </p:grpSp>
        <p:sp>
          <p:nvSpPr>
            <p:cNvPr id="1257" name="Line 66">
              <a:extLst>
                <a:ext uri="{FF2B5EF4-FFF2-40B4-BE49-F238E27FC236}">
                  <a16:creationId xmlns:a16="http://schemas.microsoft.com/office/drawing/2014/main" id="{77050BDF-71BA-CC9A-2E5F-B2CAA59FE7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28369" y="4193291"/>
              <a:ext cx="575033" cy="525525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259" name="Line 66">
              <a:extLst>
                <a:ext uri="{FF2B5EF4-FFF2-40B4-BE49-F238E27FC236}">
                  <a16:creationId xmlns:a16="http://schemas.microsoft.com/office/drawing/2014/main" id="{00CD9FEA-5214-76F1-273F-9BA216780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26687" y="3809584"/>
              <a:ext cx="1260444" cy="180468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260" name="Text Box 136">
              <a:extLst>
                <a:ext uri="{FF2B5EF4-FFF2-40B4-BE49-F238E27FC236}">
                  <a16:creationId xmlns:a16="http://schemas.microsoft.com/office/drawing/2014/main" id="{C66BBFFD-4BA1-2E98-9CF3-984BB893C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4941" y="4349464"/>
              <a:ext cx="1615553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192.168.0.3/32</a:t>
              </a:r>
            </a:p>
          </p:txBody>
        </p:sp>
        <p:sp>
          <p:nvSpPr>
            <p:cNvPr id="1261" name="Line 66">
              <a:extLst>
                <a:ext uri="{FF2B5EF4-FFF2-40B4-BE49-F238E27FC236}">
                  <a16:creationId xmlns:a16="http://schemas.microsoft.com/office/drawing/2014/main" id="{D61656AC-A68D-6074-E8B8-73EBF5D36D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985" y="4179542"/>
              <a:ext cx="1306978" cy="182518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258" name="Text Box 136">
              <a:extLst>
                <a:ext uri="{FF2B5EF4-FFF2-40B4-BE49-F238E27FC236}">
                  <a16:creationId xmlns:a16="http://schemas.microsoft.com/office/drawing/2014/main" id="{58F6BEB4-D066-938D-F7FB-1CBC5E2E8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664" y="3587275"/>
              <a:ext cx="1615553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192.168.0.1/32</a:t>
              </a:r>
            </a:p>
          </p:txBody>
        </p:sp>
        <p:sp>
          <p:nvSpPr>
            <p:cNvPr id="1256" name="Text Box 136">
              <a:extLst>
                <a:ext uri="{FF2B5EF4-FFF2-40B4-BE49-F238E27FC236}">
                  <a16:creationId xmlns:a16="http://schemas.microsoft.com/office/drawing/2014/main" id="{25C02AAA-C2FC-CB2F-1280-EF5E51955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8118" y="4665394"/>
              <a:ext cx="1565977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192.168.0.4/32</a:t>
              </a:r>
            </a:p>
          </p:txBody>
        </p:sp>
      </p:grpSp>
      <p:sp>
        <p:nvSpPr>
          <p:cNvPr id="1264" name="TextBox 1263">
            <a:extLst>
              <a:ext uri="{FF2B5EF4-FFF2-40B4-BE49-F238E27FC236}">
                <a16:creationId xmlns:a16="http://schemas.microsoft.com/office/drawing/2014/main" id="{FBB73A68-AEAE-1AE5-73F1-BC8D6AB72069}"/>
              </a:ext>
            </a:extLst>
          </p:cNvPr>
          <p:cNvSpPr txBox="1"/>
          <p:nvPr/>
        </p:nvSpPr>
        <p:spPr>
          <a:xfrm>
            <a:off x="9941" y="1226742"/>
            <a:ext cx="82494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leaf_1_2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lab.conf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</a:t>
            </a:r>
          </a:p>
          <a:p>
            <a:pPr marL="800100" lvl="1" indent="-342900">
              <a:buClr>
                <a:srgbClr val="0732EF"/>
              </a:buClr>
              <a:buSzPct val="100000"/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proper metadata (IPv6, multipath, image) are already declared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 the machine interfaces (follow the grey numbers in the figure!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)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B4285E99-87CE-F7E4-2D9D-101455C16511}"/>
              </a:ext>
            </a:extLst>
          </p:cNvPr>
          <p:cNvSpPr/>
          <p:nvPr/>
        </p:nvSpPr>
        <p:spPr>
          <a:xfrm>
            <a:off x="5850294" y="4379411"/>
            <a:ext cx="1212979" cy="5131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7" name="Rectangle 64">
            <a:extLst>
              <a:ext uri="{FF2B5EF4-FFF2-40B4-BE49-F238E27FC236}">
                <a16:creationId xmlns:a16="http://schemas.microsoft.com/office/drawing/2014/main" id="{0B806A73-AE30-EC28-16A6-36577FF17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783" y="4868545"/>
            <a:ext cx="118533" cy="1211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268" name="Rectangle 64">
            <a:extLst>
              <a:ext uri="{FF2B5EF4-FFF2-40B4-BE49-F238E27FC236}">
                <a16:creationId xmlns:a16="http://schemas.microsoft.com/office/drawing/2014/main" id="{94DB2AC5-C21A-FF65-C93C-A1F5DF972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782" y="4305561"/>
            <a:ext cx="118533" cy="1211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269" name="Rectangle 64">
            <a:extLst>
              <a:ext uri="{FF2B5EF4-FFF2-40B4-BE49-F238E27FC236}">
                <a16:creationId xmlns:a16="http://schemas.microsoft.com/office/drawing/2014/main" id="{342882E0-9958-5A17-867F-72156EFE5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99426"/>
            <a:ext cx="118533" cy="1211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34479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1D27-3682-E2AF-0541-C7966BDE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AF4C6-BF23-BFBB-21F7-71A65293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topology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36F5A344-3DB8-8797-56E6-3B2CDE773106}"/>
              </a:ext>
            </a:extLst>
          </p:cNvPr>
          <p:cNvSpPr txBox="1"/>
          <p:nvPr/>
        </p:nvSpPr>
        <p:spPr>
          <a:xfrm>
            <a:off x="9940" y="1891031"/>
            <a:ext cx="55162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server_2_1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“.startup” file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needs to be configured with VLAN tagging/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untagging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57300" lvl="2" indent="-342900">
              <a:buClr>
                <a:srgbClr val="66CC00"/>
              </a:buClr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must be able to forward VLAN=30 from/to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container_2_1_1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the configuration is similar to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server_2_2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you might “take a look” and adjust it!</a:t>
            </a:r>
          </a:p>
        </p:txBody>
      </p:sp>
      <p:grpSp>
        <p:nvGrpSpPr>
          <p:cNvPr id="1262" name="Group 1261">
            <a:extLst>
              <a:ext uri="{FF2B5EF4-FFF2-40B4-BE49-F238E27FC236}">
                <a16:creationId xmlns:a16="http://schemas.microsoft.com/office/drawing/2014/main" id="{8DB404E8-C0C7-87F4-6945-3CE1BEB9DD6C}"/>
              </a:ext>
            </a:extLst>
          </p:cNvPr>
          <p:cNvGrpSpPr/>
          <p:nvPr/>
        </p:nvGrpSpPr>
        <p:grpSpPr>
          <a:xfrm>
            <a:off x="3034613" y="2277244"/>
            <a:ext cx="9120057" cy="4580756"/>
            <a:chOff x="137408" y="1269324"/>
            <a:chExt cx="11166687" cy="5608723"/>
          </a:xfrm>
        </p:grpSpPr>
        <p:sp>
          <p:nvSpPr>
            <p:cNvPr id="882" name="Line 72">
              <a:extLst>
                <a:ext uri="{FF2B5EF4-FFF2-40B4-BE49-F238E27FC236}">
                  <a16:creationId xmlns:a16="http://schemas.microsoft.com/office/drawing/2014/main" id="{1A91E30A-4D84-4B05-A291-0B7D22CE93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261527" y="5930935"/>
              <a:ext cx="308907" cy="3127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3" name="Line 72">
              <a:extLst>
                <a:ext uri="{FF2B5EF4-FFF2-40B4-BE49-F238E27FC236}">
                  <a16:creationId xmlns:a16="http://schemas.microsoft.com/office/drawing/2014/main" id="{AA420047-8241-768C-F354-63BA9BEE88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048009" y="6021260"/>
              <a:ext cx="284718" cy="156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4" name="Line 72">
              <a:extLst>
                <a:ext uri="{FF2B5EF4-FFF2-40B4-BE49-F238E27FC236}">
                  <a16:creationId xmlns:a16="http://schemas.microsoft.com/office/drawing/2014/main" id="{8B3B2E43-4F4B-BF3E-DD48-771F0679DC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535835" y="6042017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5" name="Line 72">
              <a:extLst>
                <a:ext uri="{FF2B5EF4-FFF2-40B4-BE49-F238E27FC236}">
                  <a16:creationId xmlns:a16="http://schemas.microsoft.com/office/drawing/2014/main" id="{DC456DA9-38CD-D228-C1E2-CC5DD7801B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554282" y="6052345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6" name="Line 72">
              <a:extLst>
                <a:ext uri="{FF2B5EF4-FFF2-40B4-BE49-F238E27FC236}">
                  <a16:creationId xmlns:a16="http://schemas.microsoft.com/office/drawing/2014/main" id="{26C3DF2A-308A-C736-F8E0-14736A7328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238174" y="6028676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7" name="Line 72">
              <a:extLst>
                <a:ext uri="{FF2B5EF4-FFF2-40B4-BE49-F238E27FC236}">
                  <a16:creationId xmlns:a16="http://schemas.microsoft.com/office/drawing/2014/main" id="{82A31B61-15C6-43B0-6011-2B1727D045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738246" y="6035233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8" name="Line 72">
              <a:extLst>
                <a:ext uri="{FF2B5EF4-FFF2-40B4-BE49-F238E27FC236}">
                  <a16:creationId xmlns:a16="http://schemas.microsoft.com/office/drawing/2014/main" id="{553E3351-CD1A-F21E-03B6-87C82B53A2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61981" y="6035233"/>
              <a:ext cx="307110" cy="13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89" name="Line 72">
              <a:extLst>
                <a:ext uri="{FF2B5EF4-FFF2-40B4-BE49-F238E27FC236}">
                  <a16:creationId xmlns:a16="http://schemas.microsoft.com/office/drawing/2014/main" id="{C75BD8E6-56B8-00E1-DB5A-15693193F1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9400304" y="5630979"/>
              <a:ext cx="347868" cy="26703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0" name="Line 264">
              <a:extLst>
                <a:ext uri="{FF2B5EF4-FFF2-40B4-BE49-F238E27FC236}">
                  <a16:creationId xmlns:a16="http://schemas.microsoft.com/office/drawing/2014/main" id="{55AFDCFD-1116-FB7C-34CD-10CE16234E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383126" y="5947375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891" name="Oval 152">
              <a:extLst>
                <a:ext uri="{FF2B5EF4-FFF2-40B4-BE49-F238E27FC236}">
                  <a16:creationId xmlns:a16="http://schemas.microsoft.com/office/drawing/2014/main" id="{54330A3B-D3E8-EABA-B9A9-CDD67E39A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0509" y="5858563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AF</a:t>
              </a:r>
            </a:p>
          </p:txBody>
        </p:sp>
        <p:sp>
          <p:nvSpPr>
            <p:cNvPr id="892" name="Line 72">
              <a:extLst>
                <a:ext uri="{FF2B5EF4-FFF2-40B4-BE49-F238E27FC236}">
                  <a16:creationId xmlns:a16="http://schemas.microsoft.com/office/drawing/2014/main" id="{56A578D7-51A3-50DE-B532-12479159B3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707147" y="5474786"/>
              <a:ext cx="361771" cy="57307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3" name="Line 72">
              <a:extLst>
                <a:ext uri="{FF2B5EF4-FFF2-40B4-BE49-F238E27FC236}">
                  <a16:creationId xmlns:a16="http://schemas.microsoft.com/office/drawing/2014/main" id="{983A3CAE-B4E4-53D6-3DD5-B9FEEC466D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114759" y="5627630"/>
              <a:ext cx="347868" cy="26703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4" name="Line 264">
              <a:extLst>
                <a:ext uri="{FF2B5EF4-FFF2-40B4-BE49-F238E27FC236}">
                  <a16:creationId xmlns:a16="http://schemas.microsoft.com/office/drawing/2014/main" id="{85ABF3B5-ABC9-09AE-56FC-49F424ED2E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482" y="5940820"/>
              <a:ext cx="482532" cy="110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895" name="Line 264">
              <a:extLst>
                <a:ext uri="{FF2B5EF4-FFF2-40B4-BE49-F238E27FC236}">
                  <a16:creationId xmlns:a16="http://schemas.microsoft.com/office/drawing/2014/main" id="{0F3666B9-25C0-ADC4-594A-2B38E9541F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97581" y="5944026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896" name="Oval 152">
              <a:extLst>
                <a:ext uri="{FF2B5EF4-FFF2-40B4-BE49-F238E27FC236}">
                  <a16:creationId xmlns:a16="http://schemas.microsoft.com/office/drawing/2014/main" id="{9EB0A441-4FDE-C4A6-1C84-5905A6DB1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495" y="584063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AA</a:t>
              </a:r>
              <a:endParaRPr lang="it-IT" altLang="it-IT" sz="1050">
                <a:latin typeface="Tahoma" panose="020B0604030504040204" pitchFamily="34" charset="0"/>
              </a:endParaRPr>
            </a:p>
          </p:txBody>
        </p:sp>
        <p:sp>
          <p:nvSpPr>
            <p:cNvPr id="897" name="Oval 152">
              <a:extLst>
                <a:ext uri="{FF2B5EF4-FFF2-40B4-BE49-F238E27FC236}">
                  <a16:creationId xmlns:a16="http://schemas.microsoft.com/office/drawing/2014/main" id="{8793DB64-BC6B-5C3F-7990-5D3D2053D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4964" y="5855214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AB</a:t>
              </a:r>
            </a:p>
          </p:txBody>
        </p:sp>
        <p:sp>
          <p:nvSpPr>
            <p:cNvPr id="898" name="Line 72">
              <a:extLst>
                <a:ext uri="{FF2B5EF4-FFF2-40B4-BE49-F238E27FC236}">
                  <a16:creationId xmlns:a16="http://schemas.microsoft.com/office/drawing/2014/main" id="{B3CE5F0E-1E42-B2FD-3DB9-9355B815B6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205827" y="4579951"/>
              <a:ext cx="654718" cy="26467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899" name="Line 71">
              <a:extLst>
                <a:ext uri="{FF2B5EF4-FFF2-40B4-BE49-F238E27FC236}">
                  <a16:creationId xmlns:a16="http://schemas.microsoft.com/office/drawing/2014/main" id="{B24C8EBA-B4B3-EBEA-DC1E-B31186A508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98192" y="4587279"/>
              <a:ext cx="622885" cy="24391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900" name="AutoShape 118">
              <a:extLst>
                <a:ext uri="{FF2B5EF4-FFF2-40B4-BE49-F238E27FC236}">
                  <a16:creationId xmlns:a16="http://schemas.microsoft.com/office/drawing/2014/main" id="{7285FD68-FEC6-8205-E313-B3D839BC0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280" y="1404493"/>
              <a:ext cx="2620505" cy="460670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1" name="AutoShape 8">
              <a:extLst>
                <a:ext uri="{FF2B5EF4-FFF2-40B4-BE49-F238E27FC236}">
                  <a16:creationId xmlns:a16="http://schemas.microsoft.com/office/drawing/2014/main" id="{1682C127-DFF0-1B40-B54B-ABB20D84C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8350" y="3934159"/>
              <a:ext cx="1256652" cy="46067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2" name="AutoShape 9">
              <a:extLst>
                <a:ext uri="{FF2B5EF4-FFF2-40B4-BE49-F238E27FC236}">
                  <a16:creationId xmlns:a16="http://schemas.microsoft.com/office/drawing/2014/main" id="{86D1E0C3-D339-5227-A9A2-08DDFAF01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547" y="3934251"/>
              <a:ext cx="1164573" cy="46067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3" name="AutoShape 10">
              <a:extLst>
                <a:ext uri="{FF2B5EF4-FFF2-40B4-BE49-F238E27FC236}">
                  <a16:creationId xmlns:a16="http://schemas.microsoft.com/office/drawing/2014/main" id="{4127D8E7-7D6F-8E14-1C5B-640CB5249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220" y="3941804"/>
              <a:ext cx="1214922" cy="46067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4" name="AutoShape 11">
              <a:extLst>
                <a:ext uri="{FF2B5EF4-FFF2-40B4-BE49-F238E27FC236}">
                  <a16:creationId xmlns:a16="http://schemas.microsoft.com/office/drawing/2014/main" id="{2906AD0C-F2F2-6BFB-511A-F36E1FA92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528" y="3941804"/>
              <a:ext cx="1220305" cy="46067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5" name="AutoShape 14">
              <a:extLst>
                <a:ext uri="{FF2B5EF4-FFF2-40B4-BE49-F238E27FC236}">
                  <a16:creationId xmlns:a16="http://schemas.microsoft.com/office/drawing/2014/main" id="{71F139DD-3982-027B-2940-BC2E57C59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7307" y="2916529"/>
              <a:ext cx="2664949" cy="460670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sp>
          <p:nvSpPr>
            <p:cNvPr id="906" name="AutoShape 15">
              <a:extLst>
                <a:ext uri="{FF2B5EF4-FFF2-40B4-BE49-F238E27FC236}">
                  <a16:creationId xmlns:a16="http://schemas.microsoft.com/office/drawing/2014/main" id="{39AA13B2-D6BC-3E0D-4DEE-BDF30AF61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3764" y="2882993"/>
              <a:ext cx="2598038" cy="460670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 sz="1400"/>
            </a:p>
          </p:txBody>
        </p:sp>
        <p:cxnSp>
          <p:nvCxnSpPr>
            <p:cNvPr id="907" name="AutoShape 30">
              <a:extLst>
                <a:ext uri="{FF2B5EF4-FFF2-40B4-BE49-F238E27FC236}">
                  <a16:creationId xmlns:a16="http://schemas.microsoft.com/office/drawing/2014/main" id="{849CD6EC-FC11-2DF1-C51B-D8E473347CE6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>
              <a:off x="5158190" y="1835798"/>
              <a:ext cx="2868071" cy="108548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8" name="AutoShape 32">
              <a:extLst>
                <a:ext uri="{FF2B5EF4-FFF2-40B4-BE49-F238E27FC236}">
                  <a16:creationId xmlns:a16="http://schemas.microsoft.com/office/drawing/2014/main" id="{4004A5CF-F68E-312B-AC87-EDF00DFA73DF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 flipH="1">
              <a:off x="4378241" y="1835798"/>
              <a:ext cx="779949" cy="109939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9" name="AutoShape 33">
              <a:extLst>
                <a:ext uri="{FF2B5EF4-FFF2-40B4-BE49-F238E27FC236}">
                  <a16:creationId xmlns:a16="http://schemas.microsoft.com/office/drawing/2014/main" id="{10324C2E-51D6-7795-E080-E20D656D9F13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>
              <a:off x="5158190" y="1835798"/>
              <a:ext cx="4490155" cy="108548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0" name="AutoShape 40">
              <a:extLst>
                <a:ext uri="{FF2B5EF4-FFF2-40B4-BE49-F238E27FC236}">
                  <a16:creationId xmlns:a16="http://schemas.microsoft.com/office/drawing/2014/main" id="{A932C615-0854-DD16-FAB1-A481A4068987}"/>
                </a:ext>
              </a:extLst>
            </p:cNvPr>
            <p:cNvCxnSpPr>
              <a:cxnSpLocks noChangeShapeType="1"/>
              <a:stCxn id="1032" idx="3"/>
            </p:cNvCxnSpPr>
            <p:nvPr/>
          </p:nvCxnSpPr>
          <p:spPr bwMode="auto">
            <a:xfrm flipH="1">
              <a:off x="2805068" y="1835798"/>
              <a:ext cx="2353122" cy="1084638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1" name="AutoShape 51">
              <a:extLst>
                <a:ext uri="{FF2B5EF4-FFF2-40B4-BE49-F238E27FC236}">
                  <a16:creationId xmlns:a16="http://schemas.microsoft.com/office/drawing/2014/main" id="{69EC6199-3B46-B64E-1CA8-1D1C22232D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805068" y="3346566"/>
              <a:ext cx="1581068" cy="62048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2" name="AutoShape 52">
              <a:extLst>
                <a:ext uri="{FF2B5EF4-FFF2-40B4-BE49-F238E27FC236}">
                  <a16:creationId xmlns:a16="http://schemas.microsoft.com/office/drawing/2014/main" id="{9A5FA5C3-D798-D91B-F47F-9E43982DB7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378241" y="3361319"/>
              <a:ext cx="7895" cy="60573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3" name="AutoShape 53">
              <a:extLst>
                <a:ext uri="{FF2B5EF4-FFF2-40B4-BE49-F238E27FC236}">
                  <a16:creationId xmlns:a16="http://schemas.microsoft.com/office/drawing/2014/main" id="{0879A3F2-874F-C887-BD13-4ACC9341BC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805068" y="3346566"/>
              <a:ext cx="1789" cy="62733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4" name="AutoShape 54">
              <a:extLst>
                <a:ext uri="{FF2B5EF4-FFF2-40B4-BE49-F238E27FC236}">
                  <a16:creationId xmlns:a16="http://schemas.microsoft.com/office/drawing/2014/main" id="{5AC8DE40-8CBF-26C3-5A32-C8F458A92E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806857" y="3361319"/>
              <a:ext cx="1571383" cy="61257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5" name="AutoShape 55">
              <a:extLst>
                <a:ext uri="{FF2B5EF4-FFF2-40B4-BE49-F238E27FC236}">
                  <a16:creationId xmlns:a16="http://schemas.microsoft.com/office/drawing/2014/main" id="{91BFCA13-3F20-6BFA-AD4C-15374FD1EB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026261" y="3347409"/>
              <a:ext cx="1630673" cy="60401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6" name="AutoShape 56">
              <a:extLst>
                <a:ext uri="{FF2B5EF4-FFF2-40B4-BE49-F238E27FC236}">
                  <a16:creationId xmlns:a16="http://schemas.microsoft.com/office/drawing/2014/main" id="{58FD41D6-6C12-25DE-05C9-8366222760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648344" y="3347409"/>
              <a:ext cx="8590" cy="60401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7" name="AutoShape 57">
              <a:extLst>
                <a:ext uri="{FF2B5EF4-FFF2-40B4-BE49-F238E27FC236}">
                  <a16:creationId xmlns:a16="http://schemas.microsoft.com/office/drawing/2014/main" id="{F14BD39A-D819-4803-CC9B-794711220E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026261" y="3347409"/>
              <a:ext cx="4653" cy="61208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8" name="AutoShape 58">
              <a:extLst>
                <a:ext uri="{FF2B5EF4-FFF2-40B4-BE49-F238E27FC236}">
                  <a16:creationId xmlns:a16="http://schemas.microsoft.com/office/drawing/2014/main" id="{D433FE1D-92C3-BE0D-1B6D-DA66F3A786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030914" y="3347409"/>
              <a:ext cx="1617431" cy="61208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9" name="Line 72">
              <a:extLst>
                <a:ext uri="{FF2B5EF4-FFF2-40B4-BE49-F238E27FC236}">
                  <a16:creationId xmlns:a16="http://schemas.microsoft.com/office/drawing/2014/main" id="{A9A3900E-3779-F7F5-F046-3AA8E0B7B7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695635" y="4468319"/>
              <a:ext cx="606282" cy="48817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cxnSp>
          <p:nvCxnSpPr>
            <p:cNvPr id="920" name="AutoShape 93">
              <a:extLst>
                <a:ext uri="{FF2B5EF4-FFF2-40B4-BE49-F238E27FC236}">
                  <a16:creationId xmlns:a16="http://schemas.microsoft.com/office/drawing/2014/main" id="{65A9F906-66C5-45E4-706C-CC5AA30B4744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>
              <a:off x="6744945" y="1853522"/>
              <a:ext cx="1281316" cy="106775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1" name="AutoShape 94">
              <a:extLst>
                <a:ext uri="{FF2B5EF4-FFF2-40B4-BE49-F238E27FC236}">
                  <a16:creationId xmlns:a16="http://schemas.microsoft.com/office/drawing/2014/main" id="{C342805A-7B5E-41D6-BB9E-6219AA56CF8B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 flipH="1">
              <a:off x="4378241" y="1853522"/>
              <a:ext cx="2366704" cy="108166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2" name="AutoShape 95">
              <a:extLst>
                <a:ext uri="{FF2B5EF4-FFF2-40B4-BE49-F238E27FC236}">
                  <a16:creationId xmlns:a16="http://schemas.microsoft.com/office/drawing/2014/main" id="{D969DB6F-DBE6-0E6A-8AE6-47BD5CB05FF7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>
              <a:off x="6744945" y="1853522"/>
              <a:ext cx="2903399" cy="106775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3" name="AutoShape 102">
              <a:extLst>
                <a:ext uri="{FF2B5EF4-FFF2-40B4-BE49-F238E27FC236}">
                  <a16:creationId xmlns:a16="http://schemas.microsoft.com/office/drawing/2014/main" id="{F4F398C6-4F5E-10C2-22AF-33EE65913A7F}"/>
                </a:ext>
              </a:extLst>
            </p:cNvPr>
            <p:cNvCxnSpPr>
              <a:cxnSpLocks noChangeShapeType="1"/>
              <a:stCxn id="1057" idx="3"/>
            </p:cNvCxnSpPr>
            <p:nvPr/>
          </p:nvCxnSpPr>
          <p:spPr bwMode="auto">
            <a:xfrm flipH="1">
              <a:off x="2805068" y="1853522"/>
              <a:ext cx="3939877" cy="1066914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24" name="Rectangle: Rounded Corners 44">
              <a:extLst>
                <a:ext uri="{FF2B5EF4-FFF2-40B4-BE49-F238E27FC236}">
                  <a16:creationId xmlns:a16="http://schemas.microsoft.com/office/drawing/2014/main" id="{6C3B204B-AD47-918C-B0DB-7F8ED253F1AF}"/>
                </a:ext>
              </a:extLst>
            </p:cNvPr>
            <p:cNvSpPr/>
            <p:nvPr/>
          </p:nvSpPr>
          <p:spPr>
            <a:xfrm>
              <a:off x="2201999" y="2778230"/>
              <a:ext cx="2796486" cy="179404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925" name="Rectangle: Rounded Corners 45">
              <a:extLst>
                <a:ext uri="{FF2B5EF4-FFF2-40B4-BE49-F238E27FC236}">
                  <a16:creationId xmlns:a16="http://schemas.microsoft.com/office/drawing/2014/main" id="{02ABBCFB-3C67-10A9-4A9C-7B5DA8E1CC4A}"/>
                </a:ext>
              </a:extLst>
            </p:cNvPr>
            <p:cNvSpPr/>
            <p:nvPr/>
          </p:nvSpPr>
          <p:spPr>
            <a:xfrm>
              <a:off x="7406672" y="2776211"/>
              <a:ext cx="2847086" cy="179404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926" name="Rectangle: Rounded Corners 46">
              <a:extLst>
                <a:ext uri="{FF2B5EF4-FFF2-40B4-BE49-F238E27FC236}">
                  <a16:creationId xmlns:a16="http://schemas.microsoft.com/office/drawing/2014/main" id="{795E980E-CFA9-2014-0145-8C4963826DAD}"/>
                </a:ext>
              </a:extLst>
            </p:cNvPr>
            <p:cNvSpPr/>
            <p:nvPr/>
          </p:nvSpPr>
          <p:spPr>
            <a:xfrm>
              <a:off x="4569622" y="1269324"/>
              <a:ext cx="2787190" cy="760192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927" name="Group 926">
              <a:extLst>
                <a:ext uri="{FF2B5EF4-FFF2-40B4-BE49-F238E27FC236}">
                  <a16:creationId xmlns:a16="http://schemas.microsoft.com/office/drawing/2014/main" id="{CF8B99B1-B9DC-A4DF-2B37-F30AFC935A3B}"/>
                </a:ext>
              </a:extLst>
            </p:cNvPr>
            <p:cNvGrpSpPr/>
            <p:nvPr/>
          </p:nvGrpSpPr>
          <p:grpSpPr>
            <a:xfrm>
              <a:off x="4004577" y="2935189"/>
              <a:ext cx="747328" cy="426131"/>
              <a:chOff x="967835" y="2541918"/>
              <a:chExt cx="1426054" cy="463051"/>
            </a:xfrm>
          </p:grpSpPr>
          <p:grpSp>
            <p:nvGrpSpPr>
              <p:cNvPr id="928" name="Group 93">
                <a:extLst>
                  <a:ext uri="{FF2B5EF4-FFF2-40B4-BE49-F238E27FC236}">
                    <a16:creationId xmlns:a16="http://schemas.microsoft.com/office/drawing/2014/main" id="{B8040833-7B75-CFFA-8EC9-B4C9E1B9E5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30" name="Group 94">
                  <a:extLst>
                    <a:ext uri="{FF2B5EF4-FFF2-40B4-BE49-F238E27FC236}">
                      <a16:creationId xmlns:a16="http://schemas.microsoft.com/office/drawing/2014/main" id="{062AE3FC-6EED-8EC9-AC0F-1258A6167A3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32" name="AutoShape 95">
                    <a:extLst>
                      <a:ext uri="{FF2B5EF4-FFF2-40B4-BE49-F238E27FC236}">
                        <a16:creationId xmlns:a16="http://schemas.microsoft.com/office/drawing/2014/main" id="{EBB89F90-D18A-A7C4-21FB-B75EB1D3283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33" name="Group 96">
                    <a:extLst>
                      <a:ext uri="{FF2B5EF4-FFF2-40B4-BE49-F238E27FC236}">
                        <a16:creationId xmlns:a16="http://schemas.microsoft.com/office/drawing/2014/main" id="{BDA2E960-9EA2-C126-EDE9-D1AB6F426BA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34" name="Group 97">
                      <a:extLst>
                        <a:ext uri="{FF2B5EF4-FFF2-40B4-BE49-F238E27FC236}">
                          <a16:creationId xmlns:a16="http://schemas.microsoft.com/office/drawing/2014/main" id="{1B75A92F-2165-8CA0-68E8-CD94174BEC6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44" name="Freeform 98">
                        <a:extLst>
                          <a:ext uri="{FF2B5EF4-FFF2-40B4-BE49-F238E27FC236}">
                            <a16:creationId xmlns:a16="http://schemas.microsoft.com/office/drawing/2014/main" id="{606751F0-7EDD-37AD-BBD7-6F67EFB5F0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5" name="Freeform 99">
                        <a:extLst>
                          <a:ext uri="{FF2B5EF4-FFF2-40B4-BE49-F238E27FC236}">
                            <a16:creationId xmlns:a16="http://schemas.microsoft.com/office/drawing/2014/main" id="{0022B790-B574-631C-0C53-7CEF182DDB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6" name="Freeform 100">
                        <a:extLst>
                          <a:ext uri="{FF2B5EF4-FFF2-40B4-BE49-F238E27FC236}">
                            <a16:creationId xmlns:a16="http://schemas.microsoft.com/office/drawing/2014/main" id="{4F4BB2BD-9011-CC9B-D2B2-FF9FFBE56D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7" name="Freeform 101">
                        <a:extLst>
                          <a:ext uri="{FF2B5EF4-FFF2-40B4-BE49-F238E27FC236}">
                            <a16:creationId xmlns:a16="http://schemas.microsoft.com/office/drawing/2014/main" id="{3A15AB9D-3314-FBBA-AFA4-4F523473ED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8" name="Freeform 102">
                        <a:extLst>
                          <a:ext uri="{FF2B5EF4-FFF2-40B4-BE49-F238E27FC236}">
                            <a16:creationId xmlns:a16="http://schemas.microsoft.com/office/drawing/2014/main" id="{C53974C9-B88D-C856-C6D8-788E5A273A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9" name="Freeform 103">
                        <a:extLst>
                          <a:ext uri="{FF2B5EF4-FFF2-40B4-BE49-F238E27FC236}">
                            <a16:creationId xmlns:a16="http://schemas.microsoft.com/office/drawing/2014/main" id="{43935076-F8C5-6639-0FFB-D49DFF6D16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50" name="Freeform 104">
                        <a:extLst>
                          <a:ext uri="{FF2B5EF4-FFF2-40B4-BE49-F238E27FC236}">
                            <a16:creationId xmlns:a16="http://schemas.microsoft.com/office/drawing/2014/main" id="{0C85425A-4FA9-CA72-E3C8-08472DF9E94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51" name="Freeform 105">
                        <a:extLst>
                          <a:ext uri="{FF2B5EF4-FFF2-40B4-BE49-F238E27FC236}">
                            <a16:creationId xmlns:a16="http://schemas.microsoft.com/office/drawing/2014/main" id="{2BD354EC-CDFC-CACE-D3C2-DFC4FBAEAF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935" name="Group 106">
                      <a:extLst>
                        <a:ext uri="{FF2B5EF4-FFF2-40B4-BE49-F238E27FC236}">
                          <a16:creationId xmlns:a16="http://schemas.microsoft.com/office/drawing/2014/main" id="{85D77E7D-0D15-43CB-978D-D206A02C6B8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36" name="Freeform 107">
                        <a:extLst>
                          <a:ext uri="{FF2B5EF4-FFF2-40B4-BE49-F238E27FC236}">
                            <a16:creationId xmlns:a16="http://schemas.microsoft.com/office/drawing/2014/main" id="{4B210CF4-9B58-D16E-0E9B-6736A0C2D5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37" name="Freeform 108">
                        <a:extLst>
                          <a:ext uri="{FF2B5EF4-FFF2-40B4-BE49-F238E27FC236}">
                            <a16:creationId xmlns:a16="http://schemas.microsoft.com/office/drawing/2014/main" id="{3DCDC741-490D-E87A-3D23-CB25463EF1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38" name="Freeform 109">
                        <a:extLst>
                          <a:ext uri="{FF2B5EF4-FFF2-40B4-BE49-F238E27FC236}">
                            <a16:creationId xmlns:a16="http://schemas.microsoft.com/office/drawing/2014/main" id="{4635BED8-BA92-6089-4856-8ED2AE938E8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39" name="Freeform 110">
                        <a:extLst>
                          <a:ext uri="{FF2B5EF4-FFF2-40B4-BE49-F238E27FC236}">
                            <a16:creationId xmlns:a16="http://schemas.microsoft.com/office/drawing/2014/main" id="{74EDD228-4EA9-BBDD-CBB4-67E8EF410F0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0" name="Freeform 111">
                        <a:extLst>
                          <a:ext uri="{FF2B5EF4-FFF2-40B4-BE49-F238E27FC236}">
                            <a16:creationId xmlns:a16="http://schemas.microsoft.com/office/drawing/2014/main" id="{C06DE6B6-27A7-F595-0E46-6B4A497FC2D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1" name="Freeform 112">
                        <a:extLst>
                          <a:ext uri="{FF2B5EF4-FFF2-40B4-BE49-F238E27FC236}">
                            <a16:creationId xmlns:a16="http://schemas.microsoft.com/office/drawing/2014/main" id="{8C5EFF38-520E-2421-EA2D-979893C7B68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2" name="Freeform 113">
                        <a:extLst>
                          <a:ext uri="{FF2B5EF4-FFF2-40B4-BE49-F238E27FC236}">
                            <a16:creationId xmlns:a16="http://schemas.microsoft.com/office/drawing/2014/main" id="{70B0C7CC-20B2-8FFA-A5C3-E70D1A530F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43" name="Freeform 114">
                        <a:extLst>
                          <a:ext uri="{FF2B5EF4-FFF2-40B4-BE49-F238E27FC236}">
                            <a16:creationId xmlns:a16="http://schemas.microsoft.com/office/drawing/2014/main" id="{DAD85525-FADE-DE5F-6F88-36DC7F033C6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931" name="WordArt 115">
                  <a:extLst>
                    <a:ext uri="{FF2B5EF4-FFF2-40B4-BE49-F238E27FC236}">
                      <a16:creationId xmlns:a16="http://schemas.microsoft.com/office/drawing/2014/main" id="{3B43141E-9CA4-E8B9-D173-AF2B54B82F27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29" name="WordArt 68">
                <a:extLst>
                  <a:ext uri="{FF2B5EF4-FFF2-40B4-BE49-F238E27FC236}">
                    <a16:creationId xmlns:a16="http://schemas.microsoft.com/office/drawing/2014/main" id="{746DACC1-136F-121B-D74D-5194183F2A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spine_1_2</a:t>
                </a:r>
              </a:p>
            </p:txBody>
          </p:sp>
        </p:grpSp>
        <p:grpSp>
          <p:nvGrpSpPr>
            <p:cNvPr id="952" name="Group 951">
              <a:extLst>
                <a:ext uri="{FF2B5EF4-FFF2-40B4-BE49-F238E27FC236}">
                  <a16:creationId xmlns:a16="http://schemas.microsoft.com/office/drawing/2014/main" id="{229CB408-2E41-98F5-10F0-47869F1C0CF8}"/>
                </a:ext>
              </a:extLst>
            </p:cNvPr>
            <p:cNvGrpSpPr/>
            <p:nvPr/>
          </p:nvGrpSpPr>
          <p:grpSpPr>
            <a:xfrm>
              <a:off x="2431404" y="2920436"/>
              <a:ext cx="747328" cy="426131"/>
              <a:chOff x="967835" y="2541918"/>
              <a:chExt cx="1426054" cy="463051"/>
            </a:xfrm>
          </p:grpSpPr>
          <p:grpSp>
            <p:nvGrpSpPr>
              <p:cNvPr id="953" name="Group 93">
                <a:extLst>
                  <a:ext uri="{FF2B5EF4-FFF2-40B4-BE49-F238E27FC236}">
                    <a16:creationId xmlns:a16="http://schemas.microsoft.com/office/drawing/2014/main" id="{2D0767CB-1A0E-D759-319B-7C66736DDDF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55" name="Group 94">
                  <a:extLst>
                    <a:ext uri="{FF2B5EF4-FFF2-40B4-BE49-F238E27FC236}">
                      <a16:creationId xmlns:a16="http://schemas.microsoft.com/office/drawing/2014/main" id="{C7E3261A-107E-4D92-6CDD-E6A3D6AC753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57" name="AutoShape 95">
                    <a:extLst>
                      <a:ext uri="{FF2B5EF4-FFF2-40B4-BE49-F238E27FC236}">
                        <a16:creationId xmlns:a16="http://schemas.microsoft.com/office/drawing/2014/main" id="{320B76A9-5E8C-4EE8-325C-82C4253E45E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58" name="Group 96">
                    <a:extLst>
                      <a:ext uri="{FF2B5EF4-FFF2-40B4-BE49-F238E27FC236}">
                        <a16:creationId xmlns:a16="http://schemas.microsoft.com/office/drawing/2014/main" id="{E5EB1D05-AD0E-5F66-1379-A12156A600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59" name="Group 97">
                      <a:extLst>
                        <a:ext uri="{FF2B5EF4-FFF2-40B4-BE49-F238E27FC236}">
                          <a16:creationId xmlns:a16="http://schemas.microsoft.com/office/drawing/2014/main" id="{CA5A7A5A-7D08-AC9C-9663-2843D735148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69" name="Freeform 98">
                        <a:extLst>
                          <a:ext uri="{FF2B5EF4-FFF2-40B4-BE49-F238E27FC236}">
                            <a16:creationId xmlns:a16="http://schemas.microsoft.com/office/drawing/2014/main" id="{64BEC469-9EA1-A67F-154D-D10D1B1CE55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0" name="Freeform 99">
                        <a:extLst>
                          <a:ext uri="{FF2B5EF4-FFF2-40B4-BE49-F238E27FC236}">
                            <a16:creationId xmlns:a16="http://schemas.microsoft.com/office/drawing/2014/main" id="{B9FE8154-EB5B-0D99-6C4B-6B8BF98348D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1" name="Freeform 100">
                        <a:extLst>
                          <a:ext uri="{FF2B5EF4-FFF2-40B4-BE49-F238E27FC236}">
                            <a16:creationId xmlns:a16="http://schemas.microsoft.com/office/drawing/2014/main" id="{3B4B8EB7-3B90-564D-E8CC-F8EDF880A35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2" name="Freeform 101">
                        <a:extLst>
                          <a:ext uri="{FF2B5EF4-FFF2-40B4-BE49-F238E27FC236}">
                            <a16:creationId xmlns:a16="http://schemas.microsoft.com/office/drawing/2014/main" id="{F2812D44-ED3C-22DB-DBEE-125144F800C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3" name="Freeform 102">
                        <a:extLst>
                          <a:ext uri="{FF2B5EF4-FFF2-40B4-BE49-F238E27FC236}">
                            <a16:creationId xmlns:a16="http://schemas.microsoft.com/office/drawing/2014/main" id="{12542D57-9B84-38E9-5740-F709F0BAE4B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4" name="Freeform 103">
                        <a:extLst>
                          <a:ext uri="{FF2B5EF4-FFF2-40B4-BE49-F238E27FC236}">
                            <a16:creationId xmlns:a16="http://schemas.microsoft.com/office/drawing/2014/main" id="{1056ABDB-B7D3-6679-83C4-9132BA7E4A1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5" name="Freeform 104">
                        <a:extLst>
                          <a:ext uri="{FF2B5EF4-FFF2-40B4-BE49-F238E27FC236}">
                            <a16:creationId xmlns:a16="http://schemas.microsoft.com/office/drawing/2014/main" id="{26967688-024F-1FFF-8D84-5147F9CC815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76" name="Freeform 105">
                        <a:extLst>
                          <a:ext uri="{FF2B5EF4-FFF2-40B4-BE49-F238E27FC236}">
                            <a16:creationId xmlns:a16="http://schemas.microsoft.com/office/drawing/2014/main" id="{69CFCAC2-D2C0-4C1B-3399-A161AA26DD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960" name="Group 106">
                      <a:extLst>
                        <a:ext uri="{FF2B5EF4-FFF2-40B4-BE49-F238E27FC236}">
                          <a16:creationId xmlns:a16="http://schemas.microsoft.com/office/drawing/2014/main" id="{E5A0BE95-0928-FFEE-6F2F-ED0A83C4329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61" name="Freeform 107">
                        <a:extLst>
                          <a:ext uri="{FF2B5EF4-FFF2-40B4-BE49-F238E27FC236}">
                            <a16:creationId xmlns:a16="http://schemas.microsoft.com/office/drawing/2014/main" id="{4A74C479-2C21-C693-400F-E6DDDEA28E2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2" name="Freeform 108">
                        <a:extLst>
                          <a:ext uri="{FF2B5EF4-FFF2-40B4-BE49-F238E27FC236}">
                            <a16:creationId xmlns:a16="http://schemas.microsoft.com/office/drawing/2014/main" id="{F9B219AB-0928-A47C-40BF-592353485A0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3" name="Freeform 109">
                        <a:extLst>
                          <a:ext uri="{FF2B5EF4-FFF2-40B4-BE49-F238E27FC236}">
                            <a16:creationId xmlns:a16="http://schemas.microsoft.com/office/drawing/2014/main" id="{9A34B435-C51C-6A71-FD68-F6D471F3B2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4" name="Freeform 110">
                        <a:extLst>
                          <a:ext uri="{FF2B5EF4-FFF2-40B4-BE49-F238E27FC236}">
                            <a16:creationId xmlns:a16="http://schemas.microsoft.com/office/drawing/2014/main" id="{75BA1EA7-CD5B-3755-450A-A9A145D1F3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5" name="Freeform 111">
                        <a:extLst>
                          <a:ext uri="{FF2B5EF4-FFF2-40B4-BE49-F238E27FC236}">
                            <a16:creationId xmlns:a16="http://schemas.microsoft.com/office/drawing/2014/main" id="{8B301F56-4337-F61F-7CD7-0F9BFEFD903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6" name="Freeform 112">
                        <a:extLst>
                          <a:ext uri="{FF2B5EF4-FFF2-40B4-BE49-F238E27FC236}">
                            <a16:creationId xmlns:a16="http://schemas.microsoft.com/office/drawing/2014/main" id="{EC34E60D-1C2A-B0A3-746D-888F58BF703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7" name="Freeform 113">
                        <a:extLst>
                          <a:ext uri="{FF2B5EF4-FFF2-40B4-BE49-F238E27FC236}">
                            <a16:creationId xmlns:a16="http://schemas.microsoft.com/office/drawing/2014/main" id="{830C80DD-A01A-14E2-957C-D89EBC57166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68" name="Freeform 114">
                        <a:extLst>
                          <a:ext uri="{FF2B5EF4-FFF2-40B4-BE49-F238E27FC236}">
                            <a16:creationId xmlns:a16="http://schemas.microsoft.com/office/drawing/2014/main" id="{FFE62A41-2AF0-C19C-C7B8-F424CAA2A02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956" name="WordArt 115">
                  <a:extLst>
                    <a:ext uri="{FF2B5EF4-FFF2-40B4-BE49-F238E27FC236}">
                      <a16:creationId xmlns:a16="http://schemas.microsoft.com/office/drawing/2014/main" id="{FDCE19E5-A833-7CFD-FDA0-5B6985BB0177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54" name="WordArt 68">
                <a:extLst>
                  <a:ext uri="{FF2B5EF4-FFF2-40B4-BE49-F238E27FC236}">
                    <a16:creationId xmlns:a16="http://schemas.microsoft.com/office/drawing/2014/main" id="{D4022ED7-D1F8-963A-8288-E6083D011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spine_1_1</a:t>
                </a:r>
              </a:p>
            </p:txBody>
          </p:sp>
        </p:grp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8512069C-2707-528C-D88D-3D566F8B2B24}"/>
                </a:ext>
              </a:extLst>
            </p:cNvPr>
            <p:cNvGrpSpPr/>
            <p:nvPr/>
          </p:nvGrpSpPr>
          <p:grpSpPr>
            <a:xfrm>
              <a:off x="7652597" y="2921279"/>
              <a:ext cx="747328" cy="426131"/>
              <a:chOff x="967835" y="2541918"/>
              <a:chExt cx="1426054" cy="463051"/>
            </a:xfrm>
          </p:grpSpPr>
          <p:grpSp>
            <p:nvGrpSpPr>
              <p:cNvPr id="978" name="Group 93">
                <a:extLst>
                  <a:ext uri="{FF2B5EF4-FFF2-40B4-BE49-F238E27FC236}">
                    <a16:creationId xmlns:a16="http://schemas.microsoft.com/office/drawing/2014/main" id="{922FDBF7-693E-D836-5013-28442C55975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80" name="Group 94">
                  <a:extLst>
                    <a:ext uri="{FF2B5EF4-FFF2-40B4-BE49-F238E27FC236}">
                      <a16:creationId xmlns:a16="http://schemas.microsoft.com/office/drawing/2014/main" id="{E9B16160-9419-6801-8782-14CFD1492F0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82" name="AutoShape 95">
                    <a:extLst>
                      <a:ext uri="{FF2B5EF4-FFF2-40B4-BE49-F238E27FC236}">
                        <a16:creationId xmlns:a16="http://schemas.microsoft.com/office/drawing/2014/main" id="{EE4FF0C5-484C-4726-AFE7-348B2D68180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83" name="Group 96">
                    <a:extLst>
                      <a:ext uri="{FF2B5EF4-FFF2-40B4-BE49-F238E27FC236}">
                        <a16:creationId xmlns:a16="http://schemas.microsoft.com/office/drawing/2014/main" id="{3438FC8C-08E5-7F28-05B9-7E94084A51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84" name="Group 97">
                      <a:extLst>
                        <a:ext uri="{FF2B5EF4-FFF2-40B4-BE49-F238E27FC236}">
                          <a16:creationId xmlns:a16="http://schemas.microsoft.com/office/drawing/2014/main" id="{5B9B2E49-2536-B55B-BD21-C980B782AA0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94" name="Freeform 98">
                        <a:extLst>
                          <a:ext uri="{FF2B5EF4-FFF2-40B4-BE49-F238E27FC236}">
                            <a16:creationId xmlns:a16="http://schemas.microsoft.com/office/drawing/2014/main" id="{8172A969-21F1-BECD-7E0F-0E9A3A099B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5" name="Freeform 99">
                        <a:extLst>
                          <a:ext uri="{FF2B5EF4-FFF2-40B4-BE49-F238E27FC236}">
                            <a16:creationId xmlns:a16="http://schemas.microsoft.com/office/drawing/2014/main" id="{75A9F42F-2E65-A124-0F07-615EEC5A9E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6" name="Freeform 100">
                        <a:extLst>
                          <a:ext uri="{FF2B5EF4-FFF2-40B4-BE49-F238E27FC236}">
                            <a16:creationId xmlns:a16="http://schemas.microsoft.com/office/drawing/2014/main" id="{49BAB9F3-D051-2C8B-551E-608B084398F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7" name="Freeform 101">
                        <a:extLst>
                          <a:ext uri="{FF2B5EF4-FFF2-40B4-BE49-F238E27FC236}">
                            <a16:creationId xmlns:a16="http://schemas.microsoft.com/office/drawing/2014/main" id="{7D4A678D-EECA-C986-B546-9AD1BEA681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8" name="Freeform 102">
                        <a:extLst>
                          <a:ext uri="{FF2B5EF4-FFF2-40B4-BE49-F238E27FC236}">
                            <a16:creationId xmlns:a16="http://schemas.microsoft.com/office/drawing/2014/main" id="{304B4AAA-1205-35CC-FBDE-2E92F94D2A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9" name="Freeform 103">
                        <a:extLst>
                          <a:ext uri="{FF2B5EF4-FFF2-40B4-BE49-F238E27FC236}">
                            <a16:creationId xmlns:a16="http://schemas.microsoft.com/office/drawing/2014/main" id="{31A08AFE-0C09-B118-19CD-5B1E0A950AC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00" name="Freeform 104">
                        <a:extLst>
                          <a:ext uri="{FF2B5EF4-FFF2-40B4-BE49-F238E27FC236}">
                            <a16:creationId xmlns:a16="http://schemas.microsoft.com/office/drawing/2014/main" id="{43467463-D11B-DA6D-96EA-E1939D6F44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01" name="Freeform 105">
                        <a:extLst>
                          <a:ext uri="{FF2B5EF4-FFF2-40B4-BE49-F238E27FC236}">
                            <a16:creationId xmlns:a16="http://schemas.microsoft.com/office/drawing/2014/main" id="{CC0788F5-5822-A457-E33B-B7190FA0AAA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985" name="Group 106">
                      <a:extLst>
                        <a:ext uri="{FF2B5EF4-FFF2-40B4-BE49-F238E27FC236}">
                          <a16:creationId xmlns:a16="http://schemas.microsoft.com/office/drawing/2014/main" id="{30025E93-4753-08C5-A105-CC3B069C9E9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86" name="Freeform 107">
                        <a:extLst>
                          <a:ext uri="{FF2B5EF4-FFF2-40B4-BE49-F238E27FC236}">
                            <a16:creationId xmlns:a16="http://schemas.microsoft.com/office/drawing/2014/main" id="{4D253AD7-EFF6-A065-BC1B-0C6C61394A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87" name="Freeform 108">
                        <a:extLst>
                          <a:ext uri="{FF2B5EF4-FFF2-40B4-BE49-F238E27FC236}">
                            <a16:creationId xmlns:a16="http://schemas.microsoft.com/office/drawing/2014/main" id="{B14ACADE-0A5E-977C-556A-CACFB99EFE0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88" name="Freeform 109">
                        <a:extLst>
                          <a:ext uri="{FF2B5EF4-FFF2-40B4-BE49-F238E27FC236}">
                            <a16:creationId xmlns:a16="http://schemas.microsoft.com/office/drawing/2014/main" id="{5F2ECDB2-35D4-78F9-9443-E9BA94E48D1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89" name="Freeform 110">
                        <a:extLst>
                          <a:ext uri="{FF2B5EF4-FFF2-40B4-BE49-F238E27FC236}">
                            <a16:creationId xmlns:a16="http://schemas.microsoft.com/office/drawing/2014/main" id="{14995C31-6A57-AC9F-7214-99F6A481A20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0" name="Freeform 111">
                        <a:extLst>
                          <a:ext uri="{FF2B5EF4-FFF2-40B4-BE49-F238E27FC236}">
                            <a16:creationId xmlns:a16="http://schemas.microsoft.com/office/drawing/2014/main" id="{7DA33124-FA96-869D-B615-1F891998B5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1" name="Freeform 112">
                        <a:extLst>
                          <a:ext uri="{FF2B5EF4-FFF2-40B4-BE49-F238E27FC236}">
                            <a16:creationId xmlns:a16="http://schemas.microsoft.com/office/drawing/2014/main" id="{C89D652B-54B8-3856-E0C7-DE7F644325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2" name="Freeform 113">
                        <a:extLst>
                          <a:ext uri="{FF2B5EF4-FFF2-40B4-BE49-F238E27FC236}">
                            <a16:creationId xmlns:a16="http://schemas.microsoft.com/office/drawing/2014/main" id="{DC9BCD7A-795B-94DB-54AD-0AA6FE98C9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993" name="Freeform 114">
                        <a:extLst>
                          <a:ext uri="{FF2B5EF4-FFF2-40B4-BE49-F238E27FC236}">
                            <a16:creationId xmlns:a16="http://schemas.microsoft.com/office/drawing/2014/main" id="{8A399A4E-3935-A635-B41B-87857680AF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981" name="WordArt 115">
                  <a:extLst>
                    <a:ext uri="{FF2B5EF4-FFF2-40B4-BE49-F238E27FC236}">
                      <a16:creationId xmlns:a16="http://schemas.microsoft.com/office/drawing/2014/main" id="{A6A9980C-58AF-AC15-49EC-1026E1120CC0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79" name="WordArt 68">
                <a:extLst>
                  <a:ext uri="{FF2B5EF4-FFF2-40B4-BE49-F238E27FC236}">
                    <a16:creationId xmlns:a16="http://schemas.microsoft.com/office/drawing/2014/main" id="{0193C81C-934E-06D9-6849-51134B5983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spine_2_1</a:t>
                </a:r>
              </a:p>
            </p:txBody>
          </p:sp>
        </p:grpSp>
        <p:grpSp>
          <p:nvGrpSpPr>
            <p:cNvPr id="1002" name="Group 1001">
              <a:extLst>
                <a:ext uri="{FF2B5EF4-FFF2-40B4-BE49-F238E27FC236}">
                  <a16:creationId xmlns:a16="http://schemas.microsoft.com/office/drawing/2014/main" id="{5545E6B9-C709-F5AF-E774-40478CC48F69}"/>
                </a:ext>
              </a:extLst>
            </p:cNvPr>
            <p:cNvGrpSpPr/>
            <p:nvPr/>
          </p:nvGrpSpPr>
          <p:grpSpPr>
            <a:xfrm>
              <a:off x="9274680" y="2921279"/>
              <a:ext cx="747328" cy="426131"/>
              <a:chOff x="967835" y="2541918"/>
              <a:chExt cx="1426054" cy="463051"/>
            </a:xfrm>
          </p:grpSpPr>
          <p:grpSp>
            <p:nvGrpSpPr>
              <p:cNvPr id="1003" name="Group 93">
                <a:extLst>
                  <a:ext uri="{FF2B5EF4-FFF2-40B4-BE49-F238E27FC236}">
                    <a16:creationId xmlns:a16="http://schemas.microsoft.com/office/drawing/2014/main" id="{F3407984-35B1-6397-B8FF-C4052D07B68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05" name="Group 94">
                  <a:extLst>
                    <a:ext uri="{FF2B5EF4-FFF2-40B4-BE49-F238E27FC236}">
                      <a16:creationId xmlns:a16="http://schemas.microsoft.com/office/drawing/2014/main" id="{6838E0F8-42CB-7FE7-93C6-FED922A7085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07" name="AutoShape 95">
                    <a:extLst>
                      <a:ext uri="{FF2B5EF4-FFF2-40B4-BE49-F238E27FC236}">
                        <a16:creationId xmlns:a16="http://schemas.microsoft.com/office/drawing/2014/main" id="{943932F7-D230-51F9-802C-AFF895A9D06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08" name="Group 96">
                    <a:extLst>
                      <a:ext uri="{FF2B5EF4-FFF2-40B4-BE49-F238E27FC236}">
                        <a16:creationId xmlns:a16="http://schemas.microsoft.com/office/drawing/2014/main" id="{06E85CBF-D92B-0449-4458-D6E913D4E4A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09" name="Group 97">
                      <a:extLst>
                        <a:ext uri="{FF2B5EF4-FFF2-40B4-BE49-F238E27FC236}">
                          <a16:creationId xmlns:a16="http://schemas.microsoft.com/office/drawing/2014/main" id="{A6320478-D0B5-EA41-80C6-188FC84C426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19" name="Freeform 98">
                        <a:extLst>
                          <a:ext uri="{FF2B5EF4-FFF2-40B4-BE49-F238E27FC236}">
                            <a16:creationId xmlns:a16="http://schemas.microsoft.com/office/drawing/2014/main" id="{4CA2B957-0AF1-DD01-5070-662DA75275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0" name="Freeform 99">
                        <a:extLst>
                          <a:ext uri="{FF2B5EF4-FFF2-40B4-BE49-F238E27FC236}">
                            <a16:creationId xmlns:a16="http://schemas.microsoft.com/office/drawing/2014/main" id="{C3A0DD3A-7713-708C-C959-B035F81988D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1" name="Freeform 100">
                        <a:extLst>
                          <a:ext uri="{FF2B5EF4-FFF2-40B4-BE49-F238E27FC236}">
                            <a16:creationId xmlns:a16="http://schemas.microsoft.com/office/drawing/2014/main" id="{DA511894-38D2-F455-B8AC-4C6FCE3745D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2" name="Freeform 101">
                        <a:extLst>
                          <a:ext uri="{FF2B5EF4-FFF2-40B4-BE49-F238E27FC236}">
                            <a16:creationId xmlns:a16="http://schemas.microsoft.com/office/drawing/2014/main" id="{8316DE72-4960-002A-9326-E65CB455DD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3" name="Freeform 102">
                        <a:extLst>
                          <a:ext uri="{FF2B5EF4-FFF2-40B4-BE49-F238E27FC236}">
                            <a16:creationId xmlns:a16="http://schemas.microsoft.com/office/drawing/2014/main" id="{3D25D367-9BB4-3D0D-7693-A2068556AC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4" name="Freeform 103">
                        <a:extLst>
                          <a:ext uri="{FF2B5EF4-FFF2-40B4-BE49-F238E27FC236}">
                            <a16:creationId xmlns:a16="http://schemas.microsoft.com/office/drawing/2014/main" id="{B25D158E-38B4-F525-536B-FADC5379403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5" name="Freeform 104">
                        <a:extLst>
                          <a:ext uri="{FF2B5EF4-FFF2-40B4-BE49-F238E27FC236}">
                            <a16:creationId xmlns:a16="http://schemas.microsoft.com/office/drawing/2014/main" id="{55BF3A8D-C39B-226B-4B69-E4113416FB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26" name="Freeform 105">
                        <a:extLst>
                          <a:ext uri="{FF2B5EF4-FFF2-40B4-BE49-F238E27FC236}">
                            <a16:creationId xmlns:a16="http://schemas.microsoft.com/office/drawing/2014/main" id="{FC5E097C-A570-1DB6-3BEA-7E38995232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010" name="Group 106">
                      <a:extLst>
                        <a:ext uri="{FF2B5EF4-FFF2-40B4-BE49-F238E27FC236}">
                          <a16:creationId xmlns:a16="http://schemas.microsoft.com/office/drawing/2014/main" id="{19A8444D-FF60-920A-2229-5CABDC3990D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11" name="Freeform 107">
                        <a:extLst>
                          <a:ext uri="{FF2B5EF4-FFF2-40B4-BE49-F238E27FC236}">
                            <a16:creationId xmlns:a16="http://schemas.microsoft.com/office/drawing/2014/main" id="{946E71E8-3C25-F844-2DE7-EFF96C21C6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2" name="Freeform 108">
                        <a:extLst>
                          <a:ext uri="{FF2B5EF4-FFF2-40B4-BE49-F238E27FC236}">
                            <a16:creationId xmlns:a16="http://schemas.microsoft.com/office/drawing/2014/main" id="{BABA6824-96B8-BDD7-16CC-0CE7004CE1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3" name="Freeform 109">
                        <a:extLst>
                          <a:ext uri="{FF2B5EF4-FFF2-40B4-BE49-F238E27FC236}">
                            <a16:creationId xmlns:a16="http://schemas.microsoft.com/office/drawing/2014/main" id="{C09C959E-70CB-ACA8-EC1E-B39AF7633EF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4" name="Freeform 110">
                        <a:extLst>
                          <a:ext uri="{FF2B5EF4-FFF2-40B4-BE49-F238E27FC236}">
                            <a16:creationId xmlns:a16="http://schemas.microsoft.com/office/drawing/2014/main" id="{A9FED2AE-A52D-7652-C665-4C5997BA45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5" name="Freeform 111">
                        <a:extLst>
                          <a:ext uri="{FF2B5EF4-FFF2-40B4-BE49-F238E27FC236}">
                            <a16:creationId xmlns:a16="http://schemas.microsoft.com/office/drawing/2014/main" id="{C205A232-AAC2-31A6-FB59-F8D42B12DFD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6" name="Freeform 112">
                        <a:extLst>
                          <a:ext uri="{FF2B5EF4-FFF2-40B4-BE49-F238E27FC236}">
                            <a16:creationId xmlns:a16="http://schemas.microsoft.com/office/drawing/2014/main" id="{1A7F94F4-3C77-B475-9406-31665F1F13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7" name="Freeform 113">
                        <a:extLst>
                          <a:ext uri="{FF2B5EF4-FFF2-40B4-BE49-F238E27FC236}">
                            <a16:creationId xmlns:a16="http://schemas.microsoft.com/office/drawing/2014/main" id="{601A82E7-F2E1-AAA4-55DE-9CEC2AAA6C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18" name="Freeform 114">
                        <a:extLst>
                          <a:ext uri="{FF2B5EF4-FFF2-40B4-BE49-F238E27FC236}">
                            <a16:creationId xmlns:a16="http://schemas.microsoft.com/office/drawing/2014/main" id="{55C47465-E71B-5D13-3375-9B7CE63C5A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06" name="WordArt 115">
                  <a:extLst>
                    <a:ext uri="{FF2B5EF4-FFF2-40B4-BE49-F238E27FC236}">
                      <a16:creationId xmlns:a16="http://schemas.microsoft.com/office/drawing/2014/main" id="{061219DF-CAC0-F82C-6D59-968EA4B8C4DF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04" name="WordArt 68">
                <a:extLst>
                  <a:ext uri="{FF2B5EF4-FFF2-40B4-BE49-F238E27FC236}">
                    <a16:creationId xmlns:a16="http://schemas.microsoft.com/office/drawing/2014/main" id="{2C5A7607-71FB-576D-6DB5-6E7868987A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spine_2_2</a:t>
                </a:r>
              </a:p>
            </p:txBody>
          </p: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58D1AF66-D84C-D274-13CB-7F325A291432}"/>
                </a:ext>
              </a:extLst>
            </p:cNvPr>
            <p:cNvGrpSpPr/>
            <p:nvPr/>
          </p:nvGrpSpPr>
          <p:grpSpPr>
            <a:xfrm>
              <a:off x="4784526" y="1409667"/>
              <a:ext cx="747328" cy="426131"/>
              <a:chOff x="967835" y="2541918"/>
              <a:chExt cx="1426054" cy="463051"/>
            </a:xfrm>
          </p:grpSpPr>
          <p:grpSp>
            <p:nvGrpSpPr>
              <p:cNvPr id="1028" name="Group 93">
                <a:extLst>
                  <a:ext uri="{FF2B5EF4-FFF2-40B4-BE49-F238E27FC236}">
                    <a16:creationId xmlns:a16="http://schemas.microsoft.com/office/drawing/2014/main" id="{41DBEA01-DBDF-F02E-B2F2-7F66AD701E1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30" name="Group 94">
                  <a:extLst>
                    <a:ext uri="{FF2B5EF4-FFF2-40B4-BE49-F238E27FC236}">
                      <a16:creationId xmlns:a16="http://schemas.microsoft.com/office/drawing/2014/main" id="{595ABDA6-F1D5-EB2A-13EC-5EA6D351BA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32" name="AutoShape 95">
                    <a:extLst>
                      <a:ext uri="{FF2B5EF4-FFF2-40B4-BE49-F238E27FC236}">
                        <a16:creationId xmlns:a16="http://schemas.microsoft.com/office/drawing/2014/main" id="{01A23337-98FD-6640-D2E7-D57EA1B7A06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33" name="Group 96">
                    <a:extLst>
                      <a:ext uri="{FF2B5EF4-FFF2-40B4-BE49-F238E27FC236}">
                        <a16:creationId xmlns:a16="http://schemas.microsoft.com/office/drawing/2014/main" id="{C0A4EB54-F1B7-9751-7909-0D28A343C9E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34" name="Group 97">
                      <a:extLst>
                        <a:ext uri="{FF2B5EF4-FFF2-40B4-BE49-F238E27FC236}">
                          <a16:creationId xmlns:a16="http://schemas.microsoft.com/office/drawing/2014/main" id="{9A2A4C29-1EF6-9F1D-F625-E3BAB71C929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44" name="Freeform 98">
                        <a:extLst>
                          <a:ext uri="{FF2B5EF4-FFF2-40B4-BE49-F238E27FC236}">
                            <a16:creationId xmlns:a16="http://schemas.microsoft.com/office/drawing/2014/main" id="{32D1E974-FEB8-F6B6-2840-19BD5199D80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5" name="Freeform 99">
                        <a:extLst>
                          <a:ext uri="{FF2B5EF4-FFF2-40B4-BE49-F238E27FC236}">
                            <a16:creationId xmlns:a16="http://schemas.microsoft.com/office/drawing/2014/main" id="{EB197D73-FA2B-D259-B46D-7BCA3A34DF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6" name="Freeform 100">
                        <a:extLst>
                          <a:ext uri="{FF2B5EF4-FFF2-40B4-BE49-F238E27FC236}">
                            <a16:creationId xmlns:a16="http://schemas.microsoft.com/office/drawing/2014/main" id="{C664807A-7A47-78A5-0BA6-7CD4E264C2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7" name="Freeform 101">
                        <a:extLst>
                          <a:ext uri="{FF2B5EF4-FFF2-40B4-BE49-F238E27FC236}">
                            <a16:creationId xmlns:a16="http://schemas.microsoft.com/office/drawing/2014/main" id="{11C9BFCA-354B-3B7B-73DD-CFB068BEB23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8" name="Freeform 102">
                        <a:extLst>
                          <a:ext uri="{FF2B5EF4-FFF2-40B4-BE49-F238E27FC236}">
                            <a16:creationId xmlns:a16="http://schemas.microsoft.com/office/drawing/2014/main" id="{396035F5-CAA4-8798-A581-9197584B07D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9" name="Freeform 103">
                        <a:extLst>
                          <a:ext uri="{FF2B5EF4-FFF2-40B4-BE49-F238E27FC236}">
                            <a16:creationId xmlns:a16="http://schemas.microsoft.com/office/drawing/2014/main" id="{992D992F-E6B2-641E-13A8-7D125E443C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50" name="Freeform 104">
                        <a:extLst>
                          <a:ext uri="{FF2B5EF4-FFF2-40B4-BE49-F238E27FC236}">
                            <a16:creationId xmlns:a16="http://schemas.microsoft.com/office/drawing/2014/main" id="{B822AEF8-76BC-BB97-9BCD-5A7FAAB116D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51" name="Freeform 105">
                        <a:extLst>
                          <a:ext uri="{FF2B5EF4-FFF2-40B4-BE49-F238E27FC236}">
                            <a16:creationId xmlns:a16="http://schemas.microsoft.com/office/drawing/2014/main" id="{4EA5C4E9-EF1A-FDDB-AC3A-FCDB9BD482E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035" name="Group 106">
                      <a:extLst>
                        <a:ext uri="{FF2B5EF4-FFF2-40B4-BE49-F238E27FC236}">
                          <a16:creationId xmlns:a16="http://schemas.microsoft.com/office/drawing/2014/main" id="{0B94C022-BE6D-2085-3853-02B7473439E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36" name="Freeform 107">
                        <a:extLst>
                          <a:ext uri="{FF2B5EF4-FFF2-40B4-BE49-F238E27FC236}">
                            <a16:creationId xmlns:a16="http://schemas.microsoft.com/office/drawing/2014/main" id="{DCAAB48F-B99F-FF34-AED1-FEAE162CD2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37" name="Freeform 108">
                        <a:extLst>
                          <a:ext uri="{FF2B5EF4-FFF2-40B4-BE49-F238E27FC236}">
                            <a16:creationId xmlns:a16="http://schemas.microsoft.com/office/drawing/2014/main" id="{B2200D77-8B17-D8AC-7CE1-92205E0685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38" name="Freeform 109">
                        <a:extLst>
                          <a:ext uri="{FF2B5EF4-FFF2-40B4-BE49-F238E27FC236}">
                            <a16:creationId xmlns:a16="http://schemas.microsoft.com/office/drawing/2014/main" id="{3A5C30EE-EA30-156A-E6DF-A5FE8A067D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39" name="Freeform 110">
                        <a:extLst>
                          <a:ext uri="{FF2B5EF4-FFF2-40B4-BE49-F238E27FC236}">
                            <a16:creationId xmlns:a16="http://schemas.microsoft.com/office/drawing/2014/main" id="{BFD3B780-92B2-7FE2-25BC-8EBE949970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0" name="Freeform 111">
                        <a:extLst>
                          <a:ext uri="{FF2B5EF4-FFF2-40B4-BE49-F238E27FC236}">
                            <a16:creationId xmlns:a16="http://schemas.microsoft.com/office/drawing/2014/main" id="{677D3CE1-7329-94AC-0E4A-B7BD5BE87E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1" name="Freeform 112">
                        <a:extLst>
                          <a:ext uri="{FF2B5EF4-FFF2-40B4-BE49-F238E27FC236}">
                            <a16:creationId xmlns:a16="http://schemas.microsoft.com/office/drawing/2014/main" id="{2262D38D-F96A-D69A-481C-ADD3B4C1F8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2" name="Freeform 113">
                        <a:extLst>
                          <a:ext uri="{FF2B5EF4-FFF2-40B4-BE49-F238E27FC236}">
                            <a16:creationId xmlns:a16="http://schemas.microsoft.com/office/drawing/2014/main" id="{4D6AE4DB-D061-389F-539D-498C207668F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43" name="Freeform 114">
                        <a:extLst>
                          <a:ext uri="{FF2B5EF4-FFF2-40B4-BE49-F238E27FC236}">
                            <a16:creationId xmlns:a16="http://schemas.microsoft.com/office/drawing/2014/main" id="{16780121-93FD-270A-BC02-CF37E17E13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31" name="WordArt 115">
                  <a:extLst>
                    <a:ext uri="{FF2B5EF4-FFF2-40B4-BE49-F238E27FC236}">
                      <a16:creationId xmlns:a16="http://schemas.microsoft.com/office/drawing/2014/main" id="{4D4DA57C-B9C1-A29F-A401-E7BFD7D34CC8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29" name="WordArt 68">
                <a:extLst>
                  <a:ext uri="{FF2B5EF4-FFF2-40B4-BE49-F238E27FC236}">
                    <a16:creationId xmlns:a16="http://schemas.microsoft.com/office/drawing/2014/main" id="{CC39295C-3710-2092-D5CF-84FBFB940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core_1_1</a:t>
                </a:r>
              </a:p>
            </p:txBody>
          </p:sp>
        </p:grp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2600F31A-93DD-43FF-5391-85E5679EDB93}"/>
                </a:ext>
              </a:extLst>
            </p:cNvPr>
            <p:cNvGrpSpPr/>
            <p:nvPr/>
          </p:nvGrpSpPr>
          <p:grpSpPr>
            <a:xfrm>
              <a:off x="6371281" y="1427391"/>
              <a:ext cx="747328" cy="426131"/>
              <a:chOff x="967835" y="2541918"/>
              <a:chExt cx="1426054" cy="463051"/>
            </a:xfrm>
          </p:grpSpPr>
          <p:grpSp>
            <p:nvGrpSpPr>
              <p:cNvPr id="1053" name="Group 93">
                <a:extLst>
                  <a:ext uri="{FF2B5EF4-FFF2-40B4-BE49-F238E27FC236}">
                    <a16:creationId xmlns:a16="http://schemas.microsoft.com/office/drawing/2014/main" id="{CA878C1B-D43D-1A29-074B-571BA5FB837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55" name="Group 94">
                  <a:extLst>
                    <a:ext uri="{FF2B5EF4-FFF2-40B4-BE49-F238E27FC236}">
                      <a16:creationId xmlns:a16="http://schemas.microsoft.com/office/drawing/2014/main" id="{64AE65D4-F24E-728F-1344-458C5B22B05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57" name="AutoShape 95">
                    <a:extLst>
                      <a:ext uri="{FF2B5EF4-FFF2-40B4-BE49-F238E27FC236}">
                        <a16:creationId xmlns:a16="http://schemas.microsoft.com/office/drawing/2014/main" id="{F4752D8D-9F5C-6A48-7C7C-83EF1EFCAE0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58" name="Group 96">
                    <a:extLst>
                      <a:ext uri="{FF2B5EF4-FFF2-40B4-BE49-F238E27FC236}">
                        <a16:creationId xmlns:a16="http://schemas.microsoft.com/office/drawing/2014/main" id="{EEDB97EE-182D-EA60-2B48-386E5CCE7C4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59" name="Group 97">
                      <a:extLst>
                        <a:ext uri="{FF2B5EF4-FFF2-40B4-BE49-F238E27FC236}">
                          <a16:creationId xmlns:a16="http://schemas.microsoft.com/office/drawing/2014/main" id="{42D62E43-A49E-C8A4-2C00-7908512B012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69" name="Freeform 98">
                        <a:extLst>
                          <a:ext uri="{FF2B5EF4-FFF2-40B4-BE49-F238E27FC236}">
                            <a16:creationId xmlns:a16="http://schemas.microsoft.com/office/drawing/2014/main" id="{A1DCC1EE-62E1-7FB9-FAA5-54DC399B802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0" name="Freeform 99">
                        <a:extLst>
                          <a:ext uri="{FF2B5EF4-FFF2-40B4-BE49-F238E27FC236}">
                            <a16:creationId xmlns:a16="http://schemas.microsoft.com/office/drawing/2014/main" id="{3F061001-5A39-7729-D607-92B7CBFB3C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1" name="Freeform 100">
                        <a:extLst>
                          <a:ext uri="{FF2B5EF4-FFF2-40B4-BE49-F238E27FC236}">
                            <a16:creationId xmlns:a16="http://schemas.microsoft.com/office/drawing/2014/main" id="{15D1E854-E3A2-6AAE-DE0A-17D36505A3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2" name="Freeform 101">
                        <a:extLst>
                          <a:ext uri="{FF2B5EF4-FFF2-40B4-BE49-F238E27FC236}">
                            <a16:creationId xmlns:a16="http://schemas.microsoft.com/office/drawing/2014/main" id="{D149A9F7-06DA-70CA-C689-A4669E3C84C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3" name="Freeform 102">
                        <a:extLst>
                          <a:ext uri="{FF2B5EF4-FFF2-40B4-BE49-F238E27FC236}">
                            <a16:creationId xmlns:a16="http://schemas.microsoft.com/office/drawing/2014/main" id="{61847C37-2D15-20A8-097E-191A59301B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4" name="Freeform 103">
                        <a:extLst>
                          <a:ext uri="{FF2B5EF4-FFF2-40B4-BE49-F238E27FC236}">
                            <a16:creationId xmlns:a16="http://schemas.microsoft.com/office/drawing/2014/main" id="{CDB4DD5C-EC07-0FB6-0201-3EC59F046A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5" name="Freeform 104">
                        <a:extLst>
                          <a:ext uri="{FF2B5EF4-FFF2-40B4-BE49-F238E27FC236}">
                            <a16:creationId xmlns:a16="http://schemas.microsoft.com/office/drawing/2014/main" id="{904FF413-B600-3ACF-DC8A-38A07BBE72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76" name="Freeform 105">
                        <a:extLst>
                          <a:ext uri="{FF2B5EF4-FFF2-40B4-BE49-F238E27FC236}">
                            <a16:creationId xmlns:a16="http://schemas.microsoft.com/office/drawing/2014/main" id="{B2012F5C-D084-7202-C104-42A8173A6B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060" name="Group 106">
                      <a:extLst>
                        <a:ext uri="{FF2B5EF4-FFF2-40B4-BE49-F238E27FC236}">
                          <a16:creationId xmlns:a16="http://schemas.microsoft.com/office/drawing/2014/main" id="{2C5BC59B-DE95-8AF0-70E0-BAE5C6D3CA68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61" name="Freeform 107">
                        <a:extLst>
                          <a:ext uri="{FF2B5EF4-FFF2-40B4-BE49-F238E27FC236}">
                            <a16:creationId xmlns:a16="http://schemas.microsoft.com/office/drawing/2014/main" id="{66EC7692-9634-F9AF-C0EE-8BFCEC907CB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2" name="Freeform 108">
                        <a:extLst>
                          <a:ext uri="{FF2B5EF4-FFF2-40B4-BE49-F238E27FC236}">
                            <a16:creationId xmlns:a16="http://schemas.microsoft.com/office/drawing/2014/main" id="{19AF3968-4ED8-2AAE-5CDD-173B3B95501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3" name="Freeform 109">
                        <a:extLst>
                          <a:ext uri="{FF2B5EF4-FFF2-40B4-BE49-F238E27FC236}">
                            <a16:creationId xmlns:a16="http://schemas.microsoft.com/office/drawing/2014/main" id="{277A3D83-002D-9110-7F40-500C01EAD7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4" name="Freeform 110">
                        <a:extLst>
                          <a:ext uri="{FF2B5EF4-FFF2-40B4-BE49-F238E27FC236}">
                            <a16:creationId xmlns:a16="http://schemas.microsoft.com/office/drawing/2014/main" id="{9E237844-978C-DB06-5D3F-2E70D63DC6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5" name="Freeform 111">
                        <a:extLst>
                          <a:ext uri="{FF2B5EF4-FFF2-40B4-BE49-F238E27FC236}">
                            <a16:creationId xmlns:a16="http://schemas.microsoft.com/office/drawing/2014/main" id="{0303AB30-A901-85F5-C0D4-ABA0CF4793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6" name="Freeform 112">
                        <a:extLst>
                          <a:ext uri="{FF2B5EF4-FFF2-40B4-BE49-F238E27FC236}">
                            <a16:creationId xmlns:a16="http://schemas.microsoft.com/office/drawing/2014/main" id="{B5545D0B-DA91-4967-3C30-A587262458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7" name="Freeform 113">
                        <a:extLst>
                          <a:ext uri="{FF2B5EF4-FFF2-40B4-BE49-F238E27FC236}">
                            <a16:creationId xmlns:a16="http://schemas.microsoft.com/office/drawing/2014/main" id="{902D5ADA-376C-A616-0366-8C183E76478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068" name="Freeform 114">
                        <a:extLst>
                          <a:ext uri="{FF2B5EF4-FFF2-40B4-BE49-F238E27FC236}">
                            <a16:creationId xmlns:a16="http://schemas.microsoft.com/office/drawing/2014/main" id="{8C847A58-0C4E-ECE8-6980-262EC54DF4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56" name="WordArt 115">
                  <a:extLst>
                    <a:ext uri="{FF2B5EF4-FFF2-40B4-BE49-F238E27FC236}">
                      <a16:creationId xmlns:a16="http://schemas.microsoft.com/office/drawing/2014/main" id="{1184C353-5F1C-8346-B55C-4AE4A7D00C20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54" name="WordArt 68">
                <a:extLst>
                  <a:ext uri="{FF2B5EF4-FFF2-40B4-BE49-F238E27FC236}">
                    <a16:creationId xmlns:a16="http://schemas.microsoft.com/office/drawing/2014/main" id="{A322B24C-4530-50D6-1C99-C2A9895357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core_1_2</a:t>
                </a:r>
              </a:p>
            </p:txBody>
          </p:sp>
        </p:grpSp>
        <p:grpSp>
          <p:nvGrpSpPr>
            <p:cNvPr id="1077" name="Gruppo 599">
              <a:extLst>
                <a:ext uri="{FF2B5EF4-FFF2-40B4-BE49-F238E27FC236}">
                  <a16:creationId xmlns:a16="http://schemas.microsoft.com/office/drawing/2014/main" id="{E7D53879-93B9-596A-4797-196B2E02D476}"/>
                </a:ext>
              </a:extLst>
            </p:cNvPr>
            <p:cNvGrpSpPr/>
            <p:nvPr/>
          </p:nvGrpSpPr>
          <p:grpSpPr>
            <a:xfrm>
              <a:off x="1666205" y="5001846"/>
              <a:ext cx="1876180" cy="583125"/>
              <a:chOff x="9946563" y="4306849"/>
              <a:chExt cx="1123818" cy="350441"/>
            </a:xfrm>
          </p:grpSpPr>
          <p:sp>
            <p:nvSpPr>
              <p:cNvPr id="1078" name="Text Box 169">
                <a:extLst>
                  <a:ext uri="{FF2B5EF4-FFF2-40B4-BE49-F238E27FC236}">
                    <a16:creationId xmlns:a16="http://schemas.microsoft.com/office/drawing/2014/main" id="{C32F265E-9504-74BD-48E9-768ECEBAF3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46563" y="4417943"/>
                <a:ext cx="907197" cy="160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server_1_1</a:t>
                </a:r>
              </a:p>
            </p:txBody>
          </p:sp>
          <p:sp>
            <p:nvSpPr>
              <p:cNvPr id="1079" name="AutoShape 171">
                <a:extLst>
                  <a:ext uri="{FF2B5EF4-FFF2-40B4-BE49-F238E27FC236}">
                    <a16:creationId xmlns:a16="http://schemas.microsoft.com/office/drawing/2014/main" id="{E3B9F3C9-5D76-7C56-8743-A46C6CA26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80" name="mainfrm">
                <a:extLst>
                  <a:ext uri="{FF2B5EF4-FFF2-40B4-BE49-F238E27FC236}">
                    <a16:creationId xmlns:a16="http://schemas.microsoft.com/office/drawing/2014/main" id="{2CEC320D-C0E7-DDED-ED14-CB28F50B5033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grpSp>
          <p:nvGrpSpPr>
            <p:cNvPr id="1081" name="Gruppo 599">
              <a:extLst>
                <a:ext uri="{FF2B5EF4-FFF2-40B4-BE49-F238E27FC236}">
                  <a16:creationId xmlns:a16="http://schemas.microsoft.com/office/drawing/2014/main" id="{FECC43DF-984A-0DE8-5BA5-B7D0C42D7B2D}"/>
                </a:ext>
              </a:extLst>
            </p:cNvPr>
            <p:cNvGrpSpPr/>
            <p:nvPr/>
          </p:nvGrpSpPr>
          <p:grpSpPr>
            <a:xfrm>
              <a:off x="3859673" y="5006330"/>
              <a:ext cx="1850595" cy="583123"/>
              <a:chOff x="10691757" y="4306849"/>
              <a:chExt cx="1108492" cy="350441"/>
            </a:xfrm>
          </p:grpSpPr>
          <p:sp>
            <p:nvSpPr>
              <p:cNvPr id="1082" name="Text Box 169">
                <a:extLst>
                  <a:ext uri="{FF2B5EF4-FFF2-40B4-BE49-F238E27FC236}">
                    <a16:creationId xmlns:a16="http://schemas.microsoft.com/office/drawing/2014/main" id="{EFB75C74-0BCA-7883-666C-2204D78EC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3052" y="4401124"/>
                <a:ext cx="907197" cy="160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server_1_2</a:t>
                </a:r>
              </a:p>
            </p:txBody>
          </p:sp>
          <p:sp>
            <p:nvSpPr>
              <p:cNvPr id="1083" name="AutoShape 171">
                <a:extLst>
                  <a:ext uri="{FF2B5EF4-FFF2-40B4-BE49-F238E27FC236}">
                    <a16:creationId xmlns:a16="http://schemas.microsoft.com/office/drawing/2014/main" id="{66DBBB0C-BE45-AC7F-1AD5-828E5D60B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84" name="mainfrm">
                <a:extLst>
                  <a:ext uri="{FF2B5EF4-FFF2-40B4-BE49-F238E27FC236}">
                    <a16:creationId xmlns:a16="http://schemas.microsoft.com/office/drawing/2014/main" id="{DF101D03-E9E7-F1D0-0372-5A04583FEAFE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sp>
          <p:nvSpPr>
            <p:cNvPr id="1085" name="Line 72">
              <a:extLst>
                <a:ext uri="{FF2B5EF4-FFF2-40B4-BE49-F238E27FC236}">
                  <a16:creationId xmlns:a16="http://schemas.microsoft.com/office/drawing/2014/main" id="{0D09F754-B499-826E-B388-ABD8257B70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7968190" y="4427529"/>
              <a:ext cx="668439" cy="58646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grpSp>
          <p:nvGrpSpPr>
            <p:cNvPr id="1086" name="Gruppo 599">
              <a:extLst>
                <a:ext uri="{FF2B5EF4-FFF2-40B4-BE49-F238E27FC236}">
                  <a16:creationId xmlns:a16="http://schemas.microsoft.com/office/drawing/2014/main" id="{5DFC0097-1E22-1326-A8FE-EF10CABB1663}"/>
                </a:ext>
              </a:extLst>
            </p:cNvPr>
            <p:cNvGrpSpPr/>
            <p:nvPr/>
          </p:nvGrpSpPr>
          <p:grpSpPr>
            <a:xfrm>
              <a:off x="6866206" y="5009106"/>
              <a:ext cx="1980957" cy="583123"/>
              <a:chOff x="9883803" y="4306849"/>
              <a:chExt cx="1186578" cy="350441"/>
            </a:xfrm>
          </p:grpSpPr>
          <p:sp>
            <p:nvSpPr>
              <p:cNvPr id="1087" name="Text Box 169">
                <a:extLst>
                  <a:ext uri="{FF2B5EF4-FFF2-40B4-BE49-F238E27FC236}">
                    <a16:creationId xmlns:a16="http://schemas.microsoft.com/office/drawing/2014/main" id="{36E449D0-ACA4-478E-4824-C3F5ACFC25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83803" y="4396465"/>
                <a:ext cx="907197" cy="160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server_2_1</a:t>
                </a:r>
              </a:p>
            </p:txBody>
          </p:sp>
          <p:sp>
            <p:nvSpPr>
              <p:cNvPr id="1088" name="AutoShape 171">
                <a:extLst>
                  <a:ext uri="{FF2B5EF4-FFF2-40B4-BE49-F238E27FC236}">
                    <a16:creationId xmlns:a16="http://schemas.microsoft.com/office/drawing/2014/main" id="{18F07E73-213C-BD85-8F4C-046565D09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89" name="mainfrm">
                <a:extLst>
                  <a:ext uri="{FF2B5EF4-FFF2-40B4-BE49-F238E27FC236}">
                    <a16:creationId xmlns:a16="http://schemas.microsoft.com/office/drawing/2014/main" id="{FA5D422C-883A-6F25-4AA4-AE0E224F514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grpSp>
          <p:nvGrpSpPr>
            <p:cNvPr id="1090" name="Gruppo 599">
              <a:extLst>
                <a:ext uri="{FF2B5EF4-FFF2-40B4-BE49-F238E27FC236}">
                  <a16:creationId xmlns:a16="http://schemas.microsoft.com/office/drawing/2014/main" id="{C80416CB-526A-A7E3-9CFD-2CDB9A9E5D02}"/>
                </a:ext>
              </a:extLst>
            </p:cNvPr>
            <p:cNvGrpSpPr/>
            <p:nvPr/>
          </p:nvGrpSpPr>
          <p:grpSpPr>
            <a:xfrm>
              <a:off x="9110172" y="5016037"/>
              <a:ext cx="1900858" cy="583123"/>
              <a:chOff x="10691757" y="4306849"/>
              <a:chExt cx="1138599" cy="350441"/>
            </a:xfrm>
          </p:grpSpPr>
          <p:sp>
            <p:nvSpPr>
              <p:cNvPr id="1091" name="Text Box 169">
                <a:extLst>
                  <a:ext uri="{FF2B5EF4-FFF2-40B4-BE49-F238E27FC236}">
                    <a16:creationId xmlns:a16="http://schemas.microsoft.com/office/drawing/2014/main" id="{111FCFD3-41B6-8C8A-F35C-D7303DA47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23159" y="4397970"/>
                <a:ext cx="907197" cy="160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800" b="1"/>
                  <a:t>server_2_2</a:t>
                </a:r>
              </a:p>
            </p:txBody>
          </p:sp>
          <p:sp>
            <p:nvSpPr>
              <p:cNvPr id="1092" name="AutoShape 171">
                <a:extLst>
                  <a:ext uri="{FF2B5EF4-FFF2-40B4-BE49-F238E27FC236}">
                    <a16:creationId xmlns:a16="http://schemas.microsoft.com/office/drawing/2014/main" id="{8290F5CE-EB2F-115C-435D-328CFA8E1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1093" name="mainfrm">
                <a:extLst>
                  <a:ext uri="{FF2B5EF4-FFF2-40B4-BE49-F238E27FC236}">
                    <a16:creationId xmlns:a16="http://schemas.microsoft.com/office/drawing/2014/main" id="{364385ED-5218-C479-671B-E71DDDEBCBAA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 sz="1400"/>
              </a:p>
            </p:txBody>
          </p:sp>
        </p:grpSp>
        <p:grpSp>
          <p:nvGrpSpPr>
            <p:cNvPr id="1094" name="Group 1093">
              <a:extLst>
                <a:ext uri="{FF2B5EF4-FFF2-40B4-BE49-F238E27FC236}">
                  <a16:creationId xmlns:a16="http://schemas.microsoft.com/office/drawing/2014/main" id="{2E56D593-65DF-C772-A66F-E8D91B521B60}"/>
                </a:ext>
              </a:extLst>
            </p:cNvPr>
            <p:cNvGrpSpPr/>
            <p:nvPr/>
          </p:nvGrpSpPr>
          <p:grpSpPr>
            <a:xfrm>
              <a:off x="7657250" y="3959499"/>
              <a:ext cx="747328" cy="426131"/>
              <a:chOff x="967835" y="2541918"/>
              <a:chExt cx="1426054" cy="463051"/>
            </a:xfrm>
          </p:grpSpPr>
          <p:grpSp>
            <p:nvGrpSpPr>
              <p:cNvPr id="1095" name="Group 93">
                <a:extLst>
                  <a:ext uri="{FF2B5EF4-FFF2-40B4-BE49-F238E27FC236}">
                    <a16:creationId xmlns:a16="http://schemas.microsoft.com/office/drawing/2014/main" id="{98D34A7E-7127-F83D-7B25-6221BEACFCF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97" name="Group 94">
                  <a:extLst>
                    <a:ext uri="{FF2B5EF4-FFF2-40B4-BE49-F238E27FC236}">
                      <a16:creationId xmlns:a16="http://schemas.microsoft.com/office/drawing/2014/main" id="{8BCF0734-1529-E344-8E0F-339D2E874AB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99" name="AutoShape 95">
                    <a:extLst>
                      <a:ext uri="{FF2B5EF4-FFF2-40B4-BE49-F238E27FC236}">
                        <a16:creationId xmlns:a16="http://schemas.microsoft.com/office/drawing/2014/main" id="{3090FCDF-79B2-7E68-6E06-C35BBDF8E92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00" name="Group 96">
                    <a:extLst>
                      <a:ext uri="{FF2B5EF4-FFF2-40B4-BE49-F238E27FC236}">
                        <a16:creationId xmlns:a16="http://schemas.microsoft.com/office/drawing/2014/main" id="{D4F7EA60-B440-E315-7CEC-F20522DC764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01" name="Group 97">
                      <a:extLst>
                        <a:ext uri="{FF2B5EF4-FFF2-40B4-BE49-F238E27FC236}">
                          <a16:creationId xmlns:a16="http://schemas.microsoft.com/office/drawing/2014/main" id="{EBCD140B-48E8-CF2A-03A4-84DBF07661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11" name="Freeform 98">
                        <a:extLst>
                          <a:ext uri="{FF2B5EF4-FFF2-40B4-BE49-F238E27FC236}">
                            <a16:creationId xmlns:a16="http://schemas.microsoft.com/office/drawing/2014/main" id="{E50E4B1C-0331-0E5B-9824-F2FD4FDE3A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2" name="Freeform 99">
                        <a:extLst>
                          <a:ext uri="{FF2B5EF4-FFF2-40B4-BE49-F238E27FC236}">
                            <a16:creationId xmlns:a16="http://schemas.microsoft.com/office/drawing/2014/main" id="{E1FEAA6B-0337-AF0A-A05B-83EA26A577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3" name="Freeform 100">
                        <a:extLst>
                          <a:ext uri="{FF2B5EF4-FFF2-40B4-BE49-F238E27FC236}">
                            <a16:creationId xmlns:a16="http://schemas.microsoft.com/office/drawing/2014/main" id="{A141085C-8D07-E9C5-4EED-2DD452CF576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4" name="Freeform 101">
                        <a:extLst>
                          <a:ext uri="{FF2B5EF4-FFF2-40B4-BE49-F238E27FC236}">
                            <a16:creationId xmlns:a16="http://schemas.microsoft.com/office/drawing/2014/main" id="{CE9D8FC4-EF79-E302-02DC-6A58CA01FA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5" name="Freeform 102">
                        <a:extLst>
                          <a:ext uri="{FF2B5EF4-FFF2-40B4-BE49-F238E27FC236}">
                            <a16:creationId xmlns:a16="http://schemas.microsoft.com/office/drawing/2014/main" id="{65C1350A-7950-53CF-8D31-4ACD8B5550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6" name="Freeform 103">
                        <a:extLst>
                          <a:ext uri="{FF2B5EF4-FFF2-40B4-BE49-F238E27FC236}">
                            <a16:creationId xmlns:a16="http://schemas.microsoft.com/office/drawing/2014/main" id="{DA245B12-F5DC-9CAD-9BB7-22BC06939A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7" name="Freeform 104">
                        <a:extLst>
                          <a:ext uri="{FF2B5EF4-FFF2-40B4-BE49-F238E27FC236}">
                            <a16:creationId xmlns:a16="http://schemas.microsoft.com/office/drawing/2014/main" id="{7E9C134B-A09D-B381-8651-2B8566665EC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8" name="Freeform 105">
                        <a:extLst>
                          <a:ext uri="{FF2B5EF4-FFF2-40B4-BE49-F238E27FC236}">
                            <a16:creationId xmlns:a16="http://schemas.microsoft.com/office/drawing/2014/main" id="{93D0F005-4C04-28AF-7B6E-A3845EBA862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102" name="Group 106">
                      <a:extLst>
                        <a:ext uri="{FF2B5EF4-FFF2-40B4-BE49-F238E27FC236}">
                          <a16:creationId xmlns:a16="http://schemas.microsoft.com/office/drawing/2014/main" id="{0A220C80-368D-C390-0025-0AC0D5AA8E0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03" name="Freeform 107">
                        <a:extLst>
                          <a:ext uri="{FF2B5EF4-FFF2-40B4-BE49-F238E27FC236}">
                            <a16:creationId xmlns:a16="http://schemas.microsoft.com/office/drawing/2014/main" id="{0442909C-41A7-6D94-D5C2-B374507DEA7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4" name="Freeform 108">
                        <a:extLst>
                          <a:ext uri="{FF2B5EF4-FFF2-40B4-BE49-F238E27FC236}">
                            <a16:creationId xmlns:a16="http://schemas.microsoft.com/office/drawing/2014/main" id="{7417E93E-5FBA-95D5-351C-FD75E6669BD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5" name="Freeform 109">
                        <a:extLst>
                          <a:ext uri="{FF2B5EF4-FFF2-40B4-BE49-F238E27FC236}">
                            <a16:creationId xmlns:a16="http://schemas.microsoft.com/office/drawing/2014/main" id="{BD4A9E2D-7094-4318-4CEE-DDE9B5EC7A6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6" name="Freeform 110">
                        <a:extLst>
                          <a:ext uri="{FF2B5EF4-FFF2-40B4-BE49-F238E27FC236}">
                            <a16:creationId xmlns:a16="http://schemas.microsoft.com/office/drawing/2014/main" id="{C5BA182C-6BA8-F5CC-3925-AEEF0EDAFA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7" name="Freeform 111">
                        <a:extLst>
                          <a:ext uri="{FF2B5EF4-FFF2-40B4-BE49-F238E27FC236}">
                            <a16:creationId xmlns:a16="http://schemas.microsoft.com/office/drawing/2014/main" id="{ACA04850-E2AB-FC3C-53CF-78EEA6C9CE9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8" name="Freeform 112">
                        <a:extLst>
                          <a:ext uri="{FF2B5EF4-FFF2-40B4-BE49-F238E27FC236}">
                            <a16:creationId xmlns:a16="http://schemas.microsoft.com/office/drawing/2014/main" id="{510DBA07-E267-637B-AF36-F31F9B9F01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09" name="Freeform 113">
                        <a:extLst>
                          <a:ext uri="{FF2B5EF4-FFF2-40B4-BE49-F238E27FC236}">
                            <a16:creationId xmlns:a16="http://schemas.microsoft.com/office/drawing/2014/main" id="{3049E0DE-1FA9-2916-2E54-1F117F22BB1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10" name="Freeform 114">
                        <a:extLst>
                          <a:ext uri="{FF2B5EF4-FFF2-40B4-BE49-F238E27FC236}">
                            <a16:creationId xmlns:a16="http://schemas.microsoft.com/office/drawing/2014/main" id="{D02D9C8B-D0B5-9DC3-FC5F-0BE3F43C13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098" name="WordArt 115">
                  <a:extLst>
                    <a:ext uri="{FF2B5EF4-FFF2-40B4-BE49-F238E27FC236}">
                      <a16:creationId xmlns:a16="http://schemas.microsoft.com/office/drawing/2014/main" id="{59DE2867-5616-8F65-547C-0CA8D8C4A0EC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96" name="WordArt 68">
                <a:extLst>
                  <a:ext uri="{FF2B5EF4-FFF2-40B4-BE49-F238E27FC236}">
                    <a16:creationId xmlns:a16="http://schemas.microsoft.com/office/drawing/2014/main" id="{5EB119E7-ECB5-66B1-3384-EC858F9FA0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leaf_2_1</a:t>
                </a:r>
              </a:p>
            </p:txBody>
          </p:sp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BC495B37-0D2F-5FC3-34AC-6B29FBF6964E}"/>
                </a:ext>
              </a:extLst>
            </p:cNvPr>
            <p:cNvGrpSpPr/>
            <p:nvPr/>
          </p:nvGrpSpPr>
          <p:grpSpPr>
            <a:xfrm>
              <a:off x="9283270" y="3951429"/>
              <a:ext cx="747328" cy="426131"/>
              <a:chOff x="967835" y="2541918"/>
              <a:chExt cx="1426054" cy="463051"/>
            </a:xfrm>
          </p:grpSpPr>
          <p:grpSp>
            <p:nvGrpSpPr>
              <p:cNvPr id="1120" name="Group 93">
                <a:extLst>
                  <a:ext uri="{FF2B5EF4-FFF2-40B4-BE49-F238E27FC236}">
                    <a16:creationId xmlns:a16="http://schemas.microsoft.com/office/drawing/2014/main" id="{227EDA9C-4AAA-3DC7-D7F3-915CEEBF624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122" name="Group 94">
                  <a:extLst>
                    <a:ext uri="{FF2B5EF4-FFF2-40B4-BE49-F238E27FC236}">
                      <a16:creationId xmlns:a16="http://schemas.microsoft.com/office/drawing/2014/main" id="{E6ED8D86-A931-64B1-333C-E7039646CC8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124" name="AutoShape 95">
                    <a:extLst>
                      <a:ext uri="{FF2B5EF4-FFF2-40B4-BE49-F238E27FC236}">
                        <a16:creationId xmlns:a16="http://schemas.microsoft.com/office/drawing/2014/main" id="{2A4D1E56-A535-37CE-1EB0-FAD1F490F97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25" name="Group 96">
                    <a:extLst>
                      <a:ext uri="{FF2B5EF4-FFF2-40B4-BE49-F238E27FC236}">
                        <a16:creationId xmlns:a16="http://schemas.microsoft.com/office/drawing/2014/main" id="{D2D2088F-DDEC-E103-C075-8D9E216504E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26" name="Group 97">
                      <a:extLst>
                        <a:ext uri="{FF2B5EF4-FFF2-40B4-BE49-F238E27FC236}">
                          <a16:creationId xmlns:a16="http://schemas.microsoft.com/office/drawing/2014/main" id="{D2F3480E-DB07-370D-65A2-D3D2B1EB089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36" name="Freeform 98">
                        <a:extLst>
                          <a:ext uri="{FF2B5EF4-FFF2-40B4-BE49-F238E27FC236}">
                            <a16:creationId xmlns:a16="http://schemas.microsoft.com/office/drawing/2014/main" id="{4CA0A79D-0C9D-2134-DEBA-AB2033F3AC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7" name="Freeform 99">
                        <a:extLst>
                          <a:ext uri="{FF2B5EF4-FFF2-40B4-BE49-F238E27FC236}">
                            <a16:creationId xmlns:a16="http://schemas.microsoft.com/office/drawing/2014/main" id="{D1A977E7-2BEB-E8D5-2FB6-6056C66497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8" name="Freeform 100">
                        <a:extLst>
                          <a:ext uri="{FF2B5EF4-FFF2-40B4-BE49-F238E27FC236}">
                            <a16:creationId xmlns:a16="http://schemas.microsoft.com/office/drawing/2014/main" id="{89736B36-0D2F-3D73-0222-544CCE7DC7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9" name="Freeform 101">
                        <a:extLst>
                          <a:ext uri="{FF2B5EF4-FFF2-40B4-BE49-F238E27FC236}">
                            <a16:creationId xmlns:a16="http://schemas.microsoft.com/office/drawing/2014/main" id="{ABE12C18-614D-8ADD-15AA-D5A2079CB8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0" name="Freeform 102">
                        <a:extLst>
                          <a:ext uri="{FF2B5EF4-FFF2-40B4-BE49-F238E27FC236}">
                            <a16:creationId xmlns:a16="http://schemas.microsoft.com/office/drawing/2014/main" id="{F115E69D-A990-91B2-712C-FCCCA878A75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1" name="Freeform 103">
                        <a:extLst>
                          <a:ext uri="{FF2B5EF4-FFF2-40B4-BE49-F238E27FC236}">
                            <a16:creationId xmlns:a16="http://schemas.microsoft.com/office/drawing/2014/main" id="{C0A5CB6E-5A17-0C7F-227B-FAD1C073FC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2" name="Freeform 104">
                        <a:extLst>
                          <a:ext uri="{FF2B5EF4-FFF2-40B4-BE49-F238E27FC236}">
                            <a16:creationId xmlns:a16="http://schemas.microsoft.com/office/drawing/2014/main" id="{E6DCF65C-E296-530D-9BBA-75636C82A8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43" name="Freeform 105">
                        <a:extLst>
                          <a:ext uri="{FF2B5EF4-FFF2-40B4-BE49-F238E27FC236}">
                            <a16:creationId xmlns:a16="http://schemas.microsoft.com/office/drawing/2014/main" id="{DF0C031D-14BF-8F16-3132-128DAF5A01D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127" name="Group 106">
                      <a:extLst>
                        <a:ext uri="{FF2B5EF4-FFF2-40B4-BE49-F238E27FC236}">
                          <a16:creationId xmlns:a16="http://schemas.microsoft.com/office/drawing/2014/main" id="{20EA6EFC-A4B9-17E8-A7FC-B0A32AA3F74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28" name="Freeform 107">
                        <a:extLst>
                          <a:ext uri="{FF2B5EF4-FFF2-40B4-BE49-F238E27FC236}">
                            <a16:creationId xmlns:a16="http://schemas.microsoft.com/office/drawing/2014/main" id="{A68F3171-C755-9ECD-2B19-C4782DE51DD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29" name="Freeform 108">
                        <a:extLst>
                          <a:ext uri="{FF2B5EF4-FFF2-40B4-BE49-F238E27FC236}">
                            <a16:creationId xmlns:a16="http://schemas.microsoft.com/office/drawing/2014/main" id="{6577F758-6A02-4BFD-D2DD-3D6CD5B987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0" name="Freeform 109">
                        <a:extLst>
                          <a:ext uri="{FF2B5EF4-FFF2-40B4-BE49-F238E27FC236}">
                            <a16:creationId xmlns:a16="http://schemas.microsoft.com/office/drawing/2014/main" id="{7A963755-7E66-BB5B-771E-A3C4FFFD5B1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1" name="Freeform 110">
                        <a:extLst>
                          <a:ext uri="{FF2B5EF4-FFF2-40B4-BE49-F238E27FC236}">
                            <a16:creationId xmlns:a16="http://schemas.microsoft.com/office/drawing/2014/main" id="{DA90ED17-E4A5-E9BA-2D0B-35213AA92E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2" name="Freeform 111">
                        <a:extLst>
                          <a:ext uri="{FF2B5EF4-FFF2-40B4-BE49-F238E27FC236}">
                            <a16:creationId xmlns:a16="http://schemas.microsoft.com/office/drawing/2014/main" id="{C9354845-1B48-A6FF-8318-3D4AE1ED49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3" name="Freeform 112">
                        <a:extLst>
                          <a:ext uri="{FF2B5EF4-FFF2-40B4-BE49-F238E27FC236}">
                            <a16:creationId xmlns:a16="http://schemas.microsoft.com/office/drawing/2014/main" id="{C1E6C4EA-A88C-8E6D-372C-C6A6E321E3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4" name="Freeform 113">
                        <a:extLst>
                          <a:ext uri="{FF2B5EF4-FFF2-40B4-BE49-F238E27FC236}">
                            <a16:creationId xmlns:a16="http://schemas.microsoft.com/office/drawing/2014/main" id="{F927CA2A-F955-054F-04DA-1B05F14E91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135" name="Freeform 114">
                        <a:extLst>
                          <a:ext uri="{FF2B5EF4-FFF2-40B4-BE49-F238E27FC236}">
                            <a16:creationId xmlns:a16="http://schemas.microsoft.com/office/drawing/2014/main" id="{7D69BC9A-19B4-6070-D92E-CA373886323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123" name="WordArt 115">
                  <a:extLst>
                    <a:ext uri="{FF2B5EF4-FFF2-40B4-BE49-F238E27FC236}">
                      <a16:creationId xmlns:a16="http://schemas.microsoft.com/office/drawing/2014/main" id="{98A21F37-9414-9E59-A956-734D624C7F41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21" name="WordArt 68">
                <a:extLst>
                  <a:ext uri="{FF2B5EF4-FFF2-40B4-BE49-F238E27FC236}">
                    <a16:creationId xmlns:a16="http://schemas.microsoft.com/office/drawing/2014/main" id="{B180D10E-7AC2-D320-A2CE-A1EAFA19F0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leaf_2_2</a:t>
                </a:r>
              </a:p>
            </p:txBody>
          </p:sp>
        </p:grpSp>
        <p:sp>
          <p:nvSpPr>
            <p:cNvPr id="1144" name="Oval 152">
              <a:extLst>
                <a:ext uri="{FF2B5EF4-FFF2-40B4-BE49-F238E27FC236}">
                  <a16:creationId xmlns:a16="http://schemas.microsoft.com/office/drawing/2014/main" id="{BBFF66E5-8F1B-DF01-2591-33A1EE46C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838" y="3576269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145" name="Oval 152">
              <a:extLst>
                <a:ext uri="{FF2B5EF4-FFF2-40B4-BE49-F238E27FC236}">
                  <a16:creationId xmlns:a16="http://schemas.microsoft.com/office/drawing/2014/main" id="{5DB7DDC6-033D-7413-F219-8C10C8996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508" y="463712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146" name="Oval 152">
              <a:extLst>
                <a:ext uri="{FF2B5EF4-FFF2-40B4-BE49-F238E27FC236}">
                  <a16:creationId xmlns:a16="http://schemas.microsoft.com/office/drawing/2014/main" id="{4B164A20-6DF0-7D97-A62F-D9A3C990B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423" y="4641201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1147" name="Oval 152">
              <a:extLst>
                <a:ext uri="{FF2B5EF4-FFF2-40B4-BE49-F238E27FC236}">
                  <a16:creationId xmlns:a16="http://schemas.microsoft.com/office/drawing/2014/main" id="{8F0B1EBB-27B5-C609-D6F0-6FBA1F6EC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3168" y="461605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 err="1">
                  <a:latin typeface="Tahoma" panose="020B0604030504040204" pitchFamily="34" charset="0"/>
                </a:rPr>
                <a:t>W</a:t>
              </a:r>
              <a:endParaRPr lang="it-IT" altLang="it-IT" sz="1050">
                <a:latin typeface="Tahoma" panose="020B0604030504040204" pitchFamily="34" charset="0"/>
              </a:endParaRPr>
            </a:p>
          </p:txBody>
        </p:sp>
        <p:sp>
          <p:nvSpPr>
            <p:cNvPr id="1148" name="Oval 152">
              <a:extLst>
                <a:ext uri="{FF2B5EF4-FFF2-40B4-BE49-F238E27FC236}">
                  <a16:creationId xmlns:a16="http://schemas.microsoft.com/office/drawing/2014/main" id="{1E870EC4-EBFB-09F7-6078-7F5428473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4506" y="4610860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M</a:t>
              </a:r>
            </a:p>
          </p:txBody>
        </p:sp>
        <p:sp>
          <p:nvSpPr>
            <p:cNvPr id="1149" name="Oval 152">
              <a:extLst>
                <a:ext uri="{FF2B5EF4-FFF2-40B4-BE49-F238E27FC236}">
                  <a16:creationId xmlns:a16="http://schemas.microsoft.com/office/drawing/2014/main" id="{8159CA88-B211-8DBC-5E61-48A06BE10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404" y="356727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O</a:t>
              </a:r>
            </a:p>
          </p:txBody>
        </p:sp>
        <p:sp>
          <p:nvSpPr>
            <p:cNvPr id="1150" name="Oval 152">
              <a:extLst>
                <a:ext uri="{FF2B5EF4-FFF2-40B4-BE49-F238E27FC236}">
                  <a16:creationId xmlns:a16="http://schemas.microsoft.com/office/drawing/2014/main" id="{85E03D75-B1BA-F78E-6138-896138327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690" y="342973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L</a:t>
              </a:r>
            </a:p>
          </p:txBody>
        </p:sp>
        <p:sp>
          <p:nvSpPr>
            <p:cNvPr id="1151" name="Oval 152">
              <a:extLst>
                <a:ext uri="{FF2B5EF4-FFF2-40B4-BE49-F238E27FC236}">
                  <a16:creationId xmlns:a16="http://schemas.microsoft.com/office/drawing/2014/main" id="{E9CB05E4-D11F-F4DC-F4D0-DFC3497A7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7105" y="3426779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1152" name="Oval 152">
              <a:extLst>
                <a:ext uri="{FF2B5EF4-FFF2-40B4-BE49-F238E27FC236}">
                  <a16:creationId xmlns:a16="http://schemas.microsoft.com/office/drawing/2014/main" id="{3957BB38-4333-3A03-D838-0F0DA0574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6704" y="3551337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K</a:t>
              </a:r>
            </a:p>
          </p:txBody>
        </p:sp>
        <p:sp>
          <p:nvSpPr>
            <p:cNvPr id="1153" name="Oval 152">
              <a:extLst>
                <a:ext uri="{FF2B5EF4-FFF2-40B4-BE49-F238E27FC236}">
                  <a16:creationId xmlns:a16="http://schemas.microsoft.com/office/drawing/2014/main" id="{940C9F21-19A2-E183-D6D1-12A9FB03B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832" y="3454590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154" name="Oval 152">
              <a:extLst>
                <a:ext uri="{FF2B5EF4-FFF2-40B4-BE49-F238E27FC236}">
                  <a16:creationId xmlns:a16="http://schemas.microsoft.com/office/drawing/2014/main" id="{706CA618-2000-36DB-6FC3-800C84EDE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736" y="345073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155" name="Oval 152">
              <a:extLst>
                <a:ext uri="{FF2B5EF4-FFF2-40B4-BE49-F238E27FC236}">
                  <a16:creationId xmlns:a16="http://schemas.microsoft.com/office/drawing/2014/main" id="{D9CDD100-12A2-865F-8C7D-369956768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865" y="343580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156" name="Oval 152">
              <a:extLst>
                <a:ext uri="{FF2B5EF4-FFF2-40B4-BE49-F238E27FC236}">
                  <a16:creationId xmlns:a16="http://schemas.microsoft.com/office/drawing/2014/main" id="{34283D5D-E446-2C72-BCAC-6FE672D22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854" y="248527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Q</a:t>
              </a:r>
            </a:p>
          </p:txBody>
        </p:sp>
        <p:sp>
          <p:nvSpPr>
            <p:cNvPr id="1157" name="Oval 152">
              <a:extLst>
                <a:ext uri="{FF2B5EF4-FFF2-40B4-BE49-F238E27FC236}">
                  <a16:creationId xmlns:a16="http://schemas.microsoft.com/office/drawing/2014/main" id="{4DDD943E-A359-B31E-6B41-63EBD0BAA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0715" y="248527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1158" name="Oval 152">
              <a:extLst>
                <a:ext uri="{FF2B5EF4-FFF2-40B4-BE49-F238E27FC236}">
                  <a16:creationId xmlns:a16="http://schemas.microsoft.com/office/drawing/2014/main" id="{523BDF71-9C49-6183-9880-567CE8F5B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9708" y="2500939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159" name="Oval 152">
              <a:extLst>
                <a:ext uri="{FF2B5EF4-FFF2-40B4-BE49-F238E27FC236}">
                  <a16:creationId xmlns:a16="http://schemas.microsoft.com/office/drawing/2014/main" id="{7BC773D7-7576-F5E6-B5EE-5261C1998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655" y="2386408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1162" name="Oval 152">
              <a:extLst>
                <a:ext uri="{FF2B5EF4-FFF2-40B4-BE49-F238E27FC236}">
                  <a16:creationId xmlns:a16="http://schemas.microsoft.com/office/drawing/2014/main" id="{715A2480-2724-A027-C4E6-425611EA8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598" y="2513225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1163" name="Oval 152">
              <a:extLst>
                <a:ext uri="{FF2B5EF4-FFF2-40B4-BE49-F238E27FC236}">
                  <a16:creationId xmlns:a16="http://schemas.microsoft.com/office/drawing/2014/main" id="{718342E2-2722-3E3F-BE99-A419D0576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390" y="247357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1164" name="Oval 152">
              <a:extLst>
                <a:ext uri="{FF2B5EF4-FFF2-40B4-BE49-F238E27FC236}">
                  <a16:creationId xmlns:a16="http://schemas.microsoft.com/office/drawing/2014/main" id="{8E147314-716F-AADC-0ACE-EE3D9CA3E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068" y="2461747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1165" name="Oval 152">
              <a:extLst>
                <a:ext uri="{FF2B5EF4-FFF2-40B4-BE49-F238E27FC236}">
                  <a16:creationId xmlns:a16="http://schemas.microsoft.com/office/drawing/2014/main" id="{00754E32-F6EA-AE7A-B078-621573E8F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055" y="2538842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>
                  <a:latin typeface="Tahoma" panose="020B0604030504040204" pitchFamily="34" charset="0"/>
                </a:rPr>
                <a:t>J</a:t>
              </a:r>
            </a:p>
          </p:txBody>
        </p:sp>
        <p:sp>
          <p:nvSpPr>
            <p:cNvPr id="1166" name="Text Box 137">
              <a:extLst>
                <a:ext uri="{FF2B5EF4-FFF2-40B4-BE49-F238E27FC236}">
                  <a16:creationId xmlns:a16="http://schemas.microsoft.com/office/drawing/2014/main" id="{A4E99513-DB27-C1BC-E307-72B7AD35889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2924756" y="4051684"/>
              <a:ext cx="798307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AS64512</a:t>
              </a:r>
            </a:p>
          </p:txBody>
        </p:sp>
        <p:sp>
          <p:nvSpPr>
            <p:cNvPr id="1167" name="Text Box 137">
              <a:extLst>
                <a:ext uri="{FF2B5EF4-FFF2-40B4-BE49-F238E27FC236}">
                  <a16:creationId xmlns:a16="http://schemas.microsoft.com/office/drawing/2014/main" id="{3B481ACF-6296-2110-2AAD-3FAEA678DC3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63532" y="2863538"/>
              <a:ext cx="906754" cy="282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900" b="1" dirty="0">
                  <a:latin typeface="Tahoma" panose="020B0604030504040204" pitchFamily="34" charset="0"/>
                </a:rPr>
                <a:t>AS64514</a:t>
              </a:r>
              <a:endParaRPr lang="it-IT" altLang="it-IT" sz="1000" b="1" dirty="0">
                <a:latin typeface="Tahoma" panose="020B0604030504040204" pitchFamily="34" charset="0"/>
              </a:endParaRPr>
            </a:p>
          </p:txBody>
        </p:sp>
        <p:sp>
          <p:nvSpPr>
            <p:cNvPr id="1168" name="Text Box 137">
              <a:extLst>
                <a:ext uri="{FF2B5EF4-FFF2-40B4-BE49-F238E27FC236}">
                  <a16:creationId xmlns:a16="http://schemas.microsoft.com/office/drawing/2014/main" id="{7AC20961-D3CF-00A0-D3AE-DA88F793C8E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3467529" y="4061331"/>
              <a:ext cx="780656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AS64513</a:t>
              </a:r>
            </a:p>
          </p:txBody>
        </p:sp>
        <p:sp>
          <p:nvSpPr>
            <p:cNvPr id="1169" name="Text Box 137">
              <a:extLst>
                <a:ext uri="{FF2B5EF4-FFF2-40B4-BE49-F238E27FC236}">
                  <a16:creationId xmlns:a16="http://schemas.microsoft.com/office/drawing/2014/main" id="{298B48C8-2A45-B406-3E37-77900943CD6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8114180" y="4048807"/>
              <a:ext cx="905338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AS64515</a:t>
              </a:r>
            </a:p>
          </p:txBody>
        </p:sp>
        <p:sp>
          <p:nvSpPr>
            <p:cNvPr id="1170" name="Text Box 137">
              <a:extLst>
                <a:ext uri="{FF2B5EF4-FFF2-40B4-BE49-F238E27FC236}">
                  <a16:creationId xmlns:a16="http://schemas.microsoft.com/office/drawing/2014/main" id="{A9540240-D38B-D1FA-25BA-C7FA7605A1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8677369" y="4060161"/>
              <a:ext cx="859828" cy="226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600" b="1" dirty="0">
                  <a:latin typeface="Tahoma" panose="020B0604030504040204" pitchFamily="34" charset="0"/>
                </a:rPr>
                <a:t>AS64516</a:t>
              </a:r>
            </a:p>
          </p:txBody>
        </p:sp>
        <p:sp>
          <p:nvSpPr>
            <p:cNvPr id="1171" name="Text Box 137">
              <a:extLst>
                <a:ext uri="{FF2B5EF4-FFF2-40B4-BE49-F238E27FC236}">
                  <a16:creationId xmlns:a16="http://schemas.microsoft.com/office/drawing/2014/main" id="{29404A90-1DE5-3105-6BC1-83C89D2DE6D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378564" y="2874217"/>
              <a:ext cx="964094" cy="310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 b="1" dirty="0">
                  <a:latin typeface="Tahoma" panose="020B0604030504040204" pitchFamily="34" charset="0"/>
                </a:rPr>
                <a:t>AS64517</a:t>
              </a:r>
              <a:endParaRPr lang="it-IT" altLang="it-IT" sz="1100" b="1" dirty="0">
                <a:latin typeface="Tahoma" panose="020B0604030504040204" pitchFamily="34" charset="0"/>
              </a:endParaRPr>
            </a:p>
          </p:txBody>
        </p:sp>
        <p:sp>
          <p:nvSpPr>
            <p:cNvPr id="1172" name="Text Box 137">
              <a:extLst>
                <a:ext uri="{FF2B5EF4-FFF2-40B4-BE49-F238E27FC236}">
                  <a16:creationId xmlns:a16="http://schemas.microsoft.com/office/drawing/2014/main" id="{D73EA638-BB0C-ABE8-029F-929F9FB68F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64398" y="1354832"/>
              <a:ext cx="964094" cy="310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050" b="1" dirty="0">
                  <a:latin typeface="Tahoma" panose="020B0604030504040204" pitchFamily="34" charset="0"/>
                </a:rPr>
                <a:t>AS64518</a:t>
              </a:r>
              <a:endParaRPr lang="it-IT" altLang="it-IT" sz="1100" b="1" dirty="0">
                <a:latin typeface="Tahoma" panose="020B0604030504040204" pitchFamily="34" charset="0"/>
              </a:endParaRPr>
            </a:p>
          </p:txBody>
        </p:sp>
        <p:grpSp>
          <p:nvGrpSpPr>
            <p:cNvPr id="1173" name="Gruppo 605">
              <a:extLst>
                <a:ext uri="{FF2B5EF4-FFF2-40B4-BE49-F238E27FC236}">
                  <a16:creationId xmlns:a16="http://schemas.microsoft.com/office/drawing/2014/main" id="{752A51F3-57A2-406A-7126-85ABABB3B1B2}"/>
                </a:ext>
              </a:extLst>
            </p:cNvPr>
            <p:cNvGrpSpPr/>
            <p:nvPr/>
          </p:nvGrpSpPr>
          <p:grpSpPr>
            <a:xfrm>
              <a:off x="3904599" y="5584972"/>
              <a:ext cx="1330385" cy="473336"/>
              <a:chOff x="3805598" y="5587215"/>
              <a:chExt cx="1330385" cy="473336"/>
            </a:xfrm>
          </p:grpSpPr>
          <p:sp>
            <p:nvSpPr>
              <p:cNvPr id="1174" name="Line 264">
                <a:extLst>
                  <a:ext uri="{FF2B5EF4-FFF2-40B4-BE49-F238E27FC236}">
                    <a16:creationId xmlns:a16="http://schemas.microsoft.com/office/drawing/2014/main" id="{149BCFC2-8927-948B-7D87-DF0DD19BB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5598" y="5949618"/>
                <a:ext cx="46571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it-IT" sz="1400"/>
              </a:p>
            </p:txBody>
          </p:sp>
          <p:grpSp>
            <p:nvGrpSpPr>
              <p:cNvPr id="1175" name="Gruppo 598">
                <a:extLst>
                  <a:ext uri="{FF2B5EF4-FFF2-40B4-BE49-F238E27FC236}">
                    <a16:creationId xmlns:a16="http://schemas.microsoft.com/office/drawing/2014/main" id="{7C8AE8DF-C320-50F1-877E-A845B6ECEA96}"/>
                  </a:ext>
                </a:extLst>
              </p:cNvPr>
              <p:cNvGrpSpPr/>
              <p:nvPr/>
            </p:nvGrpSpPr>
            <p:grpSpPr>
              <a:xfrm>
                <a:off x="3929886" y="5587215"/>
                <a:ext cx="1206097" cy="473336"/>
                <a:chOff x="3929886" y="5587215"/>
                <a:chExt cx="1206097" cy="473336"/>
              </a:xfrm>
            </p:grpSpPr>
            <p:sp>
              <p:nvSpPr>
                <p:cNvPr id="1176" name="Line 72">
                  <a:extLst>
                    <a:ext uri="{FF2B5EF4-FFF2-40B4-BE49-F238E27FC236}">
                      <a16:creationId xmlns:a16="http://schemas.microsoft.com/office/drawing/2014/main" id="{E8D44A68-0E05-9955-F775-28BB2B26D7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>
                  <a:off x="4264919" y="5459778"/>
                  <a:ext cx="347873" cy="602747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endParaRPr lang="en-GB" sz="1400"/>
                </a:p>
              </p:txBody>
            </p:sp>
            <p:sp>
              <p:nvSpPr>
                <p:cNvPr id="1177" name="Line 72">
                  <a:extLst>
                    <a:ext uri="{FF2B5EF4-FFF2-40B4-BE49-F238E27FC236}">
                      <a16:creationId xmlns:a16="http://schemas.microsoft.com/office/drawing/2014/main" id="{A7DB81C6-91B1-362C-021A-CD6ACAB8F4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3861303" y="5670319"/>
                  <a:ext cx="347882" cy="210715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endParaRPr lang="en-GB" sz="1400"/>
                </a:p>
              </p:txBody>
            </p:sp>
            <p:sp>
              <p:nvSpPr>
                <p:cNvPr id="1178" name="Line 264">
                  <a:extLst>
                    <a:ext uri="{FF2B5EF4-FFF2-40B4-BE49-F238E27FC236}">
                      <a16:creationId xmlns:a16="http://schemas.microsoft.com/office/drawing/2014/main" id="{786A71E2-BD61-6D40-1519-E87BB1FA86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581820" y="5949618"/>
                  <a:ext cx="46571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endParaRPr lang="it-IT" sz="1400"/>
                </a:p>
              </p:txBody>
            </p:sp>
            <p:sp>
              <p:nvSpPr>
                <p:cNvPr id="1179" name="Oval 152">
                  <a:extLst>
                    <a:ext uri="{FF2B5EF4-FFF2-40B4-BE49-F238E27FC236}">
                      <a16:creationId xmlns:a16="http://schemas.microsoft.com/office/drawing/2014/main" id="{7FB6A9AC-227D-F086-9660-3D1F6B953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10510" y="5847569"/>
                  <a:ext cx="203765" cy="203094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it-IT" altLang="it-IT" sz="800">
                      <a:latin typeface="Tahoma" panose="020B0604030504040204" pitchFamily="34" charset="0"/>
                    </a:rPr>
                    <a:t>AC</a:t>
                  </a:r>
                </a:p>
              </p:txBody>
            </p:sp>
            <p:sp>
              <p:nvSpPr>
                <p:cNvPr id="1180" name="Oval 152">
                  <a:extLst>
                    <a:ext uri="{FF2B5EF4-FFF2-40B4-BE49-F238E27FC236}">
                      <a16:creationId xmlns:a16="http://schemas.microsoft.com/office/drawing/2014/main" id="{E7184F72-8EF5-C194-7D2B-6AFECFB658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2218" y="5857457"/>
                  <a:ext cx="203765" cy="203094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it-IT" altLang="it-IT" sz="800">
                      <a:latin typeface="Tahoma" panose="020B0604030504040204" pitchFamily="34" charset="0"/>
                    </a:rPr>
                    <a:t>AD</a:t>
                  </a:r>
                </a:p>
              </p:txBody>
            </p:sp>
          </p:grpSp>
        </p:grpSp>
        <p:sp>
          <p:nvSpPr>
            <p:cNvPr id="1181" name="Cubo 638">
              <a:extLst>
                <a:ext uri="{FF2B5EF4-FFF2-40B4-BE49-F238E27FC236}">
                  <a16:creationId xmlns:a16="http://schemas.microsoft.com/office/drawing/2014/main" id="{CBA329B8-1647-F27F-CDB0-4A515141A1E1}"/>
                </a:ext>
              </a:extLst>
            </p:cNvPr>
            <p:cNvSpPr/>
            <p:nvPr/>
          </p:nvSpPr>
          <p:spPr>
            <a:xfrm>
              <a:off x="1892387" y="6191846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1_1_1</a:t>
              </a:r>
            </a:p>
          </p:txBody>
        </p:sp>
        <p:sp>
          <p:nvSpPr>
            <p:cNvPr id="1182" name="Cubo 647">
              <a:extLst>
                <a:ext uri="{FF2B5EF4-FFF2-40B4-BE49-F238E27FC236}">
                  <a16:creationId xmlns:a16="http://schemas.microsoft.com/office/drawing/2014/main" id="{7E72C8F8-7F52-8678-939F-287DBB05ABAE}"/>
                </a:ext>
              </a:extLst>
            </p:cNvPr>
            <p:cNvSpPr/>
            <p:nvPr/>
          </p:nvSpPr>
          <p:spPr>
            <a:xfrm>
              <a:off x="2454424" y="6199587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1_1_2</a:t>
              </a:r>
            </a:p>
          </p:txBody>
        </p:sp>
        <p:sp>
          <p:nvSpPr>
            <p:cNvPr id="1183" name="Cubo 648">
              <a:extLst>
                <a:ext uri="{FF2B5EF4-FFF2-40B4-BE49-F238E27FC236}">
                  <a16:creationId xmlns:a16="http://schemas.microsoft.com/office/drawing/2014/main" id="{0ADEE454-4FE6-BA0D-4771-0710269F0DE4}"/>
                </a:ext>
              </a:extLst>
            </p:cNvPr>
            <p:cNvSpPr/>
            <p:nvPr/>
          </p:nvSpPr>
          <p:spPr>
            <a:xfrm>
              <a:off x="3123631" y="6191846"/>
              <a:ext cx="510540" cy="408678"/>
            </a:xfrm>
            <a:prstGeom prst="cube">
              <a:avLst/>
            </a:prstGeom>
            <a:solidFill>
              <a:srgbClr val="0066FF"/>
            </a:solidFill>
            <a:ln>
              <a:solidFill>
                <a:schemeClr val="tx1"/>
              </a:solidFill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1_1_3</a:t>
              </a:r>
            </a:p>
          </p:txBody>
        </p:sp>
        <p:sp>
          <p:nvSpPr>
            <p:cNvPr id="1184" name="Cubo 649">
              <a:extLst>
                <a:ext uri="{FF2B5EF4-FFF2-40B4-BE49-F238E27FC236}">
                  <a16:creationId xmlns:a16="http://schemas.microsoft.com/office/drawing/2014/main" id="{3E6471F1-F441-66F9-3A91-6B7D0D8F16D4}"/>
                </a:ext>
              </a:extLst>
            </p:cNvPr>
            <p:cNvSpPr/>
            <p:nvPr/>
          </p:nvSpPr>
          <p:spPr>
            <a:xfrm>
              <a:off x="4754395" y="6199587"/>
              <a:ext cx="510540" cy="408678"/>
            </a:xfrm>
            <a:prstGeom prst="cube">
              <a:avLst/>
            </a:prstGeom>
            <a:solidFill>
              <a:srgbClr val="0066FF"/>
            </a:solidFill>
            <a:ln>
              <a:solidFill>
                <a:schemeClr val="tx1"/>
              </a:solidFill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1_2_2</a:t>
              </a:r>
            </a:p>
          </p:txBody>
        </p:sp>
        <p:sp>
          <p:nvSpPr>
            <p:cNvPr id="1185" name="Cubo 650">
              <a:extLst>
                <a:ext uri="{FF2B5EF4-FFF2-40B4-BE49-F238E27FC236}">
                  <a16:creationId xmlns:a16="http://schemas.microsoft.com/office/drawing/2014/main" id="{8C1256EF-53FF-CB94-EFD2-19FD4E58AD49}"/>
                </a:ext>
              </a:extLst>
            </p:cNvPr>
            <p:cNvSpPr/>
            <p:nvPr/>
          </p:nvSpPr>
          <p:spPr>
            <a:xfrm>
              <a:off x="3921052" y="6199587"/>
              <a:ext cx="510540" cy="408678"/>
            </a:xfrm>
            <a:prstGeom prst="cub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lgDashDot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1_2_1</a:t>
              </a:r>
            </a:p>
          </p:txBody>
        </p:sp>
        <p:sp>
          <p:nvSpPr>
            <p:cNvPr id="1186" name="Cubo 651">
              <a:extLst>
                <a:ext uri="{FF2B5EF4-FFF2-40B4-BE49-F238E27FC236}">
                  <a16:creationId xmlns:a16="http://schemas.microsoft.com/office/drawing/2014/main" id="{06B5310C-A60C-BCDD-67B8-7B1CB93907A6}"/>
                </a:ext>
              </a:extLst>
            </p:cNvPr>
            <p:cNvSpPr/>
            <p:nvPr/>
          </p:nvSpPr>
          <p:spPr>
            <a:xfrm>
              <a:off x="7916220" y="6199587"/>
              <a:ext cx="510540" cy="408678"/>
            </a:xfrm>
            <a:prstGeom prst="cub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lgDashDot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2_1_1</a:t>
              </a:r>
            </a:p>
          </p:txBody>
        </p:sp>
        <p:sp>
          <p:nvSpPr>
            <p:cNvPr id="1187" name="Line 264">
              <a:extLst>
                <a:ext uri="{FF2B5EF4-FFF2-40B4-BE49-F238E27FC236}">
                  <a16:creationId xmlns:a16="http://schemas.microsoft.com/office/drawing/2014/main" id="{DF3E9EA5-1E0F-8099-C3F8-B64285436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55660" y="5940820"/>
              <a:ext cx="4657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188" name="Line 72">
              <a:extLst>
                <a:ext uri="{FF2B5EF4-FFF2-40B4-BE49-F238E27FC236}">
                  <a16:creationId xmlns:a16="http://schemas.microsoft.com/office/drawing/2014/main" id="{A31617DA-7917-A2BA-42D6-6874065E8D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11365" y="5661521"/>
              <a:ext cx="347882" cy="21071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 sz="1400"/>
            </a:p>
          </p:txBody>
        </p:sp>
        <p:sp>
          <p:nvSpPr>
            <p:cNvPr id="1189" name="Oval 152">
              <a:extLst>
                <a:ext uri="{FF2B5EF4-FFF2-40B4-BE49-F238E27FC236}">
                  <a16:creationId xmlns:a16="http://schemas.microsoft.com/office/drawing/2014/main" id="{37D1F7FF-8F7A-4EE8-3FF5-2CD6BA544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8987" y="5845204"/>
              <a:ext cx="203765" cy="20309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800">
                  <a:latin typeface="Tahoma" panose="020B0604030504040204" pitchFamily="34" charset="0"/>
                </a:rPr>
                <a:t>AE</a:t>
              </a:r>
            </a:p>
          </p:txBody>
        </p:sp>
        <p:sp>
          <p:nvSpPr>
            <p:cNvPr id="1190" name="Cubo 658">
              <a:extLst>
                <a:ext uri="{FF2B5EF4-FFF2-40B4-BE49-F238E27FC236}">
                  <a16:creationId xmlns:a16="http://schemas.microsoft.com/office/drawing/2014/main" id="{2F0538EF-59B0-E523-8B55-BAD4728B0142}"/>
                </a:ext>
              </a:extLst>
            </p:cNvPr>
            <p:cNvSpPr/>
            <p:nvPr/>
          </p:nvSpPr>
          <p:spPr>
            <a:xfrm>
              <a:off x="9453168" y="6199587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400"/>
                <a:t>2_2_1</a:t>
              </a:r>
            </a:p>
          </p:txBody>
        </p:sp>
        <p:sp>
          <p:nvSpPr>
            <p:cNvPr id="1191" name="Cubo 638">
              <a:extLst>
                <a:ext uri="{FF2B5EF4-FFF2-40B4-BE49-F238E27FC236}">
                  <a16:creationId xmlns:a16="http://schemas.microsoft.com/office/drawing/2014/main" id="{1806D0D6-C0B4-6E27-7ABE-557485734FC7}"/>
                </a:ext>
              </a:extLst>
            </p:cNvPr>
            <p:cNvSpPr/>
            <p:nvPr/>
          </p:nvSpPr>
          <p:spPr>
            <a:xfrm>
              <a:off x="152331" y="4248263"/>
              <a:ext cx="510540" cy="4086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400"/>
            </a:p>
          </p:txBody>
        </p: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D24B10F6-964F-DCC6-0921-2548ABEC6A23}"/>
                </a:ext>
              </a:extLst>
            </p:cNvPr>
            <p:cNvSpPr txBox="1"/>
            <p:nvPr/>
          </p:nvSpPr>
          <p:spPr>
            <a:xfrm>
              <a:off x="614264" y="4220705"/>
              <a:ext cx="1527399" cy="414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VNI: 5010, VLAN ID 10</a:t>
              </a:r>
            </a:p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Prefix: 10.10.0.0/16</a:t>
              </a:r>
              <a:endParaRPr lang="en-GB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3" name="Cubo 648">
              <a:extLst>
                <a:ext uri="{FF2B5EF4-FFF2-40B4-BE49-F238E27FC236}">
                  <a16:creationId xmlns:a16="http://schemas.microsoft.com/office/drawing/2014/main" id="{DCA54E7A-559C-0D81-7BC4-CC42D4E5598B}"/>
                </a:ext>
              </a:extLst>
            </p:cNvPr>
            <p:cNvSpPr/>
            <p:nvPr/>
          </p:nvSpPr>
          <p:spPr>
            <a:xfrm>
              <a:off x="152331" y="4785547"/>
              <a:ext cx="510540" cy="408678"/>
            </a:xfrm>
            <a:prstGeom prst="cube">
              <a:avLst/>
            </a:prstGeom>
            <a:solidFill>
              <a:srgbClr val="0066FF"/>
            </a:solidFill>
            <a:ln>
              <a:solidFill>
                <a:schemeClr val="tx1"/>
              </a:solidFill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400"/>
            </a:p>
          </p:txBody>
        </p:sp>
        <p:sp>
          <p:nvSpPr>
            <p:cNvPr id="1194" name="Cubo 650">
              <a:extLst>
                <a:ext uri="{FF2B5EF4-FFF2-40B4-BE49-F238E27FC236}">
                  <a16:creationId xmlns:a16="http://schemas.microsoft.com/office/drawing/2014/main" id="{9E2EF47F-4235-66FD-1F48-A4F27D4BB0AF}"/>
                </a:ext>
              </a:extLst>
            </p:cNvPr>
            <p:cNvSpPr/>
            <p:nvPr/>
          </p:nvSpPr>
          <p:spPr>
            <a:xfrm>
              <a:off x="137408" y="5321784"/>
              <a:ext cx="510540" cy="408678"/>
            </a:xfrm>
            <a:prstGeom prst="cub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lgDashDot"/>
            </a:ln>
            <a:effectLst>
              <a:outerShdw blurRad="40000" dist="20000" dir="5400000" rotWithShape="0">
                <a:schemeClr val="accent3"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400"/>
            </a:p>
          </p:txBody>
        </p: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585A4AC8-9BE4-2979-D1E8-E809E3261157}"/>
                </a:ext>
              </a:extLst>
            </p:cNvPr>
            <p:cNvSpPr txBox="1"/>
            <p:nvPr/>
          </p:nvSpPr>
          <p:spPr>
            <a:xfrm>
              <a:off x="610093" y="4777473"/>
              <a:ext cx="1527398" cy="414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VNI: 5020, VLAN ID 20</a:t>
              </a:r>
            </a:p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Prefix: 10.20.0.0/16</a:t>
              </a:r>
              <a:endParaRPr lang="en-GB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6" name="TextBox 1195">
              <a:extLst>
                <a:ext uri="{FF2B5EF4-FFF2-40B4-BE49-F238E27FC236}">
                  <a16:creationId xmlns:a16="http://schemas.microsoft.com/office/drawing/2014/main" id="{75F3F709-4D00-ADC5-5CF4-9D6374D7EA87}"/>
                </a:ext>
              </a:extLst>
            </p:cNvPr>
            <p:cNvSpPr txBox="1"/>
            <p:nvPr/>
          </p:nvSpPr>
          <p:spPr>
            <a:xfrm>
              <a:off x="610093" y="5322390"/>
              <a:ext cx="1527398" cy="414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VNI: 5030, VLAN ID 30</a:t>
              </a:r>
            </a:p>
            <a:p>
              <a:r>
                <a:rPr lang="en-GB" sz="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Prefix: 10.30.0.0/16</a:t>
              </a:r>
              <a:endParaRPr lang="en-GB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7" name="TextBox 1196">
              <a:extLst>
                <a:ext uri="{FF2B5EF4-FFF2-40B4-BE49-F238E27FC236}">
                  <a16:creationId xmlns:a16="http://schemas.microsoft.com/office/drawing/2014/main" id="{91174EC3-2834-F798-9091-93E40E0844AE}"/>
                </a:ext>
              </a:extLst>
            </p:cNvPr>
            <p:cNvSpPr txBox="1"/>
            <p:nvPr/>
          </p:nvSpPr>
          <p:spPr>
            <a:xfrm>
              <a:off x="1897603" y="6600524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.0.1</a:t>
              </a:r>
            </a:p>
          </p:txBody>
        </p:sp>
        <p:sp>
          <p:nvSpPr>
            <p:cNvPr id="1198" name="TextBox 1197">
              <a:extLst>
                <a:ext uri="{FF2B5EF4-FFF2-40B4-BE49-F238E27FC236}">
                  <a16:creationId xmlns:a16="http://schemas.microsoft.com/office/drawing/2014/main" id="{F115FEEC-6737-70CA-951E-CFDD38C4F5F1}"/>
                </a:ext>
              </a:extLst>
            </p:cNvPr>
            <p:cNvSpPr txBox="1"/>
            <p:nvPr/>
          </p:nvSpPr>
          <p:spPr>
            <a:xfrm>
              <a:off x="2437653" y="6608265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.0.2</a:t>
              </a:r>
            </a:p>
          </p:txBody>
        </p:sp>
        <p:sp>
          <p:nvSpPr>
            <p:cNvPr id="1199" name="TextBox 1198">
              <a:extLst>
                <a:ext uri="{FF2B5EF4-FFF2-40B4-BE49-F238E27FC236}">
                  <a16:creationId xmlns:a16="http://schemas.microsoft.com/office/drawing/2014/main" id="{CC48C5A8-517C-5500-6A39-4CEBDF98D3D1}"/>
                </a:ext>
              </a:extLst>
            </p:cNvPr>
            <p:cNvSpPr txBox="1"/>
            <p:nvPr/>
          </p:nvSpPr>
          <p:spPr>
            <a:xfrm>
              <a:off x="3110016" y="6611779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.0.1</a:t>
              </a:r>
            </a:p>
          </p:txBody>
        </p:sp>
        <p:sp>
          <p:nvSpPr>
            <p:cNvPr id="1200" name="TextBox 1199">
              <a:extLst>
                <a:ext uri="{FF2B5EF4-FFF2-40B4-BE49-F238E27FC236}">
                  <a16:creationId xmlns:a16="http://schemas.microsoft.com/office/drawing/2014/main" id="{4E7ABA6D-D183-A3B9-4E56-5330B75B0DB3}"/>
                </a:ext>
              </a:extLst>
            </p:cNvPr>
            <p:cNvSpPr txBox="1"/>
            <p:nvPr/>
          </p:nvSpPr>
          <p:spPr>
            <a:xfrm>
              <a:off x="3925624" y="6611779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.0.1</a:t>
              </a:r>
            </a:p>
          </p:txBody>
        </p:sp>
        <p:sp>
          <p:nvSpPr>
            <p:cNvPr id="1201" name="TextBox 1200">
              <a:extLst>
                <a:ext uri="{FF2B5EF4-FFF2-40B4-BE49-F238E27FC236}">
                  <a16:creationId xmlns:a16="http://schemas.microsoft.com/office/drawing/2014/main" id="{26F35E9E-67F2-FB09-4552-1AD88C928446}"/>
                </a:ext>
              </a:extLst>
            </p:cNvPr>
            <p:cNvSpPr txBox="1"/>
            <p:nvPr/>
          </p:nvSpPr>
          <p:spPr>
            <a:xfrm>
              <a:off x="4758144" y="6611779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.0.2</a:t>
              </a:r>
            </a:p>
          </p:txBody>
        </p:sp>
        <p:sp>
          <p:nvSpPr>
            <p:cNvPr id="1202" name="TextBox 1201">
              <a:extLst>
                <a:ext uri="{FF2B5EF4-FFF2-40B4-BE49-F238E27FC236}">
                  <a16:creationId xmlns:a16="http://schemas.microsoft.com/office/drawing/2014/main" id="{8DED56B9-3CAC-05AA-544E-DE0B7EC85D0F}"/>
                </a:ext>
              </a:extLst>
            </p:cNvPr>
            <p:cNvSpPr txBox="1"/>
            <p:nvPr/>
          </p:nvSpPr>
          <p:spPr>
            <a:xfrm>
              <a:off x="7908727" y="6608264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.0.2</a:t>
              </a:r>
            </a:p>
          </p:txBody>
        </p:sp>
        <p:sp>
          <p:nvSpPr>
            <p:cNvPr id="1203" name="TextBox 1202">
              <a:extLst>
                <a:ext uri="{FF2B5EF4-FFF2-40B4-BE49-F238E27FC236}">
                  <a16:creationId xmlns:a16="http://schemas.microsoft.com/office/drawing/2014/main" id="{181E45CD-B721-221E-8E93-8117BF6D4EC9}"/>
                </a:ext>
              </a:extLst>
            </p:cNvPr>
            <p:cNvSpPr txBox="1"/>
            <p:nvPr/>
          </p:nvSpPr>
          <p:spPr>
            <a:xfrm>
              <a:off x="9452574" y="6614255"/>
              <a:ext cx="438082" cy="2637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/>
                <a:t>.0.3</a:t>
              </a:r>
            </a:p>
          </p:txBody>
        </p:sp>
        <p:sp>
          <p:nvSpPr>
            <p:cNvPr id="1204" name="Text Box 136">
              <a:extLst>
                <a:ext uri="{FF2B5EF4-FFF2-40B4-BE49-F238E27FC236}">
                  <a16:creationId xmlns:a16="http://schemas.microsoft.com/office/drawing/2014/main" id="{81314598-CC5A-0C92-1860-1F7902B68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5837" y="4805169"/>
              <a:ext cx="1615553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192.168.0.2/32</a:t>
              </a:r>
            </a:p>
          </p:txBody>
        </p:sp>
        <p:sp>
          <p:nvSpPr>
            <p:cNvPr id="1205" name="Line 66">
              <a:extLst>
                <a:ext uri="{FF2B5EF4-FFF2-40B4-BE49-F238E27FC236}">
                  <a16:creationId xmlns:a16="http://schemas.microsoft.com/office/drawing/2014/main" id="{5377FF01-BF15-43EB-EF83-6EC256E04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498" y="4298102"/>
              <a:ext cx="1135911" cy="521046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grpSp>
          <p:nvGrpSpPr>
            <p:cNvPr id="1206" name="Group 1205">
              <a:extLst>
                <a:ext uri="{FF2B5EF4-FFF2-40B4-BE49-F238E27FC236}">
                  <a16:creationId xmlns:a16="http://schemas.microsoft.com/office/drawing/2014/main" id="{359F47E1-028B-4E6E-337E-4C615E8B4620}"/>
                </a:ext>
              </a:extLst>
            </p:cNvPr>
            <p:cNvGrpSpPr/>
            <p:nvPr/>
          </p:nvGrpSpPr>
          <p:grpSpPr>
            <a:xfrm>
              <a:off x="4012472" y="3967051"/>
              <a:ext cx="747328" cy="426131"/>
              <a:chOff x="967835" y="2541918"/>
              <a:chExt cx="1426054" cy="463051"/>
            </a:xfrm>
          </p:grpSpPr>
          <p:grpSp>
            <p:nvGrpSpPr>
              <p:cNvPr id="1207" name="Group 93">
                <a:extLst>
                  <a:ext uri="{FF2B5EF4-FFF2-40B4-BE49-F238E27FC236}">
                    <a16:creationId xmlns:a16="http://schemas.microsoft.com/office/drawing/2014/main" id="{35023C40-EA9D-E0B0-3787-11FCD9E6BBB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209" name="Group 94">
                  <a:extLst>
                    <a:ext uri="{FF2B5EF4-FFF2-40B4-BE49-F238E27FC236}">
                      <a16:creationId xmlns:a16="http://schemas.microsoft.com/office/drawing/2014/main" id="{83081E82-4305-DDF6-B683-E6B7A87999D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211" name="AutoShape 95">
                    <a:extLst>
                      <a:ext uri="{FF2B5EF4-FFF2-40B4-BE49-F238E27FC236}">
                        <a16:creationId xmlns:a16="http://schemas.microsoft.com/office/drawing/2014/main" id="{0AD03C82-E6D8-C560-04A2-194F6E67E2C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212" name="Group 96">
                    <a:extLst>
                      <a:ext uri="{FF2B5EF4-FFF2-40B4-BE49-F238E27FC236}">
                        <a16:creationId xmlns:a16="http://schemas.microsoft.com/office/drawing/2014/main" id="{E542A72D-969C-ED76-7500-8DEF45B0166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213" name="Group 97">
                      <a:extLst>
                        <a:ext uri="{FF2B5EF4-FFF2-40B4-BE49-F238E27FC236}">
                          <a16:creationId xmlns:a16="http://schemas.microsoft.com/office/drawing/2014/main" id="{B2E9C775-1158-07D3-7344-4C844BC4EB6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23" name="Freeform 98">
                        <a:extLst>
                          <a:ext uri="{FF2B5EF4-FFF2-40B4-BE49-F238E27FC236}">
                            <a16:creationId xmlns:a16="http://schemas.microsoft.com/office/drawing/2014/main" id="{212DD82A-13A8-AFC6-CF2A-29DFB117C5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4" name="Freeform 99">
                        <a:extLst>
                          <a:ext uri="{FF2B5EF4-FFF2-40B4-BE49-F238E27FC236}">
                            <a16:creationId xmlns:a16="http://schemas.microsoft.com/office/drawing/2014/main" id="{D6928B56-1D40-2122-52D9-879CE5CF96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5" name="Freeform 100">
                        <a:extLst>
                          <a:ext uri="{FF2B5EF4-FFF2-40B4-BE49-F238E27FC236}">
                            <a16:creationId xmlns:a16="http://schemas.microsoft.com/office/drawing/2014/main" id="{CED037A8-1D7F-1C3A-8192-BC584382C5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6" name="Freeform 101">
                        <a:extLst>
                          <a:ext uri="{FF2B5EF4-FFF2-40B4-BE49-F238E27FC236}">
                            <a16:creationId xmlns:a16="http://schemas.microsoft.com/office/drawing/2014/main" id="{6D7894C9-89A6-7136-F1D5-509212D8D1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7" name="Freeform 102">
                        <a:extLst>
                          <a:ext uri="{FF2B5EF4-FFF2-40B4-BE49-F238E27FC236}">
                            <a16:creationId xmlns:a16="http://schemas.microsoft.com/office/drawing/2014/main" id="{1132F052-3D9C-2FAA-7C11-04A822FD17F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8" name="Freeform 103">
                        <a:extLst>
                          <a:ext uri="{FF2B5EF4-FFF2-40B4-BE49-F238E27FC236}">
                            <a16:creationId xmlns:a16="http://schemas.microsoft.com/office/drawing/2014/main" id="{81EE269C-A711-8C6F-327E-E0AD276678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9" name="Freeform 104">
                        <a:extLst>
                          <a:ext uri="{FF2B5EF4-FFF2-40B4-BE49-F238E27FC236}">
                            <a16:creationId xmlns:a16="http://schemas.microsoft.com/office/drawing/2014/main" id="{03ED589C-E3F4-514D-7197-F5EF2045BCA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30" name="Freeform 105">
                        <a:extLst>
                          <a:ext uri="{FF2B5EF4-FFF2-40B4-BE49-F238E27FC236}">
                            <a16:creationId xmlns:a16="http://schemas.microsoft.com/office/drawing/2014/main" id="{8FC7BC77-9674-D8BE-4FBF-32119E1AD2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214" name="Group 106">
                      <a:extLst>
                        <a:ext uri="{FF2B5EF4-FFF2-40B4-BE49-F238E27FC236}">
                          <a16:creationId xmlns:a16="http://schemas.microsoft.com/office/drawing/2014/main" id="{68126CDA-BC69-254D-8899-FE857CEC20D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215" name="Freeform 107">
                        <a:extLst>
                          <a:ext uri="{FF2B5EF4-FFF2-40B4-BE49-F238E27FC236}">
                            <a16:creationId xmlns:a16="http://schemas.microsoft.com/office/drawing/2014/main" id="{B0399291-3895-7B98-8584-50AB9CFD70B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6" name="Freeform 108">
                        <a:extLst>
                          <a:ext uri="{FF2B5EF4-FFF2-40B4-BE49-F238E27FC236}">
                            <a16:creationId xmlns:a16="http://schemas.microsoft.com/office/drawing/2014/main" id="{FD277E4B-7528-6F5A-061B-4264D2F2FE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7" name="Freeform 109">
                        <a:extLst>
                          <a:ext uri="{FF2B5EF4-FFF2-40B4-BE49-F238E27FC236}">
                            <a16:creationId xmlns:a16="http://schemas.microsoft.com/office/drawing/2014/main" id="{6AA168B0-8AFC-B073-DC3C-0362B5E83E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8" name="Freeform 110">
                        <a:extLst>
                          <a:ext uri="{FF2B5EF4-FFF2-40B4-BE49-F238E27FC236}">
                            <a16:creationId xmlns:a16="http://schemas.microsoft.com/office/drawing/2014/main" id="{17E1772C-9B29-7B27-3B46-95C07E64FF6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19" name="Freeform 111">
                        <a:extLst>
                          <a:ext uri="{FF2B5EF4-FFF2-40B4-BE49-F238E27FC236}">
                            <a16:creationId xmlns:a16="http://schemas.microsoft.com/office/drawing/2014/main" id="{7E68E20E-726E-B475-B41D-DC0A0EB64E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0" name="Freeform 112">
                        <a:extLst>
                          <a:ext uri="{FF2B5EF4-FFF2-40B4-BE49-F238E27FC236}">
                            <a16:creationId xmlns:a16="http://schemas.microsoft.com/office/drawing/2014/main" id="{2668B5E3-DAFC-5676-5FD2-A59F1EA83C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1" name="Freeform 113">
                        <a:extLst>
                          <a:ext uri="{FF2B5EF4-FFF2-40B4-BE49-F238E27FC236}">
                            <a16:creationId xmlns:a16="http://schemas.microsoft.com/office/drawing/2014/main" id="{BD4A1930-D941-DDEB-75FC-6D1A5969B56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22" name="Freeform 114">
                        <a:extLst>
                          <a:ext uri="{FF2B5EF4-FFF2-40B4-BE49-F238E27FC236}">
                            <a16:creationId xmlns:a16="http://schemas.microsoft.com/office/drawing/2014/main" id="{F4138C59-4BD3-DC54-0217-AED6141C37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210" name="WordArt 115">
                  <a:extLst>
                    <a:ext uri="{FF2B5EF4-FFF2-40B4-BE49-F238E27FC236}">
                      <a16:creationId xmlns:a16="http://schemas.microsoft.com/office/drawing/2014/main" id="{A0C69E4B-3E35-F5B9-1FB6-B46863944558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08" name="WordArt 68">
                <a:extLst>
                  <a:ext uri="{FF2B5EF4-FFF2-40B4-BE49-F238E27FC236}">
                    <a16:creationId xmlns:a16="http://schemas.microsoft.com/office/drawing/2014/main" id="{7B14FCBC-69D5-90D0-683A-781EC9BB70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leaf_1_2</a:t>
                </a:r>
              </a:p>
            </p:txBody>
          </p:sp>
        </p:grp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C817945F-1899-33D1-48A5-381D69B68152}"/>
                </a:ext>
              </a:extLst>
            </p:cNvPr>
            <p:cNvGrpSpPr/>
            <p:nvPr/>
          </p:nvGrpSpPr>
          <p:grpSpPr>
            <a:xfrm>
              <a:off x="2433193" y="3973898"/>
              <a:ext cx="747328" cy="426131"/>
              <a:chOff x="967835" y="2541918"/>
              <a:chExt cx="1426054" cy="463051"/>
            </a:xfrm>
          </p:grpSpPr>
          <p:grpSp>
            <p:nvGrpSpPr>
              <p:cNvPr id="1232" name="Group 93">
                <a:extLst>
                  <a:ext uri="{FF2B5EF4-FFF2-40B4-BE49-F238E27FC236}">
                    <a16:creationId xmlns:a16="http://schemas.microsoft.com/office/drawing/2014/main" id="{CC50F4BA-CA4F-7F31-5462-FCB8EBCFE6E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234" name="Group 94">
                  <a:extLst>
                    <a:ext uri="{FF2B5EF4-FFF2-40B4-BE49-F238E27FC236}">
                      <a16:creationId xmlns:a16="http://schemas.microsoft.com/office/drawing/2014/main" id="{8E9131C4-9672-E2F2-A7A9-F5D642C1A02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236" name="AutoShape 95">
                    <a:extLst>
                      <a:ext uri="{FF2B5EF4-FFF2-40B4-BE49-F238E27FC236}">
                        <a16:creationId xmlns:a16="http://schemas.microsoft.com/office/drawing/2014/main" id="{754BF1FA-6CB8-F2D3-C6AD-76AEE5D3788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4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237" name="Group 96">
                    <a:extLst>
                      <a:ext uri="{FF2B5EF4-FFF2-40B4-BE49-F238E27FC236}">
                        <a16:creationId xmlns:a16="http://schemas.microsoft.com/office/drawing/2014/main" id="{A011EADF-E851-4C25-6E59-A6256F6A09F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238" name="Group 97">
                      <a:extLst>
                        <a:ext uri="{FF2B5EF4-FFF2-40B4-BE49-F238E27FC236}">
                          <a16:creationId xmlns:a16="http://schemas.microsoft.com/office/drawing/2014/main" id="{3FFC778B-3ADA-CE0B-965B-ED155C4649F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48" name="Freeform 98">
                        <a:extLst>
                          <a:ext uri="{FF2B5EF4-FFF2-40B4-BE49-F238E27FC236}">
                            <a16:creationId xmlns:a16="http://schemas.microsoft.com/office/drawing/2014/main" id="{6CC5C0DD-80A1-9D55-0478-25F10322A6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9" name="Freeform 99">
                        <a:extLst>
                          <a:ext uri="{FF2B5EF4-FFF2-40B4-BE49-F238E27FC236}">
                            <a16:creationId xmlns:a16="http://schemas.microsoft.com/office/drawing/2014/main" id="{45CAD377-CDE2-2774-79EA-776D0F43DC5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0" name="Freeform 100">
                        <a:extLst>
                          <a:ext uri="{FF2B5EF4-FFF2-40B4-BE49-F238E27FC236}">
                            <a16:creationId xmlns:a16="http://schemas.microsoft.com/office/drawing/2014/main" id="{A6781EFF-BBAF-E86D-DF03-73531122B19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1" name="Freeform 101">
                        <a:extLst>
                          <a:ext uri="{FF2B5EF4-FFF2-40B4-BE49-F238E27FC236}">
                            <a16:creationId xmlns:a16="http://schemas.microsoft.com/office/drawing/2014/main" id="{56353420-69E8-63B6-CF21-8444374962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2" name="Freeform 102">
                        <a:extLst>
                          <a:ext uri="{FF2B5EF4-FFF2-40B4-BE49-F238E27FC236}">
                            <a16:creationId xmlns:a16="http://schemas.microsoft.com/office/drawing/2014/main" id="{F50B73A8-70BA-3273-0EA9-02C40C9481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3" name="Freeform 103">
                        <a:extLst>
                          <a:ext uri="{FF2B5EF4-FFF2-40B4-BE49-F238E27FC236}">
                            <a16:creationId xmlns:a16="http://schemas.microsoft.com/office/drawing/2014/main" id="{0B783601-0567-53D8-FC55-25AED25A667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4" name="Freeform 104">
                        <a:extLst>
                          <a:ext uri="{FF2B5EF4-FFF2-40B4-BE49-F238E27FC236}">
                            <a16:creationId xmlns:a16="http://schemas.microsoft.com/office/drawing/2014/main" id="{B294859C-43F1-24C5-359E-8ED26173E1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55" name="Freeform 105">
                        <a:extLst>
                          <a:ext uri="{FF2B5EF4-FFF2-40B4-BE49-F238E27FC236}">
                            <a16:creationId xmlns:a16="http://schemas.microsoft.com/office/drawing/2014/main" id="{95EC41E7-0E6D-E59B-89FA-40BFC74FD89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  <p:grpSp>
                  <p:nvGrpSpPr>
                    <p:cNvPr id="1239" name="Group 106">
                      <a:extLst>
                        <a:ext uri="{FF2B5EF4-FFF2-40B4-BE49-F238E27FC236}">
                          <a16:creationId xmlns:a16="http://schemas.microsoft.com/office/drawing/2014/main" id="{FCA290AA-753A-0A06-224F-2BE2CFF23F5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240" name="Freeform 107">
                        <a:extLst>
                          <a:ext uri="{FF2B5EF4-FFF2-40B4-BE49-F238E27FC236}">
                            <a16:creationId xmlns:a16="http://schemas.microsoft.com/office/drawing/2014/main" id="{B3E2B4DF-9F07-3920-B516-979D92CC42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1" name="Freeform 108">
                        <a:extLst>
                          <a:ext uri="{FF2B5EF4-FFF2-40B4-BE49-F238E27FC236}">
                            <a16:creationId xmlns:a16="http://schemas.microsoft.com/office/drawing/2014/main" id="{F8D5D0FF-32C8-A0C5-46E6-572D6582FED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2" name="Freeform 109">
                        <a:extLst>
                          <a:ext uri="{FF2B5EF4-FFF2-40B4-BE49-F238E27FC236}">
                            <a16:creationId xmlns:a16="http://schemas.microsoft.com/office/drawing/2014/main" id="{E86CF289-218E-6A1F-EDDD-3B6FB305C9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3" name="Freeform 110">
                        <a:extLst>
                          <a:ext uri="{FF2B5EF4-FFF2-40B4-BE49-F238E27FC236}">
                            <a16:creationId xmlns:a16="http://schemas.microsoft.com/office/drawing/2014/main" id="{F31B7D4B-07D7-EE27-181D-BBACC560892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4" name="Freeform 111">
                        <a:extLst>
                          <a:ext uri="{FF2B5EF4-FFF2-40B4-BE49-F238E27FC236}">
                            <a16:creationId xmlns:a16="http://schemas.microsoft.com/office/drawing/2014/main" id="{E25FC4D9-B47C-60B5-B7E3-63509DF5BD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5" name="Freeform 112">
                        <a:extLst>
                          <a:ext uri="{FF2B5EF4-FFF2-40B4-BE49-F238E27FC236}">
                            <a16:creationId xmlns:a16="http://schemas.microsoft.com/office/drawing/2014/main" id="{781FF8FD-0AE5-210E-9F92-199D462029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6" name="Freeform 113">
                        <a:extLst>
                          <a:ext uri="{FF2B5EF4-FFF2-40B4-BE49-F238E27FC236}">
                            <a16:creationId xmlns:a16="http://schemas.microsoft.com/office/drawing/2014/main" id="{399E0DFB-AEF7-0EF9-D6BC-2A4B36624C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  <p:sp>
                    <p:nvSpPr>
                      <p:cNvPr id="1247" name="Freeform 114">
                        <a:extLst>
                          <a:ext uri="{FF2B5EF4-FFF2-40B4-BE49-F238E27FC236}">
                            <a16:creationId xmlns:a16="http://schemas.microsoft.com/office/drawing/2014/main" id="{5F866CCD-B233-EFF3-4AF2-3FA2F6F6D8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 sz="1400"/>
                      </a:p>
                    </p:txBody>
                  </p:sp>
                </p:grpSp>
              </p:grpSp>
            </p:grpSp>
            <p:sp>
              <p:nvSpPr>
                <p:cNvPr id="1235" name="WordArt 115">
                  <a:extLst>
                    <a:ext uri="{FF2B5EF4-FFF2-40B4-BE49-F238E27FC236}">
                      <a16:creationId xmlns:a16="http://schemas.microsoft.com/office/drawing/2014/main" id="{5B5A921E-1C1A-BF9C-39B2-FCA6AEC77C07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33" name="WordArt 68">
                <a:extLst>
                  <a:ext uri="{FF2B5EF4-FFF2-40B4-BE49-F238E27FC236}">
                    <a16:creationId xmlns:a16="http://schemas.microsoft.com/office/drawing/2014/main" id="{245B59CA-E74C-704E-00A1-3991872A7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1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leaf_1_1</a:t>
                </a:r>
              </a:p>
            </p:txBody>
          </p:sp>
        </p:grpSp>
        <p:sp>
          <p:nvSpPr>
            <p:cNvPr id="1257" name="Line 66">
              <a:extLst>
                <a:ext uri="{FF2B5EF4-FFF2-40B4-BE49-F238E27FC236}">
                  <a16:creationId xmlns:a16="http://schemas.microsoft.com/office/drawing/2014/main" id="{D2144D7F-8061-3FB9-BBB6-E5083E87C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28369" y="4193291"/>
              <a:ext cx="575033" cy="525525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259" name="Line 66">
              <a:extLst>
                <a:ext uri="{FF2B5EF4-FFF2-40B4-BE49-F238E27FC236}">
                  <a16:creationId xmlns:a16="http://schemas.microsoft.com/office/drawing/2014/main" id="{17D95A63-C7FB-DF11-9532-44C435018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26687" y="3809584"/>
              <a:ext cx="1260444" cy="180468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260" name="Text Box 136">
              <a:extLst>
                <a:ext uri="{FF2B5EF4-FFF2-40B4-BE49-F238E27FC236}">
                  <a16:creationId xmlns:a16="http://schemas.microsoft.com/office/drawing/2014/main" id="{60A99D3E-B2F1-C93A-FC5A-898085DBB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4941" y="4349464"/>
              <a:ext cx="1615553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192.168.0.3/32</a:t>
              </a:r>
            </a:p>
          </p:txBody>
        </p:sp>
        <p:sp>
          <p:nvSpPr>
            <p:cNvPr id="1261" name="Line 66">
              <a:extLst>
                <a:ext uri="{FF2B5EF4-FFF2-40B4-BE49-F238E27FC236}">
                  <a16:creationId xmlns:a16="http://schemas.microsoft.com/office/drawing/2014/main" id="{6C7C436B-0B19-FD7A-9537-46717DB1C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985" y="4179542"/>
              <a:ext cx="1306978" cy="182518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sz="1400"/>
            </a:p>
          </p:txBody>
        </p:sp>
        <p:sp>
          <p:nvSpPr>
            <p:cNvPr id="1258" name="Text Box 136">
              <a:extLst>
                <a:ext uri="{FF2B5EF4-FFF2-40B4-BE49-F238E27FC236}">
                  <a16:creationId xmlns:a16="http://schemas.microsoft.com/office/drawing/2014/main" id="{4C706072-F944-732E-0B5E-BE0976306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664" y="3587275"/>
              <a:ext cx="1615553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192.168.0.1/32</a:t>
              </a:r>
            </a:p>
          </p:txBody>
        </p:sp>
        <p:sp>
          <p:nvSpPr>
            <p:cNvPr id="1256" name="Text Box 136">
              <a:extLst>
                <a:ext uri="{FF2B5EF4-FFF2-40B4-BE49-F238E27FC236}">
                  <a16:creationId xmlns:a16="http://schemas.microsoft.com/office/drawing/2014/main" id="{FF4D4EEE-0383-37A3-15FF-C9364BF3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8118" y="4665394"/>
              <a:ext cx="1565977" cy="26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lo: 192.168.0.4/32</a:t>
              </a:r>
            </a:p>
          </p:txBody>
        </p:sp>
      </p:grpSp>
      <p:sp>
        <p:nvSpPr>
          <p:cNvPr id="1264" name="TextBox 1263">
            <a:extLst>
              <a:ext uri="{FF2B5EF4-FFF2-40B4-BE49-F238E27FC236}">
                <a16:creationId xmlns:a16="http://schemas.microsoft.com/office/drawing/2014/main" id="{02114116-53E4-C179-7634-2EDD18C89C5D}"/>
              </a:ext>
            </a:extLst>
          </p:cNvPr>
          <p:cNvSpPr txBox="1"/>
          <p:nvPr/>
        </p:nvSpPr>
        <p:spPr>
          <a:xfrm>
            <a:off x="9941" y="1226742"/>
            <a:ext cx="82494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server_2_1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lab.conf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</a:t>
            </a:r>
          </a:p>
          <a:p>
            <a:pPr marL="800100" lvl="1" indent="-342900">
              <a:buClr>
                <a:srgbClr val="0732EF"/>
              </a:buClr>
              <a:buSzPct val="100000"/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proper image is already declared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 the machine interfaces (follow the grey numbers in the figure!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)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E524FFB9-45C4-682D-9BF6-8AB80A3ABD3C}"/>
              </a:ext>
            </a:extLst>
          </p:cNvPr>
          <p:cNvSpPr/>
          <p:nvPr/>
        </p:nvSpPr>
        <p:spPr>
          <a:xfrm>
            <a:off x="8815137" y="5280882"/>
            <a:ext cx="1365858" cy="6158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8" name="Rectangle 64">
            <a:extLst>
              <a:ext uri="{FF2B5EF4-FFF2-40B4-BE49-F238E27FC236}">
                <a16:creationId xmlns:a16="http://schemas.microsoft.com/office/drawing/2014/main" id="{2C4C86E5-341F-5372-647C-BB498F7C8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8905" y="5861536"/>
            <a:ext cx="118533" cy="1211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3" name="Rectangle 64">
            <a:extLst>
              <a:ext uri="{FF2B5EF4-FFF2-40B4-BE49-F238E27FC236}">
                <a16:creationId xmlns:a16="http://schemas.microsoft.com/office/drawing/2014/main" id="{D52A98C4-17EF-6819-1132-CD43EB385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2908" y="5194923"/>
            <a:ext cx="118533" cy="1211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65129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44BF-8585-0877-B715-99E09D37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77ED-E402-6442-27CA-560F2046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A5C78CC-706D-301B-CF41-96159F6E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5483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7762-AD22-B356-327A-EC886B60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31AA-0E79-C639-87B6-48991505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verifying connectivity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8B1F648-CC78-8B80-991B-A2DA2D27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verify the reachability between containers</a:t>
            </a:r>
          </a:p>
          <a:p>
            <a:r>
              <a:rPr lang="en-GB" dirty="0"/>
              <a:t>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container_1_2_1</a:t>
            </a:r>
          </a:p>
          <a:p>
            <a:pPr lvl="1"/>
            <a:r>
              <a:rPr lang="en-GB" dirty="0"/>
              <a:t>send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container_2_1_1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12" lvl="1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ping 10.30.0.2</a:t>
            </a:r>
          </a:p>
          <a:p>
            <a:pPr lvl="1"/>
            <a:r>
              <a:rPr lang="en-GB" dirty="0"/>
              <a:t>is the ping replying?</a:t>
            </a:r>
          </a:p>
          <a:p>
            <a:r>
              <a:rPr lang="en-GB" dirty="0"/>
              <a:t>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container_1_2_2</a:t>
            </a:r>
          </a:p>
          <a:p>
            <a:pPr lvl="1"/>
            <a:r>
              <a:rPr lang="en-GB" dirty="0"/>
              <a:t>send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container_1_1_3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12" lvl="1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ping 10.20.0.1</a:t>
            </a:r>
          </a:p>
          <a:p>
            <a:pPr lvl="1"/>
            <a:r>
              <a:rPr lang="en-GB" dirty="0"/>
              <a:t>is the ping replying?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7594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FA1E-8132-F1A8-2770-658F5FB7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8BCB-DF9A-DF78-03BD-767C4E65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</a:t>
            </a:r>
            <a:r>
              <a:rPr lang="en-GB" dirty="0" err="1"/>
              <a:t>analyzing</a:t>
            </a:r>
            <a:r>
              <a:rPr lang="en-GB" dirty="0"/>
              <a:t> EVPN-BGP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78CEB17A-B70D-8C39-FA19-76F3F4BEA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</a:t>
            </a:r>
            <a:r>
              <a:rPr lang="en-GB" dirty="0" err="1"/>
              <a:t>analyze</a:t>
            </a:r>
            <a:r>
              <a:rPr lang="en-GB" dirty="0"/>
              <a:t> EVPN-BGP control plane</a:t>
            </a:r>
          </a:p>
          <a:p>
            <a:r>
              <a:rPr lang="en-GB" dirty="0"/>
              <a:t>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container_1_1_1</a:t>
            </a:r>
          </a:p>
          <a:p>
            <a:pPr lvl="1"/>
            <a:r>
              <a:rPr lang="en-GB" dirty="0"/>
              <a:t>send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container_2_2_1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ping 10.10.0.3</a:t>
            </a:r>
          </a:p>
          <a:p>
            <a:r>
              <a:rPr lang="en-GB" dirty="0"/>
              <a:t>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container_1_1_3</a:t>
            </a:r>
          </a:p>
          <a:p>
            <a:pPr lvl="1"/>
            <a:r>
              <a:rPr lang="en-GB" dirty="0"/>
              <a:t>send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container_1_2_2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ping 10.20.0.2</a:t>
            </a:r>
          </a:p>
          <a:p>
            <a:r>
              <a:rPr lang="en-GB" dirty="0"/>
              <a:t>while the pings are going, 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leaf_1_1</a:t>
            </a:r>
          </a:p>
          <a:p>
            <a:pPr lvl="1"/>
            <a:r>
              <a:rPr lang="en-GB" dirty="0"/>
              <a:t>enter the </a:t>
            </a:r>
            <a:r>
              <a:rPr lang="en-GB" dirty="0" err="1"/>
              <a:t>FRRouting</a:t>
            </a:r>
            <a:r>
              <a:rPr lang="en-GB" dirty="0"/>
              <a:t> control plane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vtysh</a:t>
            </a:r>
            <a:endParaRPr lang="en-GB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7797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D7B2-1BED-F8B7-EB4E-F4F9FC8E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2CB9-6A50-9692-E192-DBC3D7C66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</a:t>
            </a:r>
            <a:r>
              <a:rPr lang="en-GB" dirty="0" err="1"/>
              <a:t>analyzing</a:t>
            </a:r>
            <a:r>
              <a:rPr lang="en-GB" dirty="0"/>
              <a:t> EVPN-BGP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79C937CB-C52A-6AF2-B09D-074D1DBEB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</a:t>
            </a:r>
            <a:r>
              <a:rPr lang="en-GB" dirty="0" err="1"/>
              <a:t>analyze</a:t>
            </a:r>
            <a:r>
              <a:rPr lang="en-GB" dirty="0"/>
              <a:t> EVPN-BGP control plane</a:t>
            </a:r>
          </a:p>
          <a:p>
            <a:r>
              <a:rPr lang="en-GB" dirty="0"/>
              <a:t>while the pings are going, 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leaf_1_1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BGP control plane, let’s check the EVPN routes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12" lvl="1" indent="0" algn="ctr">
              <a:buNone/>
            </a:pP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show 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evpn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mac </a:t>
            </a:r>
            <a:r>
              <a:rPr lang="en-GB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vni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all</a:t>
            </a:r>
          </a:p>
          <a:p>
            <a:pPr lvl="1"/>
            <a:r>
              <a:rPr lang="en-GB" dirty="0"/>
              <a:t>which entries are displayed? </a:t>
            </a:r>
          </a:p>
          <a:p>
            <a:pPr lvl="1"/>
            <a:r>
              <a:rPr lang="en-GB" dirty="0"/>
              <a:t>can you explain the meaning of each column of each row?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which interface each MAC belongs to?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VNI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&lt;-&gt;VLAN ID mapping working?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1369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EA7FE-1939-CB85-F302-D3D2E0A4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4A09-E390-CFC1-8FFB-6CC74E63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VXLAN in action!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779F9F28-213F-A4A5-4EB0-8666A4B2B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</a:t>
            </a:r>
            <a:r>
              <a:rPr lang="en-GB" dirty="0" err="1"/>
              <a:t>analyze</a:t>
            </a:r>
            <a:r>
              <a:rPr lang="en-GB" dirty="0"/>
              <a:t> the VXLAN encapsulation in action</a:t>
            </a:r>
          </a:p>
          <a:p>
            <a:r>
              <a:rPr lang="en-GB" dirty="0"/>
              <a:t>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container_1_1_1</a:t>
            </a:r>
          </a:p>
          <a:p>
            <a:pPr lvl="1"/>
            <a:r>
              <a:rPr lang="en-GB" dirty="0"/>
              <a:t>send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container_2_2_1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ping 10.10.0.3</a:t>
            </a:r>
          </a:p>
          <a:p>
            <a:r>
              <a:rPr lang="en-GB" dirty="0"/>
              <a:t>now, let’s 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</a:t>
            </a:r>
          </a:p>
          <a:p>
            <a:pPr lvl="1"/>
            <a:r>
              <a:rPr lang="en-GB" dirty="0"/>
              <a:t>start a </a:t>
            </a:r>
            <a:r>
              <a:rPr lang="en-GB" dirty="0" err="1"/>
              <a:t>tcpdump</a:t>
            </a:r>
            <a:r>
              <a:rPr lang="en-GB" dirty="0"/>
              <a:t> on the interface towards collision domain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AA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12" lvl="1" indent="0" algn="ctr">
              <a:buNone/>
            </a:pP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tcpdump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iface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 -c 8 -w /shared/server_1_1_AA.pcap</a:t>
            </a:r>
          </a:p>
          <a:p>
            <a:pPr lvl="1"/>
            <a:r>
              <a:rPr lang="en-GB" dirty="0"/>
              <a:t>it creates a </a:t>
            </a:r>
            <a:r>
              <a:rPr lang="en-GB" dirty="0" err="1"/>
              <a:t>pcap</a:t>
            </a:r>
            <a:r>
              <a:rPr lang="en-GB" dirty="0"/>
              <a:t> file in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/shared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 of the device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is mapped to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folder in your host’s lab directory</a:t>
            </a:r>
          </a:p>
          <a:p>
            <a:pPr lvl="1"/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tcpdump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stops after 8 packets (</a:t>
            </a:r>
            <a:r>
              <a:rPr lang="en-GB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-c 8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argument)</a:t>
            </a:r>
          </a:p>
        </p:txBody>
      </p:sp>
    </p:spTree>
    <p:extLst>
      <p:ext uri="{BB962C8B-B14F-4D97-AF65-F5344CB8AC3E}">
        <p14:creationId xmlns:p14="http://schemas.microsoft.com/office/powerpoint/2010/main" val="23259531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B6F4-F64F-0F56-E360-8BA1CA1A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59CD-2B30-6615-49E3-867A93A0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VXLAN in action!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B276E00-C620-8032-AF0B-CC03B8B01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in the lab directory, go into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shared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 and </a:t>
            </a:r>
            <a:r>
              <a:rPr lang="en-GB" dirty="0"/>
              <a:t>open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server_1_1_AA.pcap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 with Wireshark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packets do you see?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they encapsulated? 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IP and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IP? 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which interfaces are they assigned?</a:t>
            </a:r>
          </a:p>
        </p:txBody>
      </p:sp>
    </p:spTree>
    <p:extLst>
      <p:ext uri="{BB962C8B-B14F-4D97-AF65-F5344CB8AC3E}">
        <p14:creationId xmlns:p14="http://schemas.microsoft.com/office/powerpoint/2010/main" val="3986373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9D5E-9058-CD2B-FEBF-4F26A1EC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695B-2892-A454-B73B-06A3C166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VXLAN in action!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CC8A54C8-A94C-3DC7-1E1A-F8C831CE4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</a:t>
            </a:r>
            <a:r>
              <a:rPr lang="en-GB" dirty="0" err="1"/>
              <a:t>analyze</a:t>
            </a:r>
            <a:r>
              <a:rPr lang="en-GB" dirty="0"/>
              <a:t> the VXLAN encapsulation in action</a:t>
            </a:r>
          </a:p>
          <a:p>
            <a:r>
              <a:rPr lang="en-GB" dirty="0"/>
              <a:t>while ping is still running,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</a:t>
            </a:r>
          </a:p>
          <a:p>
            <a:pPr lvl="1"/>
            <a:r>
              <a:rPr lang="en-GB" dirty="0"/>
              <a:t>start a </a:t>
            </a:r>
            <a:r>
              <a:rPr lang="en-GB" dirty="0" err="1"/>
              <a:t>tcpdump</a:t>
            </a:r>
            <a:r>
              <a:rPr lang="en-GB" dirty="0"/>
              <a:t> on the interface towards collision domain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12" lvl="1" indent="0" algn="ctr">
              <a:buNone/>
            </a:pP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tcpdump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iface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 -c 8 -w /shared/server_1_1_C.pcap</a:t>
            </a:r>
          </a:p>
          <a:p>
            <a:r>
              <a:rPr lang="en-GB" dirty="0"/>
              <a:t>open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server_1_1_C.pcap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 with Wireshark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packets do you see?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they encapsulated? (pay attention here!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)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if yes, with which protocol? 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with what identifier?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21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C995-6B7C-B0EB-668C-A1D00F27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4021-0547-0C99-A2D2-7E33EF7D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VXLAN in action!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E6FA631F-6ED8-D955-0601-C69B203A4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</a:t>
            </a:r>
            <a:r>
              <a:rPr lang="en-GB" dirty="0" err="1"/>
              <a:t>analyze</a:t>
            </a:r>
            <a:r>
              <a:rPr lang="en-GB" dirty="0"/>
              <a:t> the VXLAN encapsulation in action</a:t>
            </a:r>
          </a:p>
          <a:p>
            <a:r>
              <a:rPr lang="en-GB" dirty="0"/>
              <a:t>while ping is still running,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leaf_1_1</a:t>
            </a:r>
          </a:p>
          <a:p>
            <a:pPr lvl="1"/>
            <a:r>
              <a:rPr lang="en-GB" dirty="0"/>
              <a:t>start a </a:t>
            </a:r>
            <a:r>
              <a:rPr lang="en-GB" dirty="0" err="1"/>
              <a:t>tcpdump</a:t>
            </a:r>
            <a:r>
              <a:rPr lang="en-GB" dirty="0"/>
              <a:t> on the interface towards collision domain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12" lvl="1" indent="0" algn="ctr">
              <a:buNone/>
            </a:pP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tcpdump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iface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 -c 8 -w /shared/leaf_1_1_A.pcap</a:t>
            </a:r>
          </a:p>
          <a:p>
            <a:r>
              <a:rPr lang="en-GB" dirty="0"/>
              <a:t>open the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leaf_1_1_A.pcap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 with Wireshark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packets do you see?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they encapsulated? 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if yes, with which protocol? 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with what identifier?</a:t>
            </a: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can you list all the IPs in the packet? (hint: they are more than two!)</a:t>
            </a:r>
          </a:p>
          <a:p>
            <a:pPr lvl="2"/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4772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9F2FB-F7EA-AF63-BDD3-B72130D90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6EAE-16E8-3702-AA54-2D115BDE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VXLAN in action!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6F920E6-D1FF-EC56-B4BB-057850805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</a:t>
            </a:r>
            <a:r>
              <a:rPr lang="en-GB" dirty="0" err="1"/>
              <a:t>analyze</a:t>
            </a:r>
            <a:r>
              <a:rPr lang="en-GB" dirty="0"/>
              <a:t> the VXLAN encapsulation in action</a:t>
            </a:r>
          </a:p>
          <a:p>
            <a:r>
              <a:rPr lang="en-GB" dirty="0"/>
              <a:t>while the ping is still running, perform the same analysis on the downward path</a:t>
            </a:r>
          </a:p>
          <a:p>
            <a:pPr lvl="1"/>
            <a:r>
              <a:rPr lang="en-GB" dirty="0"/>
              <a:t>dump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leaf_2_2</a:t>
            </a:r>
            <a:r>
              <a:rPr lang="en-GB" dirty="0"/>
              <a:t> interface on collision domain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  <a:p>
            <a:pPr lvl="1"/>
            <a:r>
              <a:rPr lang="en-GB" dirty="0"/>
              <a:t>dump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server_2_2</a:t>
            </a:r>
            <a:r>
              <a:rPr lang="en-GB" dirty="0"/>
              <a:t> interface on collision domain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</a:p>
          <a:p>
            <a:pPr lvl="1"/>
            <a:r>
              <a:rPr lang="en-GB" dirty="0"/>
              <a:t>dump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server_2_2</a:t>
            </a:r>
            <a:r>
              <a:rPr lang="en-GB" dirty="0"/>
              <a:t> interface on collision domain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AF</a:t>
            </a:r>
          </a:p>
          <a:p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analyze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how the packets are decapsulated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container_2_2_1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lvl="2"/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28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7E47A-8849-8772-5E63-3729417C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D293-D246-90C0-6FC6-8B028B76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container migration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1C747B4-ADBB-F482-7571-2CA73E76E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let’s simulate a container migration to study how EVPN-BGP redistributes MAC addresses in the data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center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we focus on migrating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container_1_1_1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by checking the control plane of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leaf_1_1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MAC address of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learned as </a:t>
            </a:r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lvl="2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not, send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container_2_2_1</a:t>
            </a:r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refresh the entry</a:t>
            </a:r>
          </a:p>
          <a:p>
            <a:pPr lvl="1"/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lvl="2"/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5960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3933C-2344-2252-32C7-DD7855F8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76B0-7CBA-71CD-8BE5-2513AD7A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container migration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A9EB0E2B-5A50-CFE3-F6F2-B13F2DB9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now, let’s migrate the container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open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lab.conf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file and change the collision domain of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container_1_1_1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interface 0 from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AA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to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AF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this will move the container into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server_2_2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restart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container_1_1_1</a:t>
            </a:r>
          </a:p>
          <a:p>
            <a:pPr lvl="1"/>
            <a:r>
              <a:rPr lang="en-GB" dirty="0"/>
              <a:t>to restart a single machine in a lab, run:</a:t>
            </a:r>
          </a:p>
          <a:p>
            <a:pPr lvl="2"/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lrestart</a:t>
            </a:r>
            <a:r>
              <a:rPr lang="en-GB" b="1" dirty="0">
                <a:latin typeface="Consolas" panose="020B0609020204030204" pitchFamily="49" charset="0"/>
              </a:rPr>
              <a:t> &lt;</a:t>
            </a:r>
            <a:r>
              <a:rPr lang="en-GB" b="1" dirty="0" err="1">
                <a:latin typeface="Consolas" panose="020B0609020204030204" pitchFamily="49" charset="0"/>
              </a:rPr>
              <a:t>machine_name</a:t>
            </a:r>
            <a:r>
              <a:rPr lang="en-GB" b="1" dirty="0"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GB" dirty="0"/>
              <a:t>in this case: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lrestart</a:t>
            </a:r>
            <a:r>
              <a:rPr lang="en-GB" b="1" dirty="0">
                <a:latin typeface="Consolas" panose="020B0609020204030204" pitchFamily="49" charset="0"/>
              </a:rPr>
              <a:t> container_1_1_1</a:t>
            </a:r>
            <a:endParaRPr lang="en-GB" b="1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  <a:sym typeface="Wingdings" pitchFamily="2" charset="2"/>
            </a:endParaRPr>
          </a:p>
          <a:p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pPr lvl="2"/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24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ABE8-1D63-35B1-CC9A-96419BAB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3997-B270-FC26-23FE-D11642A6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container migration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1B7773D-72D6-01A8-6C46-C6251DA8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after migrating, focus on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container_1_1_1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and run a ping towards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container_1_1_2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check the EVPN-BGP control plane of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leaf_1_1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what happened to the VXLAN entry of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?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check the EVPN-BGP control plane of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leaf_2_2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is there any VXLAN entry for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container_1_1_1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?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how is that learned? locally or remotely?</a:t>
            </a:r>
          </a:p>
        </p:txBody>
      </p:sp>
    </p:spTree>
    <p:extLst>
      <p:ext uri="{BB962C8B-B14F-4D97-AF65-F5344CB8AC3E}">
        <p14:creationId xmlns:p14="http://schemas.microsoft.com/office/powerpoint/2010/main" val="1560173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F9AD-2DB5-45C5-E2E7-1BCB6B28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1A9C-6ECF-A412-BACB-EC3A9F26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5: container migration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195B5590-CDBD-C6E7-20FA-C6D173FB6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restore the lab</a:t>
            </a:r>
          </a:p>
          <a:p>
            <a:pPr lvl="1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open the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lab.conf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file and change again the collision domain of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container_1_1_1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interface 0 from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AF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 to </a:t>
            </a:r>
            <a:r>
              <a:rPr lang="en-GB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  <a:sym typeface="Wingdings" pitchFamily="2" charset="2"/>
              </a:rPr>
              <a:t>AA</a:t>
            </a:r>
          </a:p>
          <a:p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524265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E8AD-7AFA-D51E-B88F-9CCCB6A3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9040-1F0B-A446-4435-28D82FC7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899B9F9-570E-7981-C334-C80F11DE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34207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Kathara Template.potx" id="{67086D06-3C1B-4740-8490-890E3B31593B}" vid="{4E3C4B13-5F46-4568-B1F8-FF7AEBCEBC5E}"/>
    </a:ext>
  </a:extLst>
</a:theme>
</file>

<file path=ppt/theme/theme2.xml><?xml version="1.0" encoding="utf-8"?>
<a:theme xmlns:a="http://schemas.openxmlformats.org/drawingml/2006/main" name="1_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</Template>
  <TotalTime>4116</TotalTime>
  <Words>4752</Words>
  <Application>Microsoft Macintosh PowerPoint</Application>
  <PresentationFormat>Widescreen</PresentationFormat>
  <Paragraphs>926</Paragraphs>
  <Slides>58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Consolas</vt:lpstr>
      <vt:lpstr>Courier New</vt:lpstr>
      <vt:lpstr>Tahoma</vt:lpstr>
      <vt:lpstr>Wingdings</vt:lpstr>
      <vt:lpstr>slides-template</vt:lpstr>
      <vt:lpstr>1_slides-template</vt:lpstr>
      <vt:lpstr>IK2227 – Lab 2: Virtualization</vt:lpstr>
      <vt:lpstr>a Fat-Tree with BGP routing</vt:lpstr>
      <vt:lpstr>drawbacks of using just BGP</vt:lpstr>
      <vt:lpstr>how to handle multiple tenants?</vt:lpstr>
      <vt:lpstr>servers' architecture requirements</vt:lpstr>
      <vt:lpstr>orchestration requirements</vt:lpstr>
      <vt:lpstr>tenant requirements</vt:lpstr>
      <vt:lpstr>consequence of requirements</vt:lpstr>
      <vt:lpstr>tunneling protocol requirements</vt:lpstr>
      <vt:lpstr>possible choices for tunneling</vt:lpstr>
      <vt:lpstr>VXLAN</vt:lpstr>
      <vt:lpstr>VXLAN terminology</vt:lpstr>
      <vt:lpstr>VXLAN encapsulation</vt:lpstr>
      <vt:lpstr>MAC-to-VTEP Table</vt:lpstr>
      <vt:lpstr>MAC-to-VTEP Table</vt:lpstr>
      <vt:lpstr>VXLAN transport</vt:lpstr>
      <vt:lpstr>how to handle broadcast traffic</vt:lpstr>
      <vt:lpstr>disadvantages of multicast</vt:lpstr>
      <vt:lpstr>EVPN-BGP</vt:lpstr>
      <vt:lpstr>VXLAN and EVPN-BGP transport</vt:lpstr>
      <vt:lpstr>putting everything together</vt:lpstr>
      <vt:lpstr>lab topology</vt:lpstr>
      <vt:lpstr>where is the VTEP?</vt:lpstr>
      <vt:lpstr>inside the Leaves</vt:lpstr>
      <vt:lpstr>inside the servers</vt:lpstr>
      <vt:lpstr>deploying VXLAN</vt:lpstr>
      <vt:lpstr>configuring Leaves</vt:lpstr>
      <vt:lpstr>configuring Leaves - VTEP configuration</vt:lpstr>
      <vt:lpstr>configuring Leaves - companion bridge</vt:lpstr>
      <vt:lpstr>leaf configuration example – part 1</vt:lpstr>
      <vt:lpstr>leaf configuration example – part 1</vt:lpstr>
      <vt:lpstr>leaf configuration example – part 2</vt:lpstr>
      <vt:lpstr>leaf configuration example – part 2</vt:lpstr>
      <vt:lpstr>leaf configuration example – part 2</vt:lpstr>
      <vt:lpstr>leaf configuration example – part 2</vt:lpstr>
      <vt:lpstr>leaf configuration example – part 3</vt:lpstr>
      <vt:lpstr>leaf BGP configuration example</vt:lpstr>
      <vt:lpstr>server configuration example</vt:lpstr>
      <vt:lpstr>spine BGP configuration example</vt:lpstr>
      <vt:lpstr>Core BGP configuration example</vt:lpstr>
      <vt:lpstr>container configuration example</vt:lpstr>
      <vt:lpstr>lab pre-conditions</vt:lpstr>
      <vt:lpstr>task 1: complete the topology</vt:lpstr>
      <vt:lpstr>task 1: complete the topology</vt:lpstr>
      <vt:lpstr>start the lab</vt:lpstr>
      <vt:lpstr>task 2: verifying connectivity</vt:lpstr>
      <vt:lpstr>task 3: analyzing EVPN-BGP</vt:lpstr>
      <vt:lpstr>task 3: analyzing EVPN-BGP</vt:lpstr>
      <vt:lpstr>task 4: analyzing VXLAN in action!</vt:lpstr>
      <vt:lpstr>task 4: analyzing VXLAN in action!</vt:lpstr>
      <vt:lpstr>task 4: analyzing VXLAN in action!</vt:lpstr>
      <vt:lpstr>task 4: analyzing VXLAN in action!</vt:lpstr>
      <vt:lpstr>task 4: analyzing VXLAN in action!</vt:lpstr>
      <vt:lpstr>task 5: container migration</vt:lpstr>
      <vt:lpstr>task 5: container migration</vt:lpstr>
      <vt:lpstr>task 5: container migration</vt:lpstr>
      <vt:lpstr>task 5: container migration</vt:lpstr>
      <vt:lpstr>stop the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gdb</dc:creator>
  <cp:lastModifiedBy>Mariano Scazzariello</cp:lastModifiedBy>
  <cp:revision>65</cp:revision>
  <cp:lastPrinted>2022-12-21T17:46:04Z</cp:lastPrinted>
  <dcterms:created xsi:type="dcterms:W3CDTF">1601-01-01T00:00:00Z</dcterms:created>
  <dcterms:modified xsi:type="dcterms:W3CDTF">2025-02-22T09:40:48Z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680afd86-dcf7-4483-b9eb-5af1dcd104e1_Enabled">
    <vt:lpwstr>true</vt:lpwstr>
  </property>
  <property fmtid="{D5CDD505-2E9C-101B-9397-08002B2CF9AE}" pid="4" name="MSIP_Label_680afd86-dcf7-4483-b9eb-5af1dcd104e1_SetDate">
    <vt:lpwstr>2025-02-03T09:09:09Z</vt:lpwstr>
  </property>
  <property fmtid="{D5CDD505-2E9C-101B-9397-08002B2CF9AE}" pid="5" name="MSIP_Label_680afd86-dcf7-4483-b9eb-5af1dcd104e1_Method">
    <vt:lpwstr>Standard</vt:lpwstr>
  </property>
  <property fmtid="{D5CDD505-2E9C-101B-9397-08002B2CF9AE}" pid="6" name="MSIP_Label_680afd86-dcf7-4483-b9eb-5af1dcd104e1_Name">
    <vt:lpwstr>K2 Intern</vt:lpwstr>
  </property>
  <property fmtid="{D5CDD505-2E9C-101B-9397-08002B2CF9AE}" pid="7" name="MSIP_Label_680afd86-dcf7-4483-b9eb-5af1dcd104e1_SiteId">
    <vt:lpwstr>5a9809cf-0bcb-413a-838a-09ecc40cc9e8</vt:lpwstr>
  </property>
  <property fmtid="{D5CDD505-2E9C-101B-9397-08002B2CF9AE}" pid="8" name="MSIP_Label_680afd86-dcf7-4483-b9eb-5af1dcd104e1_ActionId">
    <vt:lpwstr>4d0b69d4-1706-4eb2-bde5-34bf0753f193</vt:lpwstr>
  </property>
  <property fmtid="{D5CDD505-2E9C-101B-9397-08002B2CF9AE}" pid="9" name="MSIP_Label_680afd86-dcf7-4483-b9eb-5af1dcd104e1_ContentBits">
    <vt:lpwstr>0</vt:lpwstr>
  </property>
</Properties>
</file>